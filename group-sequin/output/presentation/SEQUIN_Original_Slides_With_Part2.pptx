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customXml/itemProps1.xml" ContentType="application/vnd.openxmlformats-officedocument.customXmlProperties+xml"/>
  <Override PartName="/ppt/customXml/itemProps2.xml" ContentType="application/vnd.openxmlformats-officedocument.customXmlProperties+xml"/>
  <Override PartName="/ppt/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7.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54" r:id="rId5"/>
  </p:sldMasterIdLst>
  <p:notesMasterIdLst>
    <p:notesMasterId r:id="rId37"/>
  </p:notesMasterIdLst>
  <p:handoutMasterIdLst>
    <p:handoutMasterId r:id="rId38"/>
  </p:handoutMasterIdLst>
  <p:sldIdLst>
    <p:sldId id="377" r:id="rId6"/>
    <p:sldId id="257" r:id="rId7"/>
    <p:sldId id="361" r:id="rId8"/>
    <p:sldId id="384" r:id="rId9"/>
    <p:sldId id="329" r:id="rId10"/>
    <p:sldId id="386" r:id="rId11"/>
    <p:sldId id="385" r:id="rId12"/>
    <p:sldId id="362" r:id="rId13"/>
    <p:sldId id="283" r:id="rId14"/>
    <p:sldId id="388" r:id="rId15"/>
    <p:sldId id="389" r:id="rId16"/>
    <p:sldId id="390" r:id="rId17"/>
    <p:sldId id="391" r:id="rId18"/>
    <p:sldId id="392" r:id="rId19"/>
    <p:sldId id="256" r:id="rId20"/>
    <p:sldId id="393"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378" r:id="rId36"/>
  </p:sldIdLst>
  <p:sldSz cx="12192000" cy="6858000"/>
  <p:notesSz cx="9388475" cy="7102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LIDE STARTERS" id="{ACC24B29-0CC7-491A-A98A-CF7CBDBE501E}">
          <p14:sldIdLst>
            <p14:sldId id="377"/>
            <p14:sldId id="257"/>
            <p14:sldId id="361"/>
            <p14:sldId id="384"/>
            <p14:sldId id="329"/>
            <p14:sldId id="386"/>
            <p14:sldId id="385"/>
            <p14:sldId id="362"/>
            <p14:sldId id="283"/>
            <p14:sldId id="388"/>
            <p14:sldId id="389"/>
            <p14:sldId id="390"/>
            <p14:sldId id="391"/>
            <p14:sldId id="392"/>
            <p14:sldId id="256"/>
            <p14:sldId id="393"/>
            <p14:sldId id="258"/>
            <p14:sldId id="259"/>
            <p14:sldId id="260"/>
            <p14:sldId id="261"/>
            <p14:sldId id="262"/>
            <p14:sldId id="263"/>
            <p14:sldId id="264"/>
            <p14:sldId id="265"/>
            <p14:sldId id="266"/>
            <p14:sldId id="267"/>
            <p14:sldId id="268"/>
            <p14:sldId id="269"/>
            <p14:sldId id="270"/>
            <p14:sldId id="271"/>
          </p14:sldIdLst>
        </p14:section>
        <p14:section name="THANK YOU" id="{6CD91DAB-8EC3-4802-89E9-0F1C7022FB28}">
          <p14:sldIdLst>
            <p14:sldId id="37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DC5924"/>
    <a:srgbClr val="B7472A"/>
    <a:srgbClr val="000000"/>
    <a:srgbClr val="FFFFFF"/>
    <a:srgbClr val="75D1FF"/>
    <a:srgbClr val="11161C"/>
    <a:srgbClr val="7F7F7F"/>
    <a:srgbClr val="F2F2F2"/>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972" autoAdjust="0"/>
  </p:normalViewPr>
  <p:slideViewPr>
    <p:cSldViewPr snapToGrid="0">
      <p:cViewPr varScale="1">
        <p:scale>
          <a:sx n="66" d="100"/>
          <a:sy n="66" d="100"/>
        </p:scale>
        <p:origin x="1253" y="62"/>
      </p:cViewPr>
      <p:guideLst/>
    </p:cSldViewPr>
  </p:slideViewPr>
  <p:outlineViewPr>
    <p:cViewPr>
      <p:scale>
        <a:sx n="33" d="100"/>
        <a:sy n="33" d="100"/>
      </p:scale>
      <p:origin x="0" y="-1164"/>
    </p:cViewPr>
  </p:outlineViewPr>
  <p:notesTextViewPr>
    <p:cViewPr>
      <p:scale>
        <a:sx n="1" d="1"/>
        <a:sy n="1" d="1"/>
      </p:scale>
      <p:origin x="0" y="0"/>
    </p:cViewPr>
  </p:notesTextViewPr>
  <p:sorterViewPr>
    <p:cViewPr>
      <p:scale>
        <a:sx n="108" d="100"/>
        <a:sy n="108" d="100"/>
      </p:scale>
      <p:origin x="0" y="-3162"/>
    </p:cViewPr>
  </p:sorterViewPr>
  <p:notesViewPr>
    <p:cSldViewPr snapToGrid="0">
      <p:cViewPr>
        <p:scale>
          <a:sx n="66" d="100"/>
          <a:sy n="66" d="100"/>
        </p:scale>
        <p:origin x="2539" y="28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handoutMaster" Target="handoutMasters/handoutMaster1.xml"/></Relationships>
</file>

<file path=ppt/charts/_rels/chart1.xml.rels><Relationships xmlns="http://schemas.openxmlformats.org/package/2006/relationships"><Relationship Id="rIdChartSnapshot1" Type="http://schemas.openxmlformats.org/officeDocument/2006/relationships/package" Target="../embeddings/chart-data-snapshot-001.xlsx"/></Relationships>
</file>

<file path=ppt/charts/_rels/chart2.xml.rels><Relationships xmlns="http://schemas.openxmlformats.org/package/2006/relationships"><Relationship Id="rIdChartSnapshot1" Type="http://schemas.openxmlformats.org/officeDocument/2006/relationships/package" Target="../embeddings/chart-data-snapshot-002.xlsx"/></Relationships>
</file>

<file path=ppt/charts/_rels/chart3.xml.rels><Relationships xmlns="http://schemas.openxmlformats.org/package/2006/relationships"><Relationship Id="rIdChartSnapshot1" Type="http://schemas.openxmlformats.org/officeDocument/2006/relationships/package" Target="../embeddings/chart-data-snapshot-003.xlsx"/></Relationships>
</file>

<file path=ppt/charts/_rels/chart4.xml.rels><Relationships xmlns="http://schemas.openxmlformats.org/package/2006/relationships"><Relationship Id="rIdChartSnapshot1" Type="http://schemas.openxmlformats.org/officeDocument/2006/relationships/package" Target="../embeddings/chart-data-snapshot-004.xlsx"/></Relationships>
</file>

<file path=ppt/charts/_rels/chart5.xml.rels><Relationships xmlns="http://schemas.openxmlformats.org/package/2006/relationships"><Relationship Id="rIdChartSnapshot1" Type="http://schemas.openxmlformats.org/officeDocument/2006/relationships/package" Target="../embeddings/chart-data-snapshot-005.xlsx"/></Relationships>
</file>

<file path=ppt/charts/_rels/chart6.xml.rels><Relationships xmlns="http://schemas.openxmlformats.org/package/2006/relationships"><Relationship Id="rIdChartSnapshot1" Type="http://schemas.openxmlformats.org/officeDocument/2006/relationships/package" Target="../embeddings/chart-data-snapshot-006.xlsx"/></Relationships>
</file>

<file path=ppt/charts/_rels/chart7.xml.rels><Relationships xmlns="http://schemas.openxmlformats.org/package/2006/relationships"><Relationship Id="rIdChartSnapshot1" Type="http://schemas.openxmlformats.org/officeDocument/2006/relationships/package" Target="../embeddings/chart-data-snapshot-007.xlsx"/></Relationships>
</file>

<file path=ppt/charts/_rels/chart8.xml.rels><Relationships xmlns="http://schemas.openxmlformats.org/package/2006/relationships"><Relationship Id="rIdChartSnapshot1" Type="http://schemas.openxmlformats.org/officeDocument/2006/relationships/package" Target="../embeddings/chart-data-snapshot-008.xlsx"/></Relationships>
</file>

<file path=ppt/charts/_rels/chart9.xml.rels><Relationships xmlns="http://schemas.openxmlformats.org/package/2006/relationships"><Relationship Id="rIdChartSnapshot1" Type="http://schemas.openxmlformats.org/officeDocument/2006/relationships/package" Target="../embeddings/chart-data-snapshot-00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875">
                <a:solidFill>
                  <a:srgbClr val="0074AF"/>
                </a:solidFill>
                <a:latin typeface="Inter"/>
                <a:ea typeface="Inter"/>
                <a:cs typeface="Inter"/>
              </a:rPr>
              <a:t>Case 14</a:t>
            </a:r>
          </a:p>
        </c:rich>
      </c:tx>
      <c:overlay val="0"/>
    </c:title>
    <c:autoTitleDeleted val="0"/>
    <c:plotArea>
      <c:layout/>
      <c:lineChart>
        <c:grouping val="standard"/>
        <c:varyColors val="0"/>
        <c:ser>
          <c:idx val="0"/>
          <c:order val="0"/>
          <c:tx>
            <c:v>Scenario design</c:v>
          </c:tx>
          <c:spPr>
            <a:ln w="28575">
              <a:solidFill>
                <a:srgbClr val="244BD6"/>
              </a:solidFill>
              <a:prstDash val="solid"/>
            </a:ln>
          </c:spPr>
          <c:marker>
            <c:symbol val="none"/>
          </c:marker>
          <c:cat>
            <c:numRef>
              <c:f>'Chart Data'!$A$2:$A$5</c:f>
              <c:numCache>
                <c:formatCode>General</c:formatCode>
                <c:ptCount val="4"/>
                <c:pt idx="0">
                  <c:v>0</c:v>
                </c:pt>
                <c:pt idx="1">
                  <c:v>1</c:v>
                </c:pt>
                <c:pt idx="2">
                  <c:v>2</c:v>
                </c:pt>
                <c:pt idx="3">
                  <c:v>3</c:v>
                </c:pt>
              </c:numCache>
            </c:numRef>
          </c:cat>
          <c:val>
            <c:numRef>
              <c:f>'Chart Data'!$B$2:$B$5</c:f>
              <c:numCache>
                <c:formatCode>0</c:formatCode>
                <c:ptCount val="4"/>
                <c:pt idx="0">
                  <c:v>95.0436054207</c:v>
                </c:pt>
                <c:pt idx="1">
                  <c:v>95.0436054207</c:v>
                </c:pt>
                <c:pt idx="2">
                  <c:v>84.870118288226</c:v>
                </c:pt>
                <c:pt idx="3">
                  <c:v>84.870118288226</c:v>
                </c:pt>
              </c:numCache>
            </c:numRef>
          </c:val>
          <c:smooth val="0"/>
          <c:extLst>
            <c:ext xmlns:c16="http://schemas.microsoft.com/office/drawing/2014/chart" uri="{C3380CC4-5D6E-409C-BE32-E72D297353CC}">
              <c16:uniqueId val="{00000000-5C65-47FF-8424-9C7283A8B0F9}"/>
            </c:ext>
          </c:extLst>
        </c:ser>
        <c:ser>
          <c:idx val="1"/>
          <c:order val="1"/>
          <c:tx>
            <c:v>Initial flow</c:v>
          </c:tx>
          <c:spPr>
            <a:ln w="28575">
              <a:solidFill>
                <a:srgbClr val="F28C35"/>
              </a:solidFill>
              <a:prstDash val="solid"/>
            </a:ln>
          </c:spPr>
          <c:marker>
            <c:symbol val="none"/>
          </c:marker>
          <c:cat>
            <c:numRef>
              <c:f>'Chart Data'!$C$2:$C$5</c:f>
              <c:numCache>
                <c:formatCode>General</c:formatCode>
                <c:ptCount val="4"/>
                <c:pt idx="0">
                  <c:v>0</c:v>
                </c:pt>
                <c:pt idx="1">
                  <c:v>1</c:v>
                </c:pt>
                <c:pt idx="2">
                  <c:v>2</c:v>
                </c:pt>
                <c:pt idx="3">
                  <c:v>3</c:v>
                </c:pt>
              </c:numCache>
            </c:numRef>
          </c:cat>
          <c:val>
            <c:numRef>
              <c:f>'Chart Data'!$D$2:$D$5</c:f>
              <c:numCache>
                <c:formatCode>0</c:formatCode>
                <c:ptCount val="4"/>
                <c:pt idx="0">
                  <c:v>95.0436054207</c:v>
                </c:pt>
                <c:pt idx="1">
                  <c:v>95.0436054207</c:v>
                </c:pt>
                <c:pt idx="2">
                  <c:v>93.320917143769</c:v>
                </c:pt>
                <c:pt idx="3">
                  <c:v>93.320917143769</c:v>
                </c:pt>
              </c:numCache>
            </c:numRef>
          </c:val>
          <c:smooth val="0"/>
          <c:extLst>
            <c:ext xmlns:c16="http://schemas.microsoft.com/office/drawing/2014/chart" uri="{C3380CC4-5D6E-409C-BE32-E72D297353CC}">
              <c16:uniqueId val="{00000001-5C65-47FF-8424-9C7283A8B0F9}"/>
            </c:ext>
          </c:extLst>
        </c:ser>
        <c:ser>
          <c:idx val="2"/>
          <c:order val="2"/>
          <c:tx>
            <c:v>Single scenario</c:v>
          </c:tx>
          <c:spPr>
            <a:ln w="28575">
              <a:solidFill>
                <a:srgbClr val="2CB6A8"/>
              </a:solidFill>
              <a:prstDash val="solid"/>
            </a:ln>
          </c:spPr>
          <c:marker>
            <c:symbol val="none"/>
          </c:marker>
          <c:cat>
            <c:numRef>
              <c:f>'Chart Data'!$E$2:$E$5</c:f>
              <c:numCache>
                <c:formatCode>General</c:formatCode>
                <c:ptCount val="4"/>
                <c:pt idx="0">
                  <c:v>0</c:v>
                </c:pt>
                <c:pt idx="1">
                  <c:v>1</c:v>
                </c:pt>
                <c:pt idx="2">
                  <c:v>2</c:v>
                </c:pt>
                <c:pt idx="3">
                  <c:v>3</c:v>
                </c:pt>
              </c:numCache>
            </c:numRef>
          </c:cat>
          <c:val>
            <c:numRef>
              <c:f>'Chart Data'!$F$2:$F$5</c:f>
              <c:numCache>
                <c:formatCode>0</c:formatCode>
                <c:ptCount val="4"/>
                <c:pt idx="0">
                  <c:v>95.0436054207</c:v>
                </c:pt>
                <c:pt idx="1">
                  <c:v>93.320917143769</c:v>
                </c:pt>
                <c:pt idx="2">
                  <c:v>84.870118288226</c:v>
                </c:pt>
                <c:pt idx="3">
                  <c:v>84.870118288226</c:v>
                </c:pt>
              </c:numCache>
            </c:numRef>
          </c:val>
          <c:smooth val="0"/>
          <c:extLst>
            <c:ext xmlns:c16="http://schemas.microsoft.com/office/drawing/2014/chart" uri="{C3380CC4-5D6E-409C-BE32-E72D297353CC}">
              <c16:uniqueId val="{00000002-5C65-47FF-8424-9C7283A8B0F9}"/>
            </c:ext>
          </c:extLst>
        </c:ser>
        <c:ser>
          <c:idx val="3"/>
          <c:order val="3"/>
          <c:tx>
            <c:v>Simultaneous design</c:v>
          </c:tx>
          <c:spPr>
            <a:ln w="28575">
              <a:solidFill>
                <a:srgbClr val="8A8D91"/>
              </a:solidFill>
              <a:prstDash val="solid"/>
            </a:ln>
          </c:spPr>
          <c:marker>
            <c:symbol val="none"/>
          </c:marker>
          <c:cat>
            <c:numRef>
              <c:f>'Chart Data'!$G$2:$G$5</c:f>
              <c:numCache>
                <c:formatCode>General</c:formatCode>
                <c:ptCount val="4"/>
                <c:pt idx="0">
                  <c:v>0</c:v>
                </c:pt>
                <c:pt idx="1">
                  <c:v>1</c:v>
                </c:pt>
                <c:pt idx="2">
                  <c:v>2</c:v>
                </c:pt>
                <c:pt idx="3">
                  <c:v>3</c:v>
                </c:pt>
              </c:numCache>
            </c:numRef>
          </c:cat>
          <c:val>
            <c:numRef>
              <c:f>'Chart Data'!$H$2:$H$5</c:f>
              <c:numCache>
                <c:formatCode>0</c:formatCode>
                <c:ptCount val="4"/>
                <c:pt idx="0">
                  <c:v>95.0436054207</c:v>
                </c:pt>
                <c:pt idx="1">
                  <c:v>95.0436054207</c:v>
                </c:pt>
                <c:pt idx="2">
                  <c:v>95.0436054207</c:v>
                </c:pt>
                <c:pt idx="3">
                  <c:v>95.0436054207</c:v>
                </c:pt>
              </c:numCache>
            </c:numRef>
          </c:val>
          <c:smooth val="0"/>
          <c:extLst>
            <c:ext xmlns:c16="http://schemas.microsoft.com/office/drawing/2014/chart" uri="{C3380CC4-5D6E-409C-BE32-E72D297353CC}">
              <c16:uniqueId val="{00000003-5C65-47FF-8424-9C7283A8B0F9}"/>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title>
          <c:tx>
            <c:rich>
              <a:bodyPr/>
              <a:lstStyle/>
              <a:p>
                <a:r>
                  <a:t>Protected lines q</a:t>
                </a:r>
              </a:p>
            </c:rich>
          </c:tx>
          <c:overlay val="0"/>
        </c:title>
        <c:numFmt formatCode="General" sourceLinked="1"/>
        <c:majorTickMark val="none"/>
        <c:minorTickMark val="none"/>
        <c:tickLblPos val="nextTo"/>
        <c:spPr>
          <a:ln w="9525">
            <a:solidFill>
              <a:srgbClr val="D9E2EC"/>
            </a:solidFill>
          </a:ln>
        </c:spPr>
        <c:txPr>
          <a:bodyPr anchorCtr="1"/>
          <a:lstStyle/>
          <a:p>
            <a:pPr>
              <a:defRPr sz="1425">
                <a:solidFill>
                  <a:srgbClr val="607487"/>
                </a:solidFill>
                <a:latin typeface="Inter"/>
                <a:ea typeface="Inter"/>
                <a:cs typeface="Inter"/>
              </a:defRPr>
            </a:pPr>
            <a:endParaRPr lang="en-US"/>
          </a:p>
        </c:txPr>
        <c:crossAx val="48672768"/>
        <c:crosses val="autoZero"/>
        <c:auto val="1"/>
        <c:lblAlgn val="ctr"/>
        <c:lblOffset val="100"/>
        <c:noMultiLvlLbl val="1"/>
      </c:catAx>
      <c:valAx>
        <c:axId val="48672768"/>
        <c:scaling>
          <c:orientation val="minMax"/>
          <c:max val="100"/>
          <c:min val="75"/>
        </c:scaling>
        <c:delete val="0"/>
        <c:axPos val="l"/>
        <c:majorGridlines>
          <c:spPr>
            <a:ln w="5715">
              <a:solidFill>
                <a:srgbClr val="D9E2EC"/>
              </a:solidFill>
              <a:prstDash val="solid"/>
            </a:ln>
          </c:spPr>
        </c:majorGridlines>
        <c:title>
          <c:tx>
            <c:rich>
              <a:bodyPr/>
              <a:lstStyle/>
              <a:p>
                <a:r>
                  <a:t>Mean test worst shed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07487"/>
                </a:solidFill>
                <a:latin typeface="Inter"/>
                <a:ea typeface="Inter"/>
                <a:cs typeface="Inter"/>
              </a:defRPr>
            </a:pPr>
            <a:endParaRPr lang="en-US"/>
          </a:p>
        </c:txPr>
        <c:crossAx val="48650112"/>
        <c:crosses val="autoZero"/>
        <c:crossBetween val="between"/>
      </c:valAx>
      <c:spPr>
        <a:solidFill>
          <a:srgbClr val="FFFFFF"/>
        </a:solidFill>
        <a:ln w="0">
          <a:noFill/>
        </a:ln>
      </c:spPr>
    </c:plotArea>
    <c:legend>
      <c:legendPos val="b"/>
      <c:overlay val="0"/>
      <c:txPr>
        <a:bodyPr anchorCtr="1"/>
        <a:lstStyle/>
        <a:p>
          <a:pPr>
            <a:defRPr sz="1350">
              <a:solidFill>
                <a:srgbClr val="102235"/>
              </a:solidFill>
              <a:latin typeface="Inter"/>
              <a:ea typeface="Inter"/>
              <a:cs typeface="Inter"/>
            </a:defRPr>
          </a:pPr>
          <a:endParaRPr lang="en-US"/>
        </a:p>
      </c:txPr>
    </c:legend>
    <c:plotVisOnly val="1"/>
    <c:dispBlanksAs val="zero"/>
    <c:showDLblsOverMax val="1"/>
  </c:chart>
  <c:spPr>
    <a:solidFill>
      <a:srgbClr val="FFFFFF"/>
    </a:solidFill>
    <a:ln w="0">
      <a:noFill/>
    </a:ln>
  </c:spPr>
  <c:externalData r:id="rIdChartSnapshot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875">
                <a:solidFill>
                  <a:srgbClr val="0074AF"/>
                </a:solidFill>
                <a:latin typeface="Inter"/>
                <a:ea typeface="Inter"/>
                <a:cs typeface="Inter"/>
              </a:rPr>
              <a:t>Case 39</a:t>
            </a:r>
          </a:p>
        </c:rich>
      </c:tx>
      <c:overlay val="0"/>
    </c:title>
    <c:autoTitleDeleted val="0"/>
    <c:plotArea>
      <c:layout/>
      <c:lineChart>
        <c:grouping val="standard"/>
        <c:varyColors val="0"/>
        <c:ser>
          <c:idx val="0"/>
          <c:order val="0"/>
          <c:tx>
            <c:v>Scenario design</c:v>
          </c:tx>
          <c:spPr>
            <a:ln w="28575">
              <a:solidFill>
                <a:srgbClr val="244BD6"/>
              </a:solidFill>
              <a:prstDash val="solid"/>
            </a:ln>
          </c:spPr>
          <c:marker>
            <c:symbol val="none"/>
          </c:marker>
          <c:cat>
            <c:numRef>
              <c:f>'Chart Data'!$A$2:$A$5</c:f>
              <c:numCache>
                <c:formatCode>General</c:formatCode>
                <c:ptCount val="4"/>
                <c:pt idx="0">
                  <c:v>0</c:v>
                </c:pt>
                <c:pt idx="1">
                  <c:v>1</c:v>
                </c:pt>
                <c:pt idx="2">
                  <c:v>2</c:v>
                </c:pt>
                <c:pt idx="3">
                  <c:v>3</c:v>
                </c:pt>
              </c:numCache>
            </c:numRef>
          </c:cat>
          <c:val>
            <c:numRef>
              <c:f>'Chart Data'!$B$2:$B$5</c:f>
              <c:numCache>
                <c:formatCode>0</c:formatCode>
                <c:ptCount val="4"/>
                <c:pt idx="0">
                  <c:v>21.516872726642</c:v>
                </c:pt>
                <c:pt idx="1">
                  <c:v>20.754886690199</c:v>
                </c:pt>
                <c:pt idx="2">
                  <c:v>20.472059681461</c:v>
                </c:pt>
                <c:pt idx="3">
                  <c:v>17.689067196488</c:v>
                </c:pt>
              </c:numCache>
            </c:numRef>
          </c:val>
          <c:smooth val="0"/>
          <c:extLst>
            <c:ext xmlns:c16="http://schemas.microsoft.com/office/drawing/2014/chart" uri="{C3380CC4-5D6E-409C-BE32-E72D297353CC}">
              <c16:uniqueId val="{00000000-0FBE-4E00-B8E9-E7E3376E7591}"/>
            </c:ext>
          </c:extLst>
        </c:ser>
        <c:ser>
          <c:idx val="1"/>
          <c:order val="1"/>
          <c:tx>
            <c:v>Initial flow</c:v>
          </c:tx>
          <c:spPr>
            <a:ln w="28575">
              <a:solidFill>
                <a:srgbClr val="F28C35"/>
              </a:solidFill>
              <a:prstDash val="solid"/>
            </a:ln>
          </c:spPr>
          <c:marker>
            <c:symbol val="none"/>
          </c:marker>
          <c:cat>
            <c:numRef>
              <c:f>'Chart Data'!$C$2:$C$5</c:f>
              <c:numCache>
                <c:formatCode>General</c:formatCode>
                <c:ptCount val="4"/>
                <c:pt idx="0">
                  <c:v>0</c:v>
                </c:pt>
                <c:pt idx="1">
                  <c:v>1</c:v>
                </c:pt>
                <c:pt idx="2">
                  <c:v>2</c:v>
                </c:pt>
                <c:pt idx="3">
                  <c:v>3</c:v>
                </c:pt>
              </c:numCache>
            </c:numRef>
          </c:cat>
          <c:val>
            <c:numRef>
              <c:f>'Chart Data'!$D$2:$D$5</c:f>
              <c:numCache>
                <c:formatCode>0</c:formatCode>
                <c:ptCount val="4"/>
                <c:pt idx="0">
                  <c:v>21.516872726642</c:v>
                </c:pt>
                <c:pt idx="1">
                  <c:v>20.754886690199</c:v>
                </c:pt>
                <c:pt idx="2">
                  <c:v>20.347379265384</c:v>
                </c:pt>
                <c:pt idx="3">
                  <c:v>20.347379265384</c:v>
                </c:pt>
              </c:numCache>
            </c:numRef>
          </c:val>
          <c:smooth val="0"/>
          <c:extLst>
            <c:ext xmlns:c16="http://schemas.microsoft.com/office/drawing/2014/chart" uri="{C3380CC4-5D6E-409C-BE32-E72D297353CC}">
              <c16:uniqueId val="{00000001-0FBE-4E00-B8E9-E7E3376E7591}"/>
            </c:ext>
          </c:extLst>
        </c:ser>
        <c:ser>
          <c:idx val="2"/>
          <c:order val="2"/>
          <c:tx>
            <c:v>Single scenario</c:v>
          </c:tx>
          <c:spPr>
            <a:ln w="28575">
              <a:solidFill>
                <a:srgbClr val="2CB6A8"/>
              </a:solidFill>
              <a:prstDash val="solid"/>
            </a:ln>
          </c:spPr>
          <c:marker>
            <c:symbol val="none"/>
          </c:marker>
          <c:cat>
            <c:numRef>
              <c:f>'Chart Data'!$E$2:$E$5</c:f>
              <c:numCache>
                <c:formatCode>General</c:formatCode>
                <c:ptCount val="4"/>
                <c:pt idx="0">
                  <c:v>0</c:v>
                </c:pt>
                <c:pt idx="1">
                  <c:v>1</c:v>
                </c:pt>
                <c:pt idx="2">
                  <c:v>2</c:v>
                </c:pt>
                <c:pt idx="3">
                  <c:v>3</c:v>
                </c:pt>
              </c:numCache>
            </c:numRef>
          </c:cat>
          <c:val>
            <c:numRef>
              <c:f>'Chart Data'!$F$2:$F$5</c:f>
              <c:numCache>
                <c:formatCode>0</c:formatCode>
                <c:ptCount val="4"/>
                <c:pt idx="0">
                  <c:v>21.516872726642</c:v>
                </c:pt>
                <c:pt idx="1">
                  <c:v>20.754886690199</c:v>
                </c:pt>
                <c:pt idx="2">
                  <c:v>20.472059681461</c:v>
                </c:pt>
                <c:pt idx="3">
                  <c:v>17.689067196488</c:v>
                </c:pt>
              </c:numCache>
            </c:numRef>
          </c:val>
          <c:smooth val="0"/>
          <c:extLst>
            <c:ext xmlns:c16="http://schemas.microsoft.com/office/drawing/2014/chart" uri="{C3380CC4-5D6E-409C-BE32-E72D297353CC}">
              <c16:uniqueId val="{00000002-0FBE-4E00-B8E9-E7E3376E7591}"/>
            </c:ext>
          </c:extLst>
        </c:ser>
        <c:ser>
          <c:idx val="3"/>
          <c:order val="3"/>
          <c:tx>
            <c:v>Simultaneous design</c:v>
          </c:tx>
          <c:spPr>
            <a:ln w="28575">
              <a:solidFill>
                <a:srgbClr val="8A8D91"/>
              </a:solidFill>
              <a:prstDash val="solid"/>
            </a:ln>
          </c:spPr>
          <c:marker>
            <c:symbol val="none"/>
          </c:marker>
          <c:cat>
            <c:numRef>
              <c:f>'Chart Data'!$G$2:$G$5</c:f>
              <c:numCache>
                <c:formatCode>General</c:formatCode>
                <c:ptCount val="4"/>
                <c:pt idx="0">
                  <c:v>0</c:v>
                </c:pt>
                <c:pt idx="1">
                  <c:v>1</c:v>
                </c:pt>
                <c:pt idx="2">
                  <c:v>2</c:v>
                </c:pt>
                <c:pt idx="3">
                  <c:v>3</c:v>
                </c:pt>
              </c:numCache>
            </c:numRef>
          </c:cat>
          <c:val>
            <c:numRef>
              <c:f>'Chart Data'!$H$2:$H$5</c:f>
              <c:numCache>
                <c:formatCode>0</c:formatCode>
                <c:ptCount val="4"/>
                <c:pt idx="0">
                  <c:v>21.516872726642</c:v>
                </c:pt>
                <c:pt idx="1">
                  <c:v>20.754886690199</c:v>
                </c:pt>
                <c:pt idx="2">
                  <c:v>20.754886690199</c:v>
                </c:pt>
                <c:pt idx="3">
                  <c:v>20.754886690199</c:v>
                </c:pt>
              </c:numCache>
            </c:numRef>
          </c:val>
          <c:smooth val="0"/>
          <c:extLst>
            <c:ext xmlns:c16="http://schemas.microsoft.com/office/drawing/2014/chart" uri="{C3380CC4-5D6E-409C-BE32-E72D297353CC}">
              <c16:uniqueId val="{00000003-0FBE-4E00-B8E9-E7E3376E7591}"/>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title>
          <c:tx>
            <c:rich>
              <a:bodyPr/>
              <a:lstStyle/>
              <a:p>
                <a:r>
                  <a:t>Protected lines q</a:t>
                </a:r>
              </a:p>
            </c:rich>
          </c:tx>
          <c:overlay val="0"/>
        </c:title>
        <c:numFmt formatCode="General" sourceLinked="1"/>
        <c:majorTickMark val="none"/>
        <c:minorTickMark val="none"/>
        <c:tickLblPos val="nextTo"/>
        <c:spPr>
          <a:ln w="9525">
            <a:solidFill>
              <a:srgbClr val="D9E2EC"/>
            </a:solidFill>
          </a:ln>
        </c:spPr>
        <c:txPr>
          <a:bodyPr anchorCtr="1"/>
          <a:lstStyle/>
          <a:p>
            <a:pPr>
              <a:defRPr sz="1425">
                <a:solidFill>
                  <a:srgbClr val="607487"/>
                </a:solidFill>
                <a:latin typeface="Inter"/>
                <a:ea typeface="Inter"/>
                <a:cs typeface="Inter"/>
              </a:defRPr>
            </a:pPr>
            <a:endParaRPr lang="en-US"/>
          </a:p>
        </c:txPr>
        <c:crossAx val="48672768"/>
        <c:crosses val="autoZero"/>
        <c:auto val="1"/>
        <c:lblAlgn val="ctr"/>
        <c:lblOffset val="100"/>
        <c:noMultiLvlLbl val="1"/>
      </c:catAx>
      <c:valAx>
        <c:axId val="48672768"/>
        <c:scaling>
          <c:orientation val="minMax"/>
          <c:max val="24"/>
          <c:min val="15"/>
        </c:scaling>
        <c:delete val="0"/>
        <c:axPos val="l"/>
        <c:majorGridlines>
          <c:spPr>
            <a:ln w="5715">
              <a:solidFill>
                <a:srgbClr val="D9E2EC"/>
              </a:solidFill>
              <a:prstDash val="solid"/>
            </a:ln>
          </c:spPr>
        </c:majorGridlines>
        <c:title>
          <c:tx>
            <c:rich>
              <a:bodyPr/>
              <a:lstStyle/>
              <a:p>
                <a:r>
                  <a:t>Mean test worst shed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07487"/>
                </a:solidFill>
                <a:latin typeface="Inter"/>
                <a:ea typeface="Inter"/>
                <a:cs typeface="Inter"/>
              </a:defRPr>
            </a:pPr>
            <a:endParaRPr lang="en-US"/>
          </a:p>
        </c:txPr>
        <c:crossAx val="48650112"/>
        <c:crosses val="autoZero"/>
        <c:crossBetween val="between"/>
      </c:valAx>
      <c:spPr>
        <a:solidFill>
          <a:srgbClr val="FFFFFF"/>
        </a:solidFill>
        <a:ln w="0">
          <a:noFill/>
        </a:ln>
      </c:spPr>
    </c:plotArea>
    <c:legend>
      <c:legendPos val="b"/>
      <c:overlay val="0"/>
      <c:txPr>
        <a:bodyPr anchorCtr="1"/>
        <a:lstStyle/>
        <a:p>
          <a:pPr>
            <a:defRPr sz="1350">
              <a:solidFill>
                <a:srgbClr val="102235"/>
              </a:solidFill>
              <a:latin typeface="Inter"/>
              <a:ea typeface="Inter"/>
              <a:cs typeface="Inter"/>
            </a:defRPr>
          </a:pPr>
          <a:endParaRPr lang="en-US"/>
        </a:p>
      </c:txPr>
    </c:legend>
    <c:plotVisOnly val="1"/>
    <c:dispBlanksAs val="zero"/>
    <c:showDLblsOverMax val="1"/>
  </c:chart>
  <c:spPr>
    <a:solidFill>
      <a:srgbClr val="FFFFFF"/>
    </a:solidFill>
    <a:ln w="0">
      <a:noFill/>
    </a:ln>
  </c:spPr>
  <c:externalData r:id="rIdChartSnapshot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875">
                <a:solidFill>
                  <a:srgbClr val="0074AF"/>
                </a:solidFill>
                <a:latin typeface="Inter"/>
                <a:ea typeface="Inter"/>
                <a:cs typeface="Inter"/>
              </a:rPr>
              <a:t>Shifted demand and ramp limits</a:t>
            </a:r>
          </a:p>
        </c:rich>
      </c:tx>
      <c:overlay val="0"/>
    </c:title>
    <c:autoTitleDeleted val="0"/>
    <c:plotArea>
      <c:layout/>
      <c:barChart>
        <c:barDir val="col"/>
        <c:grouping val="clustered"/>
        <c:varyColors val="0"/>
        <c:ser>
          <c:idx val="0"/>
          <c:order val="0"/>
          <c:tx>
            <c:v>Scenario design minus flow</c:v>
          </c:tx>
          <c:spPr>
            <a:solidFill>
              <a:srgbClr val="F28C35"/>
            </a:solidFill>
            <a:ln w="28575">
              <a:solidFill>
                <a:srgbClr val="F28C35"/>
              </a:solidFill>
              <a:prstDash val="solid"/>
            </a:ln>
          </c:spPr>
          <c:invertIfNegative val="0"/>
          <c:cat>
            <c:numRef>
              <c:f>'Chart Data'!$A$2:$A$37</c:f>
              <c:numCache>
                <c:formatCode>General</c:formatCode>
                <c:ptCount val="3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numCache>
            </c:numRef>
          </c:cat>
          <c:val>
            <c:numRef>
              <c:f>'Chart Data'!$B$2:$B$37</c:f>
              <c:numCache>
                <c:formatCode>0</c:formatCode>
                <c:ptCount val="36"/>
                <c:pt idx="0">
                  <c:v>-11.9557833</c:v>
                </c:pt>
                <c:pt idx="1">
                  <c:v>-0.96836521000001</c:v>
                </c:pt>
                <c:pt idx="2">
                  <c:v>-0.96836521000001</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2.32081533</c:v>
                </c:pt>
                <c:pt idx="27">
                  <c:v>2.32081533</c:v>
                </c:pt>
                <c:pt idx="28">
                  <c:v>24.67670021</c:v>
                </c:pt>
                <c:pt idx="29">
                  <c:v>27.30539497</c:v>
                </c:pt>
                <c:pt idx="30">
                  <c:v>27.30539497</c:v>
                </c:pt>
                <c:pt idx="31">
                  <c:v>29.10438733</c:v>
                </c:pt>
                <c:pt idx="32">
                  <c:v>31.65570026</c:v>
                </c:pt>
                <c:pt idx="33">
                  <c:v>35.26776577</c:v>
                </c:pt>
                <c:pt idx="34">
                  <c:v>35.48303067</c:v>
                </c:pt>
                <c:pt idx="35">
                  <c:v>35.48303067</c:v>
                </c:pt>
              </c:numCache>
            </c:numRef>
          </c:val>
          <c:extLst>
            <c:ext xmlns:c16="http://schemas.microsoft.com/office/drawing/2014/chart" uri="{C3380CC4-5D6E-409C-BE32-E72D297353CC}">
              <c16:uniqueId val="{00000000-BDC2-447C-9033-865774716B55}"/>
            </c:ext>
          </c:extLst>
        </c:ser>
        <c:dLbls>
          <c:showLegendKey val="0"/>
          <c:showVal val="0"/>
          <c:showCatName val="0"/>
          <c:showSerName val="0"/>
          <c:showPercent val="0"/>
          <c:showBubbleSize val="0"/>
        </c:dLbls>
        <c:gapWidth val="85"/>
        <c:axId val="48650112"/>
        <c:axId val="48672768"/>
      </c:barChart>
      <c:catAx>
        <c:axId val="48650112"/>
        <c:scaling>
          <c:orientation val="minMax"/>
        </c:scaling>
        <c:delete val="0"/>
        <c:axPos val="b"/>
        <c:title>
          <c:tx>
            <c:rich>
              <a:bodyPr/>
              <a:lstStyle/>
              <a:p>
                <a:r>
                  <a:t>Feasible stress comparisons, sorted</a:t>
                </a:r>
              </a:p>
            </c:rich>
          </c:tx>
          <c:overlay val="0"/>
        </c:title>
        <c:numFmt formatCode="General" sourceLinked="1"/>
        <c:majorTickMark val="none"/>
        <c:minorTickMark val="none"/>
        <c:tickLblPos val="nextTo"/>
        <c:spPr>
          <a:ln w="9525">
            <a:solidFill>
              <a:srgbClr val="D9E2EC"/>
            </a:solidFill>
          </a:ln>
        </c:spPr>
        <c:txPr>
          <a:bodyPr anchorCtr="1"/>
          <a:lstStyle/>
          <a:p>
            <a:pPr>
              <a:defRPr sz="1425">
                <a:solidFill>
                  <a:srgbClr val="607487"/>
                </a:solidFill>
                <a:latin typeface="Inter"/>
                <a:ea typeface="Inter"/>
                <a:cs typeface="Inter"/>
              </a:defRPr>
            </a:pPr>
            <a:endParaRPr lang="en-US"/>
          </a:p>
        </c:txPr>
        <c:crossAx val="48672768"/>
        <c:crosses val="autoZero"/>
        <c:auto val="1"/>
        <c:lblAlgn val="ctr"/>
        <c:lblOffset val="100"/>
        <c:noMultiLvlLbl val="1"/>
      </c:catAx>
      <c:valAx>
        <c:axId val="48672768"/>
        <c:scaling>
          <c:orientation val="minMax"/>
          <c:max val="40"/>
          <c:min val="-15"/>
        </c:scaling>
        <c:delete val="0"/>
        <c:axPos val="l"/>
        <c:majorGridlines>
          <c:spPr>
            <a:ln w="5715">
              <a:solidFill>
                <a:srgbClr val="D9E2EC"/>
              </a:solidFill>
              <a:prstDash val="solid"/>
            </a:ln>
          </c:spPr>
        </c:majorGridlines>
        <c:title>
          <c:tx>
            <c:rich>
              <a:bodyPr/>
              <a:lstStyle/>
              <a:p>
                <a:r>
                  <a:t>Extra worst loss (percentage points)</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07487"/>
                </a:solidFill>
                <a:latin typeface="Inter"/>
                <a:ea typeface="Inter"/>
                <a:cs typeface="Inter"/>
              </a:defRPr>
            </a:pPr>
            <a:endParaRPr lang="en-US"/>
          </a:p>
        </c:txPr>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ChartSnapshot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875">
                <a:solidFill>
                  <a:srgbClr val="0074AF"/>
                </a:solidFill>
                <a:latin typeface="Inter"/>
                <a:ea typeface="Inter"/>
                <a:cs typeface="Inter"/>
              </a:rPr>
              <a:t>Same horizon: 15 minutes</a:t>
            </a:r>
          </a:p>
        </c:rich>
      </c:tx>
      <c:overlay val="0"/>
    </c:title>
    <c:autoTitleDeleted val="0"/>
    <c:plotArea>
      <c:layout/>
      <c:barChart>
        <c:barDir val="bar"/>
        <c:grouping val="stacked"/>
        <c:varyColors val="0"/>
        <c:ser>
          <c:idx val="0"/>
          <c:order val="0"/>
          <c:tx>
            <c:v>Window 1</c:v>
          </c:tx>
          <c:spPr>
            <a:solidFill>
              <a:srgbClr val="244BD6"/>
            </a:solidFill>
            <a:ln w="28575">
              <a:solidFill>
                <a:srgbClr val="244BD6"/>
              </a:solidFill>
              <a:prstDash val="solid"/>
            </a:ln>
          </c:spPr>
          <c:invertIfNegative val="0"/>
          <c:dLbls>
            <c:numFmt formatCode="0" sourceLinked="0"/>
            <c:spPr>
              <a:noFill/>
              <a:ln>
                <a:noFill/>
              </a:ln>
              <a:effectLst/>
            </c:spPr>
            <c:txPr>
              <a:bodyPr anchorCtr="1"/>
              <a:lstStyle/>
              <a:p>
                <a:pPr>
                  <a:defRPr sz="1575">
                    <a:solidFill>
                      <a:srgbClr val="FFFFFF"/>
                    </a:solidFill>
                    <a:latin typeface="Inter"/>
                    <a:ea typeface="Inter"/>
                    <a:cs typeface="Inter"/>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Even</c:v>
                </c:pt>
                <c:pt idx="1">
                  <c:v>Early cluster</c:v>
                </c:pt>
                <c:pt idx="2">
                  <c:v>Late cluster</c:v>
                </c:pt>
              </c:strCache>
            </c:strRef>
          </c:cat>
          <c:val>
            <c:numRef>
              <c:f>'Chart Data'!$B$2:$B$4</c:f>
              <c:numCache>
                <c:formatCode>0</c:formatCode>
                <c:ptCount val="3"/>
                <c:pt idx="0">
                  <c:v>5</c:v>
                </c:pt>
                <c:pt idx="1">
                  <c:v>1</c:v>
                </c:pt>
                <c:pt idx="2">
                  <c:v>13</c:v>
                </c:pt>
              </c:numCache>
            </c:numRef>
          </c:val>
          <c:extLst>
            <c:ext xmlns:c16="http://schemas.microsoft.com/office/drawing/2014/chart" uri="{C3380CC4-5D6E-409C-BE32-E72D297353CC}">
              <c16:uniqueId val="{00000000-D2E9-4439-B202-A8BB0F4787FC}"/>
            </c:ext>
          </c:extLst>
        </c:ser>
        <c:ser>
          <c:idx val="1"/>
          <c:order val="1"/>
          <c:tx>
            <c:v>Window 2</c:v>
          </c:tx>
          <c:spPr>
            <a:solidFill>
              <a:srgbClr val="2CB6A8"/>
            </a:solidFill>
            <a:ln w="28575">
              <a:solidFill>
                <a:srgbClr val="2CB6A8"/>
              </a:solidFill>
              <a:prstDash val="solid"/>
            </a:ln>
          </c:spPr>
          <c:invertIfNegative val="0"/>
          <c:dLbls>
            <c:numFmt formatCode="0" sourceLinked="0"/>
            <c:spPr>
              <a:noFill/>
              <a:ln>
                <a:noFill/>
              </a:ln>
              <a:effectLst/>
            </c:spPr>
            <c:txPr>
              <a:bodyPr anchorCtr="1"/>
              <a:lstStyle/>
              <a:p>
                <a:pPr>
                  <a:defRPr sz="1575">
                    <a:solidFill>
                      <a:srgbClr val="FFFFFF"/>
                    </a:solidFill>
                    <a:latin typeface="Inter"/>
                    <a:ea typeface="Inter"/>
                    <a:cs typeface="Inter"/>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Even</c:v>
                </c:pt>
                <c:pt idx="1">
                  <c:v>Early cluster</c:v>
                </c:pt>
                <c:pt idx="2">
                  <c:v>Late cluster</c:v>
                </c:pt>
              </c:strCache>
            </c:strRef>
          </c:cat>
          <c:val>
            <c:numRef>
              <c:f>'Chart Data'!$D$2:$D$4</c:f>
              <c:numCache>
                <c:formatCode>0</c:formatCode>
                <c:ptCount val="3"/>
                <c:pt idx="0">
                  <c:v>5</c:v>
                </c:pt>
                <c:pt idx="1">
                  <c:v>1</c:v>
                </c:pt>
                <c:pt idx="2">
                  <c:v>1</c:v>
                </c:pt>
              </c:numCache>
            </c:numRef>
          </c:val>
          <c:extLst>
            <c:ext xmlns:c16="http://schemas.microsoft.com/office/drawing/2014/chart" uri="{C3380CC4-5D6E-409C-BE32-E72D297353CC}">
              <c16:uniqueId val="{00000001-D2E9-4439-B202-A8BB0F4787FC}"/>
            </c:ext>
          </c:extLst>
        </c:ser>
        <c:ser>
          <c:idx val="2"/>
          <c:order val="2"/>
          <c:tx>
            <c:v>Window 3</c:v>
          </c:tx>
          <c:spPr>
            <a:solidFill>
              <a:srgbClr val="F28C35"/>
            </a:solidFill>
            <a:ln w="28575">
              <a:solidFill>
                <a:srgbClr val="F28C35"/>
              </a:solidFill>
              <a:prstDash val="solid"/>
            </a:ln>
          </c:spPr>
          <c:invertIfNegative val="0"/>
          <c:dLbls>
            <c:numFmt formatCode="0" sourceLinked="0"/>
            <c:spPr>
              <a:noFill/>
              <a:ln>
                <a:noFill/>
              </a:ln>
              <a:effectLst/>
            </c:spPr>
            <c:txPr>
              <a:bodyPr anchorCtr="1"/>
              <a:lstStyle/>
              <a:p>
                <a:pPr>
                  <a:defRPr sz="1575">
                    <a:solidFill>
                      <a:srgbClr val="FFFFFF"/>
                    </a:solidFill>
                    <a:latin typeface="Inter"/>
                    <a:ea typeface="Inter"/>
                    <a:cs typeface="Inter"/>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Data'!$E$2:$E$4</c:f>
              <c:strCache>
                <c:ptCount val="3"/>
                <c:pt idx="0">
                  <c:v>Even</c:v>
                </c:pt>
                <c:pt idx="1">
                  <c:v>Early cluster</c:v>
                </c:pt>
                <c:pt idx="2">
                  <c:v>Late cluster</c:v>
                </c:pt>
              </c:strCache>
            </c:strRef>
          </c:cat>
          <c:val>
            <c:numRef>
              <c:f>'Chart Data'!$F$2:$F$4</c:f>
              <c:numCache>
                <c:formatCode>0</c:formatCode>
                <c:ptCount val="3"/>
                <c:pt idx="0">
                  <c:v>5</c:v>
                </c:pt>
                <c:pt idx="1">
                  <c:v>13</c:v>
                </c:pt>
                <c:pt idx="2">
                  <c:v>1</c:v>
                </c:pt>
              </c:numCache>
            </c:numRef>
          </c:val>
          <c:extLst>
            <c:ext xmlns:c16="http://schemas.microsoft.com/office/drawing/2014/chart" uri="{C3380CC4-5D6E-409C-BE32-E72D297353CC}">
              <c16:uniqueId val="{00000002-D2E9-4439-B202-A8BB0F4787FC}"/>
            </c:ext>
          </c:extLst>
        </c:ser>
        <c:dLbls>
          <c:dLblPos val="ctr"/>
          <c:showLegendKey val="0"/>
          <c:showVal val="1"/>
          <c:showCatName val="0"/>
          <c:showSerName val="0"/>
          <c:showPercent val="0"/>
          <c:showBubbleSize val="0"/>
        </c:dLbls>
        <c:gapWidth val="75"/>
        <c:overlap val="10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9E2EC"/>
            </a:solidFill>
          </a:ln>
        </c:spPr>
        <c:txPr>
          <a:bodyPr anchorCtr="1"/>
          <a:lstStyle/>
          <a:p>
            <a:pPr>
              <a:defRPr sz="1425">
                <a:solidFill>
                  <a:srgbClr val="607487"/>
                </a:solidFill>
                <a:latin typeface="Inter"/>
                <a:ea typeface="Inter"/>
                <a:cs typeface="Inter"/>
              </a:defRPr>
            </a:pPr>
            <a:endParaRPr lang="en-US"/>
          </a:p>
        </c:txPr>
        <c:crossAx val="48672768"/>
        <c:crosses val="autoZero"/>
        <c:auto val="1"/>
        <c:lblAlgn val="ctr"/>
        <c:lblOffset val="100"/>
        <c:noMultiLvlLbl val="1"/>
      </c:catAx>
      <c:valAx>
        <c:axId val="48672768"/>
        <c:scaling>
          <c:orientation val="minMax"/>
          <c:max val="15"/>
          <c:min val="0"/>
        </c:scaling>
        <c:delete val="0"/>
        <c:axPos val="b"/>
        <c:majorGridlines>
          <c:spPr>
            <a:ln w="5715">
              <a:solidFill>
                <a:srgbClr val="D9E2EC"/>
              </a:solidFill>
              <a:prstDash val="solid"/>
            </a:ln>
          </c:spPr>
        </c:majorGridlines>
        <c:title>
          <c:tx>
            <c:rich>
              <a:bodyPr/>
              <a:lstStyle/>
              <a:p>
                <a:r>
                  <a:t>Window duration (minutes)</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07487"/>
                </a:solidFill>
                <a:latin typeface="Inter"/>
                <a:ea typeface="Inter"/>
                <a:cs typeface="Inter"/>
              </a:defRPr>
            </a:pPr>
            <a:endParaRPr lang="en-US"/>
          </a:p>
        </c:txPr>
        <c:crossAx val="48650112"/>
        <c:crosses val="autoZero"/>
        <c:crossBetween val="between"/>
      </c:valAx>
      <c:spPr>
        <a:solidFill>
          <a:srgbClr val="FFFFFF"/>
        </a:solidFill>
        <a:ln w="0">
          <a:noFill/>
        </a:ln>
      </c:spPr>
    </c:plotArea>
    <c:legend>
      <c:legendPos val="b"/>
      <c:overlay val="0"/>
      <c:txPr>
        <a:bodyPr anchorCtr="1"/>
        <a:lstStyle/>
        <a:p>
          <a:pPr>
            <a:defRPr sz="1350">
              <a:solidFill>
                <a:srgbClr val="102235"/>
              </a:solidFill>
              <a:latin typeface="Inter"/>
              <a:ea typeface="Inter"/>
              <a:cs typeface="Inter"/>
            </a:defRPr>
          </a:pPr>
          <a:endParaRPr lang="en-US"/>
        </a:p>
      </c:txPr>
    </c:legend>
    <c:plotVisOnly val="1"/>
    <c:dispBlanksAs val="zero"/>
    <c:showDLblsOverMax val="1"/>
  </c:chart>
  <c:spPr>
    <a:solidFill>
      <a:srgbClr val="FFFFFF"/>
    </a:solidFill>
    <a:ln w="0">
      <a:noFill/>
    </a:ln>
  </c:spPr>
  <c:externalData r:id="rIdChartSnapshot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875">
                <a:solidFill>
                  <a:srgbClr val="0074AF"/>
                </a:solidFill>
                <a:latin typeface="Inter"/>
                <a:ea typeface="Inter"/>
                <a:cs typeface="Inter"/>
              </a:rPr>
              <a:t>Final load loss (%)</a:t>
            </a:r>
          </a:p>
        </c:rich>
      </c:tx>
      <c:overlay val="0"/>
    </c:title>
    <c:autoTitleDeleted val="0"/>
    <c:plotArea>
      <c:layout/>
      <c:barChart>
        <c:barDir val="col"/>
        <c:grouping val="clustered"/>
        <c:varyColors val="0"/>
        <c:ser>
          <c:idx val="0"/>
          <c:order val="0"/>
          <c:tx>
            <c:v>Sequential</c:v>
          </c:tx>
          <c:spPr>
            <a:solidFill>
              <a:srgbClr val="244BD6"/>
            </a:solidFill>
            <a:ln w="28575">
              <a:solidFill>
                <a:srgbClr val="244BD6"/>
              </a:solidFill>
              <a:prstDash val="solid"/>
            </a:ln>
          </c:spPr>
          <c:invertIfNegative val="0"/>
          <c:dLbls>
            <c:numFmt formatCode="0.0" sourceLinked="0"/>
            <c:spPr>
              <a:noFill/>
              <a:ln>
                <a:noFill/>
              </a:ln>
              <a:effectLst/>
            </c:spPr>
            <c:txPr>
              <a:bodyPr anchorCtr="1"/>
              <a:lstStyle/>
              <a:p>
                <a:pPr>
                  <a:defRPr sz="1275">
                    <a:solidFill>
                      <a:srgbClr val="102235"/>
                    </a:solidFill>
                    <a:latin typeface="Inter"/>
                    <a:ea typeface="Inter"/>
                    <a:cs typeface="Inte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Even</c:v>
                </c:pt>
                <c:pt idx="1">
                  <c:v>Early</c:v>
                </c:pt>
                <c:pt idx="2">
                  <c:v>Late</c:v>
                </c:pt>
              </c:strCache>
            </c:strRef>
          </c:cat>
          <c:val>
            <c:numRef>
              <c:f>'Chart Data'!$B$2:$B$4</c:f>
              <c:numCache>
                <c:formatCode>0</c:formatCode>
                <c:ptCount val="3"/>
                <c:pt idx="0">
                  <c:v>26.283215333445</c:v>
                </c:pt>
                <c:pt idx="1">
                  <c:v>30.289543851706</c:v>
                </c:pt>
                <c:pt idx="2">
                  <c:v>35.397648773105</c:v>
                </c:pt>
              </c:numCache>
            </c:numRef>
          </c:val>
          <c:extLst>
            <c:ext xmlns:c16="http://schemas.microsoft.com/office/drawing/2014/chart" uri="{C3380CC4-5D6E-409C-BE32-E72D297353CC}">
              <c16:uniqueId val="{00000000-55ED-4121-A6AA-0D3FBE3C6C31}"/>
            </c:ext>
          </c:extLst>
        </c:ser>
        <c:ser>
          <c:idx val="1"/>
          <c:order val="1"/>
          <c:tx>
            <c:v>Simultaneous</c:v>
          </c:tx>
          <c:spPr>
            <a:solidFill>
              <a:srgbClr val="F28C35"/>
            </a:solidFill>
            <a:ln w="28575">
              <a:solidFill>
                <a:srgbClr val="F28C35"/>
              </a:solidFill>
              <a:prstDash val="solid"/>
            </a:ln>
          </c:spPr>
          <c:invertIfNegative val="0"/>
          <c:dLbls>
            <c:numFmt formatCode="0.0" sourceLinked="0"/>
            <c:spPr>
              <a:noFill/>
              <a:ln>
                <a:noFill/>
              </a:ln>
              <a:effectLst/>
            </c:spPr>
            <c:txPr>
              <a:bodyPr anchorCtr="1"/>
              <a:lstStyle/>
              <a:p>
                <a:pPr>
                  <a:defRPr sz="1275">
                    <a:solidFill>
                      <a:srgbClr val="102235"/>
                    </a:solidFill>
                    <a:latin typeface="Inter"/>
                    <a:ea typeface="Inter"/>
                    <a:cs typeface="Inte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Even</c:v>
                </c:pt>
                <c:pt idx="1">
                  <c:v>Early</c:v>
                </c:pt>
                <c:pt idx="2">
                  <c:v>Late</c:v>
                </c:pt>
              </c:strCache>
            </c:strRef>
          </c:cat>
          <c:val>
            <c:numRef>
              <c:f>'Chart Data'!$D$2:$D$4</c:f>
              <c:numCache>
                <c:formatCode>0</c:formatCode>
                <c:ptCount val="3"/>
                <c:pt idx="0">
                  <c:v>26.199492372338</c:v>
                </c:pt>
                <c:pt idx="1">
                  <c:v>30.351705873337</c:v>
                </c:pt>
                <c:pt idx="2">
                  <c:v>17.164142404585</c:v>
                </c:pt>
              </c:numCache>
            </c:numRef>
          </c:val>
          <c:extLst>
            <c:ext xmlns:c16="http://schemas.microsoft.com/office/drawing/2014/chart" uri="{C3380CC4-5D6E-409C-BE32-E72D297353CC}">
              <c16:uniqueId val="{00000001-55ED-4121-A6AA-0D3FBE3C6C31}"/>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E2EC"/>
            </a:solidFill>
          </a:ln>
        </c:spPr>
        <c:txPr>
          <a:bodyPr anchorCtr="1"/>
          <a:lstStyle/>
          <a:p>
            <a:pPr>
              <a:defRPr sz="1425">
                <a:solidFill>
                  <a:srgbClr val="607487"/>
                </a:solidFill>
                <a:latin typeface="Inter"/>
                <a:ea typeface="Inter"/>
                <a:cs typeface="Inter"/>
              </a:defRPr>
            </a:pPr>
            <a:endParaRPr lang="en-US"/>
          </a:p>
        </c:txPr>
        <c:crossAx val="48672768"/>
        <c:crosses val="autoZero"/>
        <c:auto val="1"/>
        <c:lblAlgn val="ctr"/>
        <c:lblOffset val="100"/>
        <c:noMultiLvlLbl val="1"/>
      </c:catAx>
      <c:valAx>
        <c:axId val="48672768"/>
        <c:scaling>
          <c:orientation val="minMax"/>
          <c:max val="40"/>
          <c:min val="0"/>
        </c:scaling>
        <c:delete val="0"/>
        <c:axPos val="l"/>
        <c:majorGridlines>
          <c:spPr>
            <a:ln w="5715">
              <a:solidFill>
                <a:srgbClr val="D9E2EC"/>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607487"/>
                </a:solidFill>
                <a:latin typeface="Inter"/>
                <a:ea typeface="Inter"/>
                <a:cs typeface="Inter"/>
              </a:defRPr>
            </a:pPr>
            <a:endParaRPr lang="en-US"/>
          </a:p>
        </c:txPr>
        <c:crossAx val="48650112"/>
        <c:crosses val="autoZero"/>
        <c:crossBetween val="between"/>
      </c:valAx>
      <c:spPr>
        <a:solidFill>
          <a:srgbClr val="FFFFFF"/>
        </a:solidFill>
        <a:ln w="0">
          <a:noFill/>
        </a:ln>
      </c:spPr>
    </c:plotArea>
    <c:legend>
      <c:legendPos val="b"/>
      <c:overlay val="0"/>
      <c:txPr>
        <a:bodyPr anchorCtr="1"/>
        <a:lstStyle/>
        <a:p>
          <a:pPr>
            <a:defRPr sz="1350">
              <a:solidFill>
                <a:srgbClr val="102235"/>
              </a:solidFill>
              <a:latin typeface="Inter"/>
              <a:ea typeface="Inter"/>
              <a:cs typeface="Inter"/>
            </a:defRPr>
          </a:pPr>
          <a:endParaRPr lang="en-US"/>
        </a:p>
      </c:txPr>
    </c:legend>
    <c:plotVisOnly val="1"/>
    <c:dispBlanksAs val="zero"/>
    <c:showDLblsOverMax val="1"/>
  </c:chart>
  <c:spPr>
    <a:solidFill>
      <a:srgbClr val="FFFFFF"/>
    </a:solidFill>
    <a:ln w="0">
      <a:noFill/>
    </a:ln>
  </c:spPr>
  <c:externalData r:id="rIdChartSnapshot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875">
                <a:solidFill>
                  <a:srgbClr val="0074AF"/>
                </a:solidFill>
                <a:latin typeface="Inter"/>
                <a:ea typeface="Inter"/>
                <a:cs typeface="Inter"/>
              </a:rPr>
              <a:t>Snapshot energy proxy (%)</a:t>
            </a:r>
          </a:p>
        </c:rich>
      </c:tx>
      <c:overlay val="0"/>
    </c:title>
    <c:autoTitleDeleted val="0"/>
    <c:plotArea>
      <c:layout/>
      <c:barChart>
        <c:barDir val="col"/>
        <c:grouping val="clustered"/>
        <c:varyColors val="0"/>
        <c:ser>
          <c:idx val="0"/>
          <c:order val="0"/>
          <c:tx>
            <c:v>Sequential</c:v>
          </c:tx>
          <c:spPr>
            <a:solidFill>
              <a:srgbClr val="244BD6"/>
            </a:solidFill>
            <a:ln w="28575">
              <a:solidFill>
                <a:srgbClr val="244BD6"/>
              </a:solidFill>
              <a:prstDash val="solid"/>
            </a:ln>
          </c:spPr>
          <c:invertIfNegative val="0"/>
          <c:dLbls>
            <c:numFmt formatCode="0.0" sourceLinked="0"/>
            <c:spPr>
              <a:noFill/>
              <a:ln>
                <a:noFill/>
              </a:ln>
              <a:effectLst/>
            </c:spPr>
            <c:txPr>
              <a:bodyPr anchorCtr="1"/>
              <a:lstStyle/>
              <a:p>
                <a:pPr>
                  <a:defRPr sz="1275">
                    <a:solidFill>
                      <a:srgbClr val="102235"/>
                    </a:solidFill>
                    <a:latin typeface="Inter"/>
                    <a:ea typeface="Inter"/>
                    <a:cs typeface="Inte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Even</c:v>
                </c:pt>
                <c:pt idx="1">
                  <c:v>Early</c:v>
                </c:pt>
                <c:pt idx="2">
                  <c:v>Late</c:v>
                </c:pt>
              </c:strCache>
            </c:strRef>
          </c:cat>
          <c:val>
            <c:numRef>
              <c:f>'Chart Data'!$B$2:$B$4</c:f>
              <c:numCache>
                <c:formatCode>0</c:formatCode>
                <c:ptCount val="3"/>
                <c:pt idx="0">
                  <c:v>16.031172778182</c:v>
                </c:pt>
                <c:pt idx="1">
                  <c:v>28.956150319396</c:v>
                </c:pt>
                <c:pt idx="2">
                  <c:v>7.1374109481174</c:v>
                </c:pt>
              </c:numCache>
            </c:numRef>
          </c:val>
          <c:extLst>
            <c:ext xmlns:c16="http://schemas.microsoft.com/office/drawing/2014/chart" uri="{C3380CC4-5D6E-409C-BE32-E72D297353CC}">
              <c16:uniqueId val="{00000000-951A-4E65-93D8-FC32BFA89462}"/>
            </c:ext>
          </c:extLst>
        </c:ser>
        <c:ser>
          <c:idx val="1"/>
          <c:order val="1"/>
          <c:tx>
            <c:v>Simultaneous</c:v>
          </c:tx>
          <c:spPr>
            <a:solidFill>
              <a:srgbClr val="F28C35"/>
            </a:solidFill>
            <a:ln w="28575">
              <a:solidFill>
                <a:srgbClr val="F28C35"/>
              </a:solidFill>
              <a:prstDash val="solid"/>
            </a:ln>
          </c:spPr>
          <c:invertIfNegative val="0"/>
          <c:dLbls>
            <c:numFmt formatCode="0.0" sourceLinked="0"/>
            <c:spPr>
              <a:noFill/>
              <a:ln>
                <a:noFill/>
              </a:ln>
              <a:effectLst/>
            </c:spPr>
            <c:txPr>
              <a:bodyPr anchorCtr="1"/>
              <a:lstStyle/>
              <a:p>
                <a:pPr>
                  <a:defRPr sz="1275">
                    <a:solidFill>
                      <a:srgbClr val="102235"/>
                    </a:solidFill>
                    <a:latin typeface="Inter"/>
                    <a:ea typeface="Inter"/>
                    <a:cs typeface="Inte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Even</c:v>
                </c:pt>
                <c:pt idx="1">
                  <c:v>Early</c:v>
                </c:pt>
                <c:pt idx="2">
                  <c:v>Late</c:v>
                </c:pt>
              </c:strCache>
            </c:strRef>
          </c:cat>
          <c:val>
            <c:numRef>
              <c:f>'Chart Data'!$D$2:$D$4</c:f>
              <c:numCache>
                <c:formatCode>0</c:formatCode>
                <c:ptCount val="3"/>
                <c:pt idx="0">
                  <c:v>26.198768187994</c:v>
                </c:pt>
                <c:pt idx="1">
                  <c:v>30.351705873337</c:v>
                </c:pt>
                <c:pt idx="2">
                  <c:v>17.164142404585</c:v>
                </c:pt>
              </c:numCache>
            </c:numRef>
          </c:val>
          <c:extLst>
            <c:ext xmlns:c16="http://schemas.microsoft.com/office/drawing/2014/chart" uri="{C3380CC4-5D6E-409C-BE32-E72D297353CC}">
              <c16:uniqueId val="{00000001-951A-4E65-93D8-FC32BFA89462}"/>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E2EC"/>
            </a:solidFill>
          </a:ln>
        </c:spPr>
        <c:txPr>
          <a:bodyPr anchorCtr="1"/>
          <a:lstStyle/>
          <a:p>
            <a:pPr>
              <a:defRPr sz="1425">
                <a:solidFill>
                  <a:srgbClr val="607487"/>
                </a:solidFill>
                <a:latin typeface="Inter"/>
                <a:ea typeface="Inter"/>
                <a:cs typeface="Inter"/>
              </a:defRPr>
            </a:pPr>
            <a:endParaRPr lang="en-US"/>
          </a:p>
        </c:txPr>
        <c:crossAx val="48672768"/>
        <c:crosses val="autoZero"/>
        <c:auto val="1"/>
        <c:lblAlgn val="ctr"/>
        <c:lblOffset val="100"/>
        <c:noMultiLvlLbl val="1"/>
      </c:catAx>
      <c:valAx>
        <c:axId val="48672768"/>
        <c:scaling>
          <c:orientation val="minMax"/>
          <c:max val="40"/>
          <c:min val="0"/>
        </c:scaling>
        <c:delete val="0"/>
        <c:axPos val="l"/>
        <c:majorGridlines>
          <c:spPr>
            <a:ln w="5715">
              <a:solidFill>
                <a:srgbClr val="D9E2EC"/>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607487"/>
                </a:solidFill>
                <a:latin typeface="Inter"/>
                <a:ea typeface="Inter"/>
                <a:cs typeface="Inter"/>
              </a:defRPr>
            </a:pPr>
            <a:endParaRPr lang="en-US"/>
          </a:p>
        </c:txPr>
        <c:crossAx val="48650112"/>
        <c:crosses val="autoZero"/>
        <c:crossBetween val="between"/>
      </c:valAx>
      <c:spPr>
        <a:solidFill>
          <a:srgbClr val="FFFFFF"/>
        </a:solidFill>
        <a:ln w="0">
          <a:noFill/>
        </a:ln>
      </c:spPr>
    </c:plotArea>
    <c:legend>
      <c:legendPos val="b"/>
      <c:overlay val="0"/>
      <c:txPr>
        <a:bodyPr anchorCtr="1"/>
        <a:lstStyle/>
        <a:p>
          <a:pPr>
            <a:defRPr sz="1350">
              <a:solidFill>
                <a:srgbClr val="102235"/>
              </a:solidFill>
              <a:latin typeface="Inter"/>
              <a:ea typeface="Inter"/>
              <a:cs typeface="Inter"/>
            </a:defRPr>
          </a:pPr>
          <a:endParaRPr lang="en-US"/>
        </a:p>
      </c:txPr>
    </c:legend>
    <c:plotVisOnly val="1"/>
    <c:dispBlanksAs val="zero"/>
    <c:showDLblsOverMax val="1"/>
  </c:chart>
  <c:spPr>
    <a:solidFill>
      <a:srgbClr val="FFFFFF"/>
    </a:solidFill>
    <a:ln w="0">
      <a:noFill/>
    </a:ln>
  </c:spPr>
  <c:externalData r:id="rIdChartSnapshot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875">
                <a:solidFill>
                  <a:srgbClr val="0074AF"/>
                </a:solidFill>
                <a:latin typeface="Inter"/>
                <a:ea typeface="Inter"/>
                <a:cs typeface="Inter"/>
              </a:rPr>
              <a:t>Critical service by policy</a:t>
            </a:r>
          </a:p>
        </c:rich>
      </c:tx>
      <c:overlay val="0"/>
    </c:title>
    <c:autoTitleDeleted val="0"/>
    <c:plotArea>
      <c:layout/>
      <c:barChart>
        <c:barDir val="col"/>
        <c:grouping val="clustered"/>
        <c:varyColors val="0"/>
        <c:ser>
          <c:idx val="0"/>
          <c:order val="0"/>
          <c:tx>
            <c:v>Total-tight</c:v>
          </c:tx>
          <c:spPr>
            <a:solidFill>
              <a:srgbClr val="8A8D91"/>
            </a:solidFill>
            <a:ln w="28575">
              <a:solidFill>
                <a:srgbClr val="8A8D91"/>
              </a:solidFill>
              <a:prstDash val="solid"/>
            </a:ln>
          </c:spPr>
          <c:invertIfNegative val="0"/>
          <c:cat>
            <c:strRef>
              <c:f>'Chart Data'!$A$2:$A$4</c:f>
              <c:strCache>
                <c:ptCount val="3"/>
                <c:pt idx="0">
                  <c:v>Case 14</c:v>
                </c:pt>
                <c:pt idx="1">
                  <c:v>Case 39</c:v>
                </c:pt>
                <c:pt idx="2">
                  <c:v>Case 118</c:v>
                </c:pt>
              </c:strCache>
            </c:strRef>
          </c:cat>
          <c:val>
            <c:numRef>
              <c:f>'Chart Data'!$B$2:$B$4</c:f>
              <c:numCache>
                <c:formatCode>0</c:formatCode>
                <c:ptCount val="3"/>
                <c:pt idx="0">
                  <c:v>0</c:v>
                </c:pt>
                <c:pt idx="1">
                  <c:v>66.757487082081</c:v>
                </c:pt>
                <c:pt idx="2">
                  <c:v>76.764527172695</c:v>
                </c:pt>
              </c:numCache>
            </c:numRef>
          </c:val>
          <c:extLst>
            <c:ext xmlns:c16="http://schemas.microsoft.com/office/drawing/2014/chart" uri="{C3380CC4-5D6E-409C-BE32-E72D297353CC}">
              <c16:uniqueId val="{00000000-7A10-42E4-A36D-703823D1CCA4}"/>
            </c:ext>
          </c:extLst>
        </c:ser>
        <c:ser>
          <c:idx val="1"/>
          <c:order val="1"/>
          <c:tx>
            <c:v>Weight 2</c:v>
          </c:tx>
          <c:spPr>
            <a:solidFill>
              <a:srgbClr val="244BD6"/>
            </a:solidFill>
            <a:ln w="28575">
              <a:solidFill>
                <a:srgbClr val="244BD6"/>
              </a:solidFill>
              <a:prstDash val="solid"/>
            </a:ln>
          </c:spPr>
          <c:invertIfNegative val="0"/>
          <c:cat>
            <c:strRef>
              <c:f>'Chart Data'!$C$2:$C$4</c:f>
              <c:strCache>
                <c:ptCount val="3"/>
                <c:pt idx="0">
                  <c:v>Case 14</c:v>
                </c:pt>
                <c:pt idx="1">
                  <c:v>Case 39</c:v>
                </c:pt>
                <c:pt idx="2">
                  <c:v>Case 118</c:v>
                </c:pt>
              </c:strCache>
            </c:strRef>
          </c:cat>
          <c:val>
            <c:numRef>
              <c:f>'Chart Data'!$D$2:$D$4</c:f>
              <c:numCache>
                <c:formatCode>0</c:formatCode>
                <c:ptCount val="3"/>
                <c:pt idx="0">
                  <c:v>10.70730857991</c:v>
                </c:pt>
                <c:pt idx="1">
                  <c:v>100</c:v>
                </c:pt>
                <c:pt idx="2">
                  <c:v>100</c:v>
                </c:pt>
              </c:numCache>
            </c:numRef>
          </c:val>
          <c:extLst>
            <c:ext xmlns:c16="http://schemas.microsoft.com/office/drawing/2014/chart" uri="{C3380CC4-5D6E-409C-BE32-E72D297353CC}">
              <c16:uniqueId val="{00000001-7A10-42E4-A36D-703823D1CCA4}"/>
            </c:ext>
          </c:extLst>
        </c:ser>
        <c:ser>
          <c:idx val="2"/>
          <c:order val="2"/>
          <c:tx>
            <c:v>Weight 10</c:v>
          </c:tx>
          <c:spPr>
            <a:solidFill>
              <a:srgbClr val="2CB6A8"/>
            </a:solidFill>
            <a:ln w="28575">
              <a:solidFill>
                <a:srgbClr val="2CB6A8"/>
              </a:solidFill>
              <a:prstDash val="solid"/>
            </a:ln>
          </c:spPr>
          <c:invertIfNegative val="0"/>
          <c:cat>
            <c:strRef>
              <c:f>'Chart Data'!$E$2:$E$4</c:f>
              <c:strCache>
                <c:ptCount val="3"/>
                <c:pt idx="0">
                  <c:v>Case 14</c:v>
                </c:pt>
                <c:pt idx="1">
                  <c:v>Case 39</c:v>
                </c:pt>
                <c:pt idx="2">
                  <c:v>Case 118</c:v>
                </c:pt>
              </c:strCache>
            </c:strRef>
          </c:cat>
          <c:val>
            <c:numRef>
              <c:f>'Chart Data'!$F$2:$F$4</c:f>
              <c:numCache>
                <c:formatCode>0</c:formatCode>
                <c:ptCount val="3"/>
                <c:pt idx="0">
                  <c:v>10.70730857991</c:v>
                </c:pt>
                <c:pt idx="1">
                  <c:v>100</c:v>
                </c:pt>
                <c:pt idx="2">
                  <c:v>100</c:v>
                </c:pt>
              </c:numCache>
            </c:numRef>
          </c:val>
          <c:extLst>
            <c:ext xmlns:c16="http://schemas.microsoft.com/office/drawing/2014/chart" uri="{C3380CC4-5D6E-409C-BE32-E72D297353CC}">
              <c16:uniqueId val="{00000002-7A10-42E4-A36D-703823D1CCA4}"/>
            </c:ext>
          </c:extLst>
        </c:ser>
        <c:ser>
          <c:idx val="3"/>
          <c:order val="3"/>
          <c:tx>
            <c:v>Critical-first</c:v>
          </c:tx>
          <c:spPr>
            <a:solidFill>
              <a:srgbClr val="F28C35"/>
            </a:solidFill>
            <a:ln w="28575">
              <a:solidFill>
                <a:srgbClr val="F28C35"/>
              </a:solidFill>
              <a:prstDash val="solid"/>
            </a:ln>
          </c:spPr>
          <c:invertIfNegative val="0"/>
          <c:cat>
            <c:strRef>
              <c:f>'Chart Data'!$G$2:$G$4</c:f>
              <c:strCache>
                <c:ptCount val="3"/>
                <c:pt idx="0">
                  <c:v>Case 14</c:v>
                </c:pt>
                <c:pt idx="1">
                  <c:v>Case 39</c:v>
                </c:pt>
                <c:pt idx="2">
                  <c:v>Case 118</c:v>
                </c:pt>
              </c:strCache>
            </c:strRef>
          </c:cat>
          <c:val>
            <c:numRef>
              <c:f>'Chart Data'!$H$2:$H$4</c:f>
              <c:numCache>
                <c:formatCode>0</c:formatCode>
                <c:ptCount val="3"/>
                <c:pt idx="0">
                  <c:v>10.707308114375</c:v>
                </c:pt>
                <c:pt idx="1">
                  <c:v>100</c:v>
                </c:pt>
                <c:pt idx="2">
                  <c:v>100</c:v>
                </c:pt>
              </c:numCache>
            </c:numRef>
          </c:val>
          <c:extLst>
            <c:ext xmlns:c16="http://schemas.microsoft.com/office/drawing/2014/chart" uri="{C3380CC4-5D6E-409C-BE32-E72D297353CC}">
              <c16:uniqueId val="{00000003-7A10-42E4-A36D-703823D1CCA4}"/>
            </c:ext>
          </c:extLst>
        </c:ser>
        <c:dLbls>
          <c:showLegendKey val="0"/>
          <c:showVal val="0"/>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E2EC"/>
            </a:solidFill>
          </a:ln>
        </c:spPr>
        <c:txPr>
          <a:bodyPr anchorCtr="1"/>
          <a:lstStyle/>
          <a:p>
            <a:pPr>
              <a:defRPr sz="1425">
                <a:solidFill>
                  <a:srgbClr val="607487"/>
                </a:solidFill>
                <a:latin typeface="Inter"/>
                <a:ea typeface="Inter"/>
                <a:cs typeface="Inter"/>
              </a:defRPr>
            </a:pPr>
            <a:endParaRPr lang="en-US"/>
          </a:p>
        </c:txPr>
        <c:crossAx val="48672768"/>
        <c:crosses val="autoZero"/>
        <c:auto val="1"/>
        <c:lblAlgn val="ctr"/>
        <c:lblOffset val="100"/>
        <c:noMultiLvlLbl val="1"/>
      </c:catAx>
      <c:valAx>
        <c:axId val="48672768"/>
        <c:scaling>
          <c:orientation val="minMax"/>
          <c:max val="110"/>
          <c:min val="0"/>
        </c:scaling>
        <c:delete val="0"/>
        <c:axPos val="l"/>
        <c:majorGridlines>
          <c:spPr>
            <a:ln w="5715">
              <a:solidFill>
                <a:srgbClr val="D9E2EC"/>
              </a:solidFill>
              <a:prstDash val="solid"/>
            </a:ln>
          </c:spPr>
        </c:majorGridlines>
        <c:title>
          <c:tx>
            <c:rich>
              <a:bodyPr/>
              <a:lstStyle/>
              <a:p>
                <a:r>
                  <a:t>Mean worst critical retained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07487"/>
                </a:solidFill>
                <a:latin typeface="Inter"/>
                <a:ea typeface="Inter"/>
                <a:cs typeface="Inter"/>
              </a:defRPr>
            </a:pPr>
            <a:endParaRPr lang="en-US"/>
          </a:p>
        </c:txPr>
        <c:crossAx val="48650112"/>
        <c:crosses val="autoZero"/>
        <c:crossBetween val="between"/>
      </c:valAx>
      <c:spPr>
        <a:solidFill>
          <a:srgbClr val="FFFFFF"/>
        </a:solidFill>
        <a:ln w="0">
          <a:noFill/>
        </a:ln>
      </c:spPr>
    </c:plotArea>
    <c:legend>
      <c:legendPos val="b"/>
      <c:overlay val="0"/>
      <c:txPr>
        <a:bodyPr anchorCtr="1"/>
        <a:lstStyle/>
        <a:p>
          <a:pPr>
            <a:defRPr sz="1350">
              <a:solidFill>
                <a:srgbClr val="102235"/>
              </a:solidFill>
              <a:latin typeface="Inter"/>
              <a:ea typeface="Inter"/>
              <a:cs typeface="Inter"/>
            </a:defRPr>
          </a:pPr>
          <a:endParaRPr lang="en-US"/>
        </a:p>
      </c:txPr>
    </c:legend>
    <c:plotVisOnly val="1"/>
    <c:dispBlanksAs val="zero"/>
    <c:showDLblsOverMax val="1"/>
  </c:chart>
  <c:spPr>
    <a:solidFill>
      <a:srgbClr val="FFFFFF"/>
    </a:solidFill>
    <a:ln w="0">
      <a:noFill/>
    </a:ln>
  </c:spPr>
  <c:externalData r:id="rIdChartSnapshot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875">
                <a:solidFill>
                  <a:srgbClr val="0074AF"/>
                </a:solidFill>
                <a:latin typeface="Inter"/>
                <a:ea typeface="Inter"/>
                <a:cs typeface="Inter"/>
              </a:rPr>
              <a:t>Case 39</a:t>
            </a:r>
          </a:p>
        </c:rich>
      </c:tx>
      <c:overlay val="0"/>
    </c:title>
    <c:autoTitleDeleted val="0"/>
    <c:plotArea>
      <c:layout/>
      <c:lineChart>
        <c:grouping val="standard"/>
        <c:varyColors val="0"/>
        <c:ser>
          <c:idx val="0"/>
          <c:order val="0"/>
          <c:tx>
            <c:v>Total-tight</c:v>
          </c:tx>
          <c:spPr>
            <a:ln w="28575">
              <a:solidFill>
                <a:srgbClr val="8A8D91"/>
              </a:solidFill>
              <a:prstDash val="solid"/>
            </a:ln>
          </c:spPr>
          <c:marker>
            <c:symbol val="none"/>
          </c:marker>
          <c:cat>
            <c:numRef>
              <c:f>'Chart Data'!$A$2:$A$4</c:f>
              <c:numCache>
                <c:formatCode>General</c:formatCode>
                <c:ptCount val="3"/>
                <c:pt idx="0">
                  <c:v>0.025</c:v>
                </c:pt>
                <c:pt idx="1">
                  <c:v>0.1</c:v>
                </c:pt>
                <c:pt idx="2">
                  <c:v>0.5</c:v>
                </c:pt>
              </c:numCache>
            </c:numRef>
          </c:cat>
          <c:val>
            <c:numRef>
              <c:f>'Chart Data'!$B$2:$B$4</c:f>
              <c:numCache>
                <c:formatCode>0</c:formatCode>
                <c:ptCount val="3"/>
                <c:pt idx="0">
                  <c:v>63.78172573</c:v>
                </c:pt>
                <c:pt idx="1">
                  <c:v>66.75748708</c:v>
                </c:pt>
                <c:pt idx="2">
                  <c:v>62.80194496</c:v>
                </c:pt>
              </c:numCache>
            </c:numRef>
          </c:val>
          <c:smooth val="0"/>
          <c:extLst>
            <c:ext xmlns:c16="http://schemas.microsoft.com/office/drawing/2014/chart" uri="{C3380CC4-5D6E-409C-BE32-E72D297353CC}">
              <c16:uniqueId val="{00000000-89DB-4628-AFA3-44337CFF6CEC}"/>
            </c:ext>
          </c:extLst>
        </c:ser>
        <c:ser>
          <c:idx val="1"/>
          <c:order val="1"/>
          <c:tx>
            <c:v>Weight 2</c:v>
          </c:tx>
          <c:spPr>
            <a:ln w="28575">
              <a:solidFill>
                <a:srgbClr val="244BD6"/>
              </a:solidFill>
              <a:prstDash val="solid"/>
            </a:ln>
          </c:spPr>
          <c:marker>
            <c:symbol val="none"/>
          </c:marker>
          <c:cat>
            <c:numRef>
              <c:f>'Chart Data'!$C$2:$C$4</c:f>
              <c:numCache>
                <c:formatCode>General</c:formatCode>
                <c:ptCount val="3"/>
                <c:pt idx="0">
                  <c:v>0.025</c:v>
                </c:pt>
                <c:pt idx="1">
                  <c:v>0.1</c:v>
                </c:pt>
                <c:pt idx="2">
                  <c:v>0.5</c:v>
                </c:pt>
              </c:numCache>
            </c:numRef>
          </c:cat>
          <c:val>
            <c:numRef>
              <c:f>'Chart Data'!$D$2:$D$4</c:f>
              <c:numCache>
                <c:formatCode>0</c:formatCode>
                <c:ptCount val="3"/>
                <c:pt idx="0">
                  <c:v>100</c:v>
                </c:pt>
                <c:pt idx="1">
                  <c:v>100</c:v>
                </c:pt>
                <c:pt idx="2">
                  <c:v>100</c:v>
                </c:pt>
              </c:numCache>
            </c:numRef>
          </c:val>
          <c:smooth val="0"/>
          <c:extLst>
            <c:ext xmlns:c16="http://schemas.microsoft.com/office/drawing/2014/chart" uri="{C3380CC4-5D6E-409C-BE32-E72D297353CC}">
              <c16:uniqueId val="{00000001-89DB-4628-AFA3-44337CFF6CEC}"/>
            </c:ext>
          </c:extLst>
        </c:ser>
        <c:ser>
          <c:idx val="2"/>
          <c:order val="2"/>
          <c:tx>
            <c:v>Weight 10</c:v>
          </c:tx>
          <c:spPr>
            <a:ln w="28575">
              <a:solidFill>
                <a:srgbClr val="2CB6A8"/>
              </a:solidFill>
              <a:prstDash val="solid"/>
            </a:ln>
          </c:spPr>
          <c:marker>
            <c:symbol val="none"/>
          </c:marker>
          <c:cat>
            <c:numRef>
              <c:f>'Chart Data'!$E$2:$E$4</c:f>
              <c:numCache>
                <c:formatCode>General</c:formatCode>
                <c:ptCount val="3"/>
                <c:pt idx="0">
                  <c:v>0.025</c:v>
                </c:pt>
                <c:pt idx="1">
                  <c:v>0.1</c:v>
                </c:pt>
                <c:pt idx="2">
                  <c:v>0.5</c:v>
                </c:pt>
              </c:numCache>
            </c:numRef>
          </c:cat>
          <c:val>
            <c:numRef>
              <c:f>'Chart Data'!$F$2:$F$4</c:f>
              <c:numCache>
                <c:formatCode>0</c:formatCode>
                <c:ptCount val="3"/>
                <c:pt idx="0">
                  <c:v>100</c:v>
                </c:pt>
                <c:pt idx="1">
                  <c:v>100</c:v>
                </c:pt>
                <c:pt idx="2">
                  <c:v>100</c:v>
                </c:pt>
              </c:numCache>
            </c:numRef>
          </c:val>
          <c:smooth val="0"/>
          <c:extLst>
            <c:ext xmlns:c16="http://schemas.microsoft.com/office/drawing/2014/chart" uri="{C3380CC4-5D6E-409C-BE32-E72D297353CC}">
              <c16:uniqueId val="{00000002-89DB-4628-AFA3-44337CFF6CEC}"/>
            </c:ext>
          </c:extLst>
        </c:ser>
        <c:ser>
          <c:idx val="3"/>
          <c:order val="3"/>
          <c:tx>
            <c:v>Critical-first</c:v>
          </c:tx>
          <c:spPr>
            <a:ln w="28575">
              <a:solidFill>
                <a:srgbClr val="F28C35"/>
              </a:solidFill>
              <a:prstDash val="solid"/>
            </a:ln>
          </c:spPr>
          <c:marker>
            <c:symbol val="none"/>
          </c:marker>
          <c:cat>
            <c:numRef>
              <c:f>'Chart Data'!$G$2:$G$4</c:f>
              <c:numCache>
                <c:formatCode>General</c:formatCode>
                <c:ptCount val="3"/>
                <c:pt idx="0">
                  <c:v>0.025</c:v>
                </c:pt>
                <c:pt idx="1">
                  <c:v>0.1</c:v>
                </c:pt>
                <c:pt idx="2">
                  <c:v>0.5</c:v>
                </c:pt>
              </c:numCache>
            </c:numRef>
          </c:cat>
          <c:val>
            <c:numRef>
              <c:f>'Chart Data'!$H$2:$H$4</c:f>
              <c:numCache>
                <c:formatCode>0</c:formatCode>
                <c:ptCount val="3"/>
                <c:pt idx="0">
                  <c:v>100</c:v>
                </c:pt>
                <c:pt idx="1">
                  <c:v>100</c:v>
                </c:pt>
                <c:pt idx="2">
                  <c:v>100</c:v>
                </c:pt>
              </c:numCache>
            </c:numRef>
          </c:val>
          <c:smooth val="0"/>
          <c:extLst>
            <c:ext xmlns:c16="http://schemas.microsoft.com/office/drawing/2014/chart" uri="{C3380CC4-5D6E-409C-BE32-E72D297353CC}">
              <c16:uniqueId val="{00000003-89DB-4628-AFA3-44337CFF6CEC}"/>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title>
          <c:tx>
            <c:rich>
              <a:bodyPr/>
              <a:lstStyle/>
              <a:p>
                <a:r>
                  <a:t>Ramp fraction</a:t>
                </a:r>
              </a:p>
            </c:rich>
          </c:tx>
          <c:overlay val="0"/>
        </c:title>
        <c:numFmt formatCode="General" sourceLinked="1"/>
        <c:majorTickMark val="none"/>
        <c:minorTickMark val="none"/>
        <c:tickLblPos val="nextTo"/>
        <c:spPr>
          <a:ln w="9525">
            <a:solidFill>
              <a:srgbClr val="D9E2EC"/>
            </a:solidFill>
          </a:ln>
        </c:spPr>
        <c:txPr>
          <a:bodyPr anchorCtr="1"/>
          <a:lstStyle/>
          <a:p>
            <a:pPr>
              <a:defRPr sz="1425">
                <a:solidFill>
                  <a:srgbClr val="607487"/>
                </a:solidFill>
                <a:latin typeface="Inter"/>
                <a:ea typeface="Inter"/>
                <a:cs typeface="Inter"/>
              </a:defRPr>
            </a:pPr>
            <a:endParaRPr lang="en-US"/>
          </a:p>
        </c:txPr>
        <c:crossAx val="48672768"/>
        <c:crosses val="autoZero"/>
        <c:auto val="1"/>
        <c:lblAlgn val="ctr"/>
        <c:lblOffset val="100"/>
        <c:noMultiLvlLbl val="1"/>
      </c:catAx>
      <c:valAx>
        <c:axId val="48672768"/>
        <c:scaling>
          <c:orientation val="minMax"/>
          <c:max val="105"/>
          <c:min val="0"/>
        </c:scaling>
        <c:delete val="0"/>
        <c:axPos val="l"/>
        <c:majorGridlines>
          <c:spPr>
            <a:ln w="5715">
              <a:solidFill>
                <a:srgbClr val="D9E2EC"/>
              </a:solidFill>
              <a:prstDash val="solid"/>
            </a:ln>
          </c:spPr>
        </c:majorGridlines>
        <c:title>
          <c:tx>
            <c:rich>
              <a:bodyPr/>
              <a:lstStyle/>
              <a:p>
                <a:r>
                  <a:t>Worst critical retained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07487"/>
                </a:solidFill>
                <a:latin typeface="Inter"/>
                <a:ea typeface="Inter"/>
                <a:cs typeface="Inter"/>
              </a:defRPr>
            </a:pPr>
            <a:endParaRPr lang="en-US"/>
          </a:p>
        </c:txPr>
        <c:crossAx val="48650112"/>
        <c:crosses val="autoZero"/>
        <c:crossBetween val="between"/>
      </c:valAx>
      <c:spPr>
        <a:solidFill>
          <a:srgbClr val="FFFFFF"/>
        </a:solidFill>
        <a:ln w="0">
          <a:noFill/>
        </a:ln>
      </c:spPr>
    </c:plotArea>
    <c:legend>
      <c:legendPos val="b"/>
      <c:overlay val="0"/>
      <c:txPr>
        <a:bodyPr anchorCtr="1"/>
        <a:lstStyle/>
        <a:p>
          <a:pPr>
            <a:defRPr sz="1350">
              <a:solidFill>
                <a:srgbClr val="102235"/>
              </a:solidFill>
              <a:latin typeface="Inter"/>
              <a:ea typeface="Inter"/>
              <a:cs typeface="Inter"/>
            </a:defRPr>
          </a:pPr>
          <a:endParaRPr lang="en-US"/>
        </a:p>
      </c:txPr>
    </c:legend>
    <c:plotVisOnly val="1"/>
    <c:dispBlanksAs val="zero"/>
    <c:showDLblsOverMax val="1"/>
  </c:chart>
  <c:spPr>
    <a:solidFill>
      <a:srgbClr val="FFFFFF"/>
    </a:solidFill>
    <a:ln w="0">
      <a:noFill/>
    </a:ln>
  </c:spPr>
  <c:externalData r:id="rIdChartSnapshot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875">
                <a:solidFill>
                  <a:srgbClr val="0074AF"/>
                </a:solidFill>
                <a:latin typeface="Inter"/>
                <a:ea typeface="Inter"/>
                <a:cs typeface="Inter"/>
              </a:rPr>
              <a:t>Case 118</a:t>
            </a:r>
          </a:p>
        </c:rich>
      </c:tx>
      <c:overlay val="0"/>
    </c:title>
    <c:autoTitleDeleted val="0"/>
    <c:plotArea>
      <c:layout/>
      <c:lineChart>
        <c:grouping val="standard"/>
        <c:varyColors val="0"/>
        <c:ser>
          <c:idx val="0"/>
          <c:order val="0"/>
          <c:tx>
            <c:v>Total-tight</c:v>
          </c:tx>
          <c:spPr>
            <a:ln w="28575">
              <a:solidFill>
                <a:srgbClr val="8A8D91"/>
              </a:solidFill>
              <a:prstDash val="solid"/>
            </a:ln>
          </c:spPr>
          <c:marker>
            <c:symbol val="none"/>
          </c:marker>
          <c:cat>
            <c:numRef>
              <c:f>'Chart Data'!$A$2:$A$4</c:f>
              <c:numCache>
                <c:formatCode>General</c:formatCode>
                <c:ptCount val="3"/>
                <c:pt idx="0">
                  <c:v>0.025</c:v>
                </c:pt>
                <c:pt idx="1">
                  <c:v>0.1</c:v>
                </c:pt>
                <c:pt idx="2">
                  <c:v>0.5</c:v>
                </c:pt>
              </c:numCache>
            </c:numRef>
          </c:cat>
          <c:val>
            <c:numRef>
              <c:f>'Chart Data'!$B$2:$B$4</c:f>
              <c:numCache>
                <c:formatCode>0</c:formatCode>
                <c:ptCount val="3"/>
                <c:pt idx="0">
                  <c:v>55.71793701</c:v>
                </c:pt>
                <c:pt idx="1">
                  <c:v>76.76452717</c:v>
                </c:pt>
                <c:pt idx="2">
                  <c:v>83.8396476</c:v>
                </c:pt>
              </c:numCache>
            </c:numRef>
          </c:val>
          <c:smooth val="0"/>
          <c:extLst>
            <c:ext xmlns:c16="http://schemas.microsoft.com/office/drawing/2014/chart" uri="{C3380CC4-5D6E-409C-BE32-E72D297353CC}">
              <c16:uniqueId val="{00000000-D1B4-4CDE-BE68-3B834E1431F8}"/>
            </c:ext>
          </c:extLst>
        </c:ser>
        <c:ser>
          <c:idx val="1"/>
          <c:order val="1"/>
          <c:tx>
            <c:v>Weight 2</c:v>
          </c:tx>
          <c:spPr>
            <a:ln w="28575">
              <a:solidFill>
                <a:srgbClr val="244BD6"/>
              </a:solidFill>
              <a:prstDash val="solid"/>
            </a:ln>
          </c:spPr>
          <c:marker>
            <c:symbol val="none"/>
          </c:marker>
          <c:cat>
            <c:numRef>
              <c:f>'Chart Data'!$C$2:$C$4</c:f>
              <c:numCache>
                <c:formatCode>General</c:formatCode>
                <c:ptCount val="3"/>
                <c:pt idx="0">
                  <c:v>0.025</c:v>
                </c:pt>
                <c:pt idx="1">
                  <c:v>0.1</c:v>
                </c:pt>
                <c:pt idx="2">
                  <c:v>0.5</c:v>
                </c:pt>
              </c:numCache>
            </c:numRef>
          </c:cat>
          <c:val>
            <c:numRef>
              <c:f>'Chart Data'!$D$2:$D$4</c:f>
              <c:numCache>
                <c:formatCode>0</c:formatCode>
                <c:ptCount val="3"/>
                <c:pt idx="0">
                  <c:v>97.12794068</c:v>
                </c:pt>
                <c:pt idx="1">
                  <c:v>100</c:v>
                </c:pt>
                <c:pt idx="2">
                  <c:v>100</c:v>
                </c:pt>
              </c:numCache>
            </c:numRef>
          </c:val>
          <c:smooth val="0"/>
          <c:extLst>
            <c:ext xmlns:c16="http://schemas.microsoft.com/office/drawing/2014/chart" uri="{C3380CC4-5D6E-409C-BE32-E72D297353CC}">
              <c16:uniqueId val="{00000001-D1B4-4CDE-BE68-3B834E1431F8}"/>
            </c:ext>
          </c:extLst>
        </c:ser>
        <c:ser>
          <c:idx val="2"/>
          <c:order val="2"/>
          <c:tx>
            <c:v>Weight 10</c:v>
          </c:tx>
          <c:spPr>
            <a:ln w="28575">
              <a:solidFill>
                <a:srgbClr val="2CB6A8"/>
              </a:solidFill>
              <a:prstDash val="solid"/>
            </a:ln>
          </c:spPr>
          <c:marker>
            <c:symbol val="none"/>
          </c:marker>
          <c:cat>
            <c:numRef>
              <c:f>'Chart Data'!$E$2:$E$4</c:f>
              <c:numCache>
                <c:formatCode>General</c:formatCode>
                <c:ptCount val="3"/>
                <c:pt idx="0">
                  <c:v>0.025</c:v>
                </c:pt>
                <c:pt idx="1">
                  <c:v>0.1</c:v>
                </c:pt>
                <c:pt idx="2">
                  <c:v>0.5</c:v>
                </c:pt>
              </c:numCache>
            </c:numRef>
          </c:cat>
          <c:val>
            <c:numRef>
              <c:f>'Chart Data'!$F$2:$F$4</c:f>
              <c:numCache>
                <c:formatCode>0</c:formatCode>
                <c:ptCount val="3"/>
                <c:pt idx="0">
                  <c:v>99.82855453</c:v>
                </c:pt>
                <c:pt idx="1">
                  <c:v>100</c:v>
                </c:pt>
                <c:pt idx="2">
                  <c:v>100</c:v>
                </c:pt>
              </c:numCache>
            </c:numRef>
          </c:val>
          <c:smooth val="0"/>
          <c:extLst>
            <c:ext xmlns:c16="http://schemas.microsoft.com/office/drawing/2014/chart" uri="{C3380CC4-5D6E-409C-BE32-E72D297353CC}">
              <c16:uniqueId val="{00000002-D1B4-4CDE-BE68-3B834E1431F8}"/>
            </c:ext>
          </c:extLst>
        </c:ser>
        <c:ser>
          <c:idx val="3"/>
          <c:order val="3"/>
          <c:tx>
            <c:v>Critical-first</c:v>
          </c:tx>
          <c:spPr>
            <a:ln w="28575">
              <a:solidFill>
                <a:srgbClr val="F28C35"/>
              </a:solidFill>
              <a:prstDash val="solid"/>
            </a:ln>
          </c:spPr>
          <c:marker>
            <c:symbol val="none"/>
          </c:marker>
          <c:cat>
            <c:numRef>
              <c:f>'Chart Data'!$G$2:$G$4</c:f>
              <c:numCache>
                <c:formatCode>General</c:formatCode>
                <c:ptCount val="3"/>
                <c:pt idx="0">
                  <c:v>0.025</c:v>
                </c:pt>
                <c:pt idx="1">
                  <c:v>0.1</c:v>
                </c:pt>
                <c:pt idx="2">
                  <c:v>0.5</c:v>
                </c:pt>
              </c:numCache>
            </c:numRef>
          </c:cat>
          <c:val>
            <c:numRef>
              <c:f>'Chart Data'!$H$2:$H$4</c:f>
              <c:numCache>
                <c:formatCode>0</c:formatCode>
                <c:ptCount val="3"/>
                <c:pt idx="0">
                  <c:v>100</c:v>
                </c:pt>
                <c:pt idx="1">
                  <c:v>100</c:v>
                </c:pt>
                <c:pt idx="2">
                  <c:v>100</c:v>
                </c:pt>
              </c:numCache>
            </c:numRef>
          </c:val>
          <c:smooth val="0"/>
          <c:extLst>
            <c:ext xmlns:c16="http://schemas.microsoft.com/office/drawing/2014/chart" uri="{C3380CC4-5D6E-409C-BE32-E72D297353CC}">
              <c16:uniqueId val="{00000003-D1B4-4CDE-BE68-3B834E1431F8}"/>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title>
          <c:tx>
            <c:rich>
              <a:bodyPr/>
              <a:lstStyle/>
              <a:p>
                <a:r>
                  <a:t>Ramp fraction</a:t>
                </a:r>
              </a:p>
            </c:rich>
          </c:tx>
          <c:overlay val="0"/>
        </c:title>
        <c:numFmt formatCode="General" sourceLinked="1"/>
        <c:majorTickMark val="none"/>
        <c:minorTickMark val="none"/>
        <c:tickLblPos val="nextTo"/>
        <c:spPr>
          <a:ln w="9525">
            <a:solidFill>
              <a:srgbClr val="D9E2EC"/>
            </a:solidFill>
          </a:ln>
        </c:spPr>
        <c:txPr>
          <a:bodyPr anchorCtr="1"/>
          <a:lstStyle/>
          <a:p>
            <a:pPr>
              <a:defRPr sz="1425">
                <a:solidFill>
                  <a:srgbClr val="607487"/>
                </a:solidFill>
                <a:latin typeface="Inter"/>
                <a:ea typeface="Inter"/>
                <a:cs typeface="Inter"/>
              </a:defRPr>
            </a:pPr>
            <a:endParaRPr lang="en-US"/>
          </a:p>
        </c:txPr>
        <c:crossAx val="48672768"/>
        <c:crosses val="autoZero"/>
        <c:auto val="1"/>
        <c:lblAlgn val="ctr"/>
        <c:lblOffset val="100"/>
        <c:noMultiLvlLbl val="1"/>
      </c:catAx>
      <c:valAx>
        <c:axId val="48672768"/>
        <c:scaling>
          <c:orientation val="minMax"/>
          <c:max val="105"/>
          <c:min val="0"/>
        </c:scaling>
        <c:delete val="0"/>
        <c:axPos val="l"/>
        <c:majorGridlines>
          <c:spPr>
            <a:ln w="5715">
              <a:solidFill>
                <a:srgbClr val="D9E2EC"/>
              </a:solidFill>
              <a:prstDash val="solid"/>
            </a:ln>
          </c:spPr>
        </c:majorGridlines>
        <c:title>
          <c:tx>
            <c:rich>
              <a:bodyPr/>
              <a:lstStyle/>
              <a:p>
                <a:r>
                  <a:t>Worst critical retained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07487"/>
                </a:solidFill>
                <a:latin typeface="Inter"/>
                <a:ea typeface="Inter"/>
                <a:cs typeface="Inter"/>
              </a:defRPr>
            </a:pPr>
            <a:endParaRPr lang="en-US"/>
          </a:p>
        </c:txPr>
        <c:crossAx val="48650112"/>
        <c:crosses val="autoZero"/>
        <c:crossBetween val="between"/>
      </c:valAx>
      <c:spPr>
        <a:solidFill>
          <a:srgbClr val="FFFFFF"/>
        </a:solidFill>
        <a:ln w="0">
          <a:noFill/>
        </a:ln>
      </c:spPr>
    </c:plotArea>
    <c:legend>
      <c:legendPos val="b"/>
      <c:overlay val="0"/>
      <c:txPr>
        <a:bodyPr anchorCtr="1"/>
        <a:lstStyle/>
        <a:p>
          <a:pPr>
            <a:defRPr sz="1350">
              <a:solidFill>
                <a:srgbClr val="102235"/>
              </a:solidFill>
              <a:latin typeface="Inter"/>
              <a:ea typeface="Inter"/>
              <a:cs typeface="Inter"/>
            </a:defRPr>
          </a:pPr>
          <a:endParaRPr lang="en-US"/>
        </a:p>
      </c:txPr>
    </c:legend>
    <c:plotVisOnly val="1"/>
    <c:dispBlanksAs val="zero"/>
    <c:showDLblsOverMax val="1"/>
  </c:chart>
  <c:spPr>
    <a:solidFill>
      <a:srgbClr val="FFFFFF"/>
    </a:solidFill>
    <a:ln w="0">
      <a:noFill/>
    </a:ln>
  </c:spPr>
  <c:externalData r:id="rIdChartSnapshot1">
    <c:autoUpdate val="0"/>
  </c:externalData>
</c:chartSpace>
</file>

<file path=ppt/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ppt/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ppt/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ppt/customXml/item1.xml><?xml version="1.0" encoding="utf-8"?>
<?mso-contentType ?>
<FormTemplates xmlns="http://schemas.microsoft.com/sharepoint/v3/contenttype/forms">
  <Display>DocumentLibraryForm</Display>
  <Edit>DocumentLibraryForm</Edit>
  <New>DocumentLibraryForm</New>
</FormTemplates>
</file>

<file path=ppt/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ppt/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480f6609812271f56e53f2aff71704">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b48d77c16982ba2890c3fe2b4c067b2"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ppt/customXml/itemProps1.xml><?xml version="1.0" encoding="utf-8"?>
<ds:datastoreItem xmlns:ds="http://schemas.openxmlformats.org/officeDocument/2006/customXml" ds:itemID="{530CA71C-6B24-463C-853F-076A02E27CBC}">
  <ds:schemaRefs>
    <ds:schemaRef ds:uri="http://schemas.microsoft.com/sharepoint/v3/contenttype/forms"/>
  </ds:schemaRefs>
</ds:datastoreItem>
</file>

<file path=ppt/customXml/itemProps2.xml><?xml version="1.0" encoding="utf-8"?>
<ds:datastoreItem xmlns:ds="http://schemas.openxmlformats.org/officeDocument/2006/customXml" ds:itemID="{9D2E6351-E64A-42DD-A554-7DF752222129}">
  <ds:schemaRefs>
    <ds:schemaRef ds:uri="http://schemas.microsoft.com/office/2006/metadata/properties"/>
    <ds:schemaRef ds:uri="http://schemas.microsoft.com/office/infopath/2007/PartnerControls"/>
    <ds:schemaRef ds:uri="71af3243-3dd4-4a8d-8c0d-dd76da1f02a5"/>
  </ds:schemaRefs>
</ds:datastoreItem>
</file>

<file path=ppt/customXml/itemProps3.xml><?xml version="1.0" encoding="utf-8"?>
<ds:datastoreItem xmlns:ds="http://schemas.openxmlformats.org/officeDocument/2006/customXml" ds:itemID="{B1C2FF92-1ACE-4D23-9586-85906FF02F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68339" cy="356357"/>
          </a:xfrm>
          <a:prstGeom prst="rect">
            <a:avLst/>
          </a:prstGeom>
        </p:spPr>
        <p:txBody>
          <a:bodyPr vert="horz" lIns="94229" tIns="47114" rIns="94229" bIns="47114" rtlCol="0"/>
          <a:lstStyle>
            <a:lvl1pPr algn="l">
              <a:defRPr sz="1200"/>
            </a:lvl1pPr>
          </a:lstStyle>
          <a:p>
            <a:endParaRPr lang="en-US" dirty="0"/>
          </a:p>
        </p:txBody>
      </p:sp>
      <p:sp>
        <p:nvSpPr>
          <p:cNvPr id="3" name="Date Placeholder 2"/>
          <p:cNvSpPr>
            <a:spLocks noGrp="1"/>
          </p:cNvSpPr>
          <p:nvPr>
            <p:ph type="dt" sz="quarter" idx="1"/>
          </p:nvPr>
        </p:nvSpPr>
        <p:spPr>
          <a:xfrm>
            <a:off x="5317963" y="1"/>
            <a:ext cx="4068339" cy="356357"/>
          </a:xfrm>
          <a:prstGeom prst="rect">
            <a:avLst/>
          </a:prstGeom>
        </p:spPr>
        <p:txBody>
          <a:bodyPr vert="horz" lIns="94229" tIns="47114" rIns="94229" bIns="47114" rtlCol="0"/>
          <a:lstStyle>
            <a:lvl1pPr algn="r">
              <a:defRPr sz="1200"/>
            </a:lvl1pPr>
          </a:lstStyle>
          <a:p>
            <a:fld id="{7CCA049B-3A46-4BDA-A8F5-2925B00FE570}" type="datetimeFigureOut">
              <a:rPr lang="en-US" smtClean="0"/>
              <a:t>10/29/2026</a:t>
            </a:fld>
            <a:endParaRPr lang="en-US" dirty="0"/>
          </a:p>
        </p:txBody>
      </p:sp>
      <p:sp>
        <p:nvSpPr>
          <p:cNvPr id="4" name="Footer Placeholder 3"/>
          <p:cNvSpPr>
            <a:spLocks noGrp="1"/>
          </p:cNvSpPr>
          <p:nvPr>
            <p:ph type="ftr" sz="quarter" idx="2"/>
          </p:nvPr>
        </p:nvSpPr>
        <p:spPr>
          <a:xfrm>
            <a:off x="0" y="6746119"/>
            <a:ext cx="4068339" cy="356356"/>
          </a:xfrm>
          <a:prstGeom prst="rect">
            <a:avLst/>
          </a:prstGeom>
        </p:spPr>
        <p:txBody>
          <a:bodyPr vert="horz" lIns="94229" tIns="47114" rIns="94229" bIns="471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17963" y="6746119"/>
            <a:ext cx="4068339" cy="356356"/>
          </a:xfrm>
          <a:prstGeom prst="rect">
            <a:avLst/>
          </a:prstGeom>
        </p:spPr>
        <p:txBody>
          <a:bodyPr vert="horz" lIns="94229" tIns="47114" rIns="94229" bIns="47114" rtlCol="0" anchor="b"/>
          <a:lstStyle>
            <a:lvl1pPr algn="r">
              <a:defRPr sz="1200"/>
            </a:lvl1pPr>
          </a:lstStyle>
          <a:p>
            <a:fld id="{DBAA5490-FD59-4087-AC7E-016E8A4124C4}" type="slidenum">
              <a:rPr lang="en-US" smtClean="0"/>
              <a:t>‹#›</a:t>
            </a:fld>
            <a:endParaRPr lang="en-US" dirty="0"/>
          </a:p>
        </p:txBody>
      </p:sp>
    </p:spTree>
    <p:extLst>
      <p:ext uri="{BB962C8B-B14F-4D97-AF65-F5344CB8AC3E}">
        <p14:creationId xmlns:p14="http://schemas.microsoft.com/office/powerpoint/2010/main" val="791092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68339" cy="356357"/>
          </a:xfrm>
          <a:prstGeom prst="rect">
            <a:avLst/>
          </a:prstGeom>
        </p:spPr>
        <p:txBody>
          <a:bodyPr vert="horz" lIns="94229" tIns="47114" rIns="94229" bIns="47114" rtlCol="0"/>
          <a:lstStyle>
            <a:lvl1pPr algn="l">
              <a:defRPr sz="1200"/>
            </a:lvl1pPr>
          </a:lstStyle>
          <a:p>
            <a:endParaRPr lang="en-US" dirty="0"/>
          </a:p>
        </p:txBody>
      </p:sp>
      <p:sp>
        <p:nvSpPr>
          <p:cNvPr id="3" name="Date Placeholder 2"/>
          <p:cNvSpPr>
            <a:spLocks noGrp="1"/>
          </p:cNvSpPr>
          <p:nvPr>
            <p:ph type="dt" idx="1"/>
          </p:nvPr>
        </p:nvSpPr>
        <p:spPr>
          <a:xfrm>
            <a:off x="5317963" y="1"/>
            <a:ext cx="4068339" cy="356357"/>
          </a:xfrm>
          <a:prstGeom prst="rect">
            <a:avLst/>
          </a:prstGeom>
        </p:spPr>
        <p:txBody>
          <a:bodyPr vert="horz" lIns="94229" tIns="47114" rIns="94229" bIns="47114" rtlCol="0"/>
          <a:lstStyle>
            <a:lvl1pPr algn="r">
              <a:defRPr sz="1200"/>
            </a:lvl1pPr>
          </a:lstStyle>
          <a:p>
            <a:fld id="{44C46CEC-428A-4DD0-A7C7-21AF8DE33E93}" type="datetimeFigureOut">
              <a:rPr lang="en-US" smtClean="0"/>
              <a:t>10/29/2026</a:t>
            </a:fld>
            <a:endParaRPr lang="en-US" dirty="0"/>
          </a:p>
        </p:txBody>
      </p:sp>
      <p:sp>
        <p:nvSpPr>
          <p:cNvPr id="4" name="Slide Image Placeholder 3"/>
          <p:cNvSpPr>
            <a:spLocks noGrp="1" noRot="1" noChangeAspect="1"/>
          </p:cNvSpPr>
          <p:nvPr>
            <p:ph type="sldImg" idx="2"/>
          </p:nvPr>
        </p:nvSpPr>
        <p:spPr>
          <a:xfrm>
            <a:off x="2563813" y="887413"/>
            <a:ext cx="4260850" cy="2397125"/>
          </a:xfrm>
          <a:prstGeom prst="rect">
            <a:avLst/>
          </a:prstGeom>
          <a:noFill/>
          <a:ln w="12700">
            <a:solidFill>
              <a:prstClr val="black"/>
            </a:solidFill>
          </a:ln>
        </p:spPr>
        <p:txBody>
          <a:bodyPr vert="horz" lIns="94229" tIns="47114" rIns="94229" bIns="47114" rtlCol="0" anchor="ctr"/>
          <a:lstStyle/>
          <a:p>
            <a:endParaRPr lang="en-US" dirty="0"/>
          </a:p>
        </p:txBody>
      </p:sp>
      <p:sp>
        <p:nvSpPr>
          <p:cNvPr id="5" name="Notes Placeholder 4"/>
          <p:cNvSpPr>
            <a:spLocks noGrp="1"/>
          </p:cNvSpPr>
          <p:nvPr>
            <p:ph type="body" sz="quarter" idx="3"/>
          </p:nvPr>
        </p:nvSpPr>
        <p:spPr>
          <a:xfrm>
            <a:off x="938848" y="3418066"/>
            <a:ext cx="7510780" cy="2796600"/>
          </a:xfrm>
          <a:prstGeom prst="rect">
            <a:avLst/>
          </a:prstGeom>
        </p:spPr>
        <p:txBody>
          <a:bodyPr vert="horz" lIns="94229" tIns="47114" rIns="94229" bIns="47114"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746119"/>
            <a:ext cx="4068339" cy="356356"/>
          </a:xfrm>
          <a:prstGeom prst="rect">
            <a:avLst/>
          </a:prstGeom>
        </p:spPr>
        <p:txBody>
          <a:bodyPr vert="horz" lIns="94229" tIns="47114" rIns="94229" bIns="47114" rtlCol="0" anchor="b"/>
          <a:lstStyle>
            <a:lvl1pPr algn="l">
              <a:defRPr sz="1200"/>
            </a:lvl1pPr>
          </a:lstStyle>
          <a:p>
            <a:endParaRPr lang="en-US" dirty="0"/>
          </a:p>
        </p:txBody>
      </p:sp>
      <p:sp>
        <p:nvSpPr>
          <p:cNvPr id="7" name="Slide Number Placeholder 6"/>
          <p:cNvSpPr>
            <a:spLocks noGrp="1"/>
          </p:cNvSpPr>
          <p:nvPr>
            <p:ph type="sldNum" sz="quarter" idx="5"/>
          </p:nvPr>
        </p:nvSpPr>
        <p:spPr>
          <a:xfrm>
            <a:off x="5317963" y="6746119"/>
            <a:ext cx="4068339" cy="356356"/>
          </a:xfrm>
          <a:prstGeom prst="rect">
            <a:avLst/>
          </a:prstGeom>
        </p:spPr>
        <p:txBody>
          <a:bodyPr vert="horz" lIns="94229" tIns="47114" rIns="94229" bIns="47114" rtlCol="0" anchor="b"/>
          <a:lstStyle>
            <a:lvl1pPr algn="r">
              <a:defRPr sz="1200"/>
            </a:lvl1pPr>
          </a:lstStyle>
          <a:p>
            <a:fld id="{4CBCEA92-F142-4D57-B507-37BDAF44710C}" type="slidenum">
              <a:rPr lang="en-US" smtClean="0"/>
              <a:t>‹#›</a:t>
            </a:fld>
            <a:endParaRPr lang="en-US" dirty="0"/>
          </a:p>
        </p:txBody>
      </p:sp>
    </p:spTree>
    <p:extLst>
      <p:ext uri="{BB962C8B-B14F-4D97-AF65-F5344CB8AC3E}">
        <p14:creationId xmlns:p14="http://schemas.microsoft.com/office/powerpoint/2010/main" val="1402020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use this title animation slide with a new image simply 1) move the top semi-transparent shape</a:t>
            </a:r>
            <a:r>
              <a:rPr lang="en-US" baseline="0" dirty="0"/>
              <a:t> </a:t>
            </a:r>
            <a:r>
              <a:rPr lang="en-US" dirty="0"/>
              <a:t>to the side, 2) delete placeholder image,</a:t>
            </a:r>
            <a:r>
              <a:rPr lang="en-US" baseline="0" dirty="0"/>
              <a:t> </a:t>
            </a:r>
            <a:br>
              <a:rPr lang="en-US" baseline="0" dirty="0"/>
            </a:br>
            <a:r>
              <a:rPr lang="en-US" baseline="0" dirty="0"/>
              <a:t>3) click on the picture icon to add a new picture, 4) </a:t>
            </a:r>
            <a:r>
              <a:rPr lang="en-US" dirty="0"/>
              <a:t>Move semi-transparent shape back to original position, 5) Update text on slide.</a:t>
            </a:r>
          </a:p>
          <a:p>
            <a:endParaRPr lang="en-US" dirty="0"/>
          </a:p>
        </p:txBody>
      </p:sp>
      <p:sp>
        <p:nvSpPr>
          <p:cNvPr id="4" name="Slide Number Placeholder 3"/>
          <p:cNvSpPr>
            <a:spLocks noGrp="1"/>
          </p:cNvSpPr>
          <p:nvPr>
            <p:ph type="sldNum" sz="quarter" idx="10"/>
          </p:nvPr>
        </p:nvSpPr>
        <p:spPr/>
        <p:txBody>
          <a:bodyPr/>
          <a:lstStyle/>
          <a:p>
            <a:fld id="{4CBCEA92-F142-4D57-B507-37BDAF44710C}" type="slidenum">
              <a:rPr lang="en-US" smtClean="0"/>
              <a:t>1</a:t>
            </a:fld>
            <a:endParaRPr lang="en-US" dirty="0"/>
          </a:p>
        </p:txBody>
      </p:sp>
    </p:spTree>
    <p:extLst>
      <p:ext uri="{BB962C8B-B14F-4D97-AF65-F5344CB8AC3E}">
        <p14:creationId xmlns:p14="http://schemas.microsoft.com/office/powerpoint/2010/main" val="649825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paper’s title once, then explain its two ingredients. Network science identifies promising components. Physics-based optimization evaluates how the grid responds. SEQUIN stands for the sequential interdiction framework. The small figure is the authors’ architecture, included here to preview the full system. The publication is the ACM/IEEE International Conference on Cyber-Physical Systems, held in May 2025.</a:t>
            </a:r>
          </a:p>
          <a:p>
            <a:endParaRPr/>
          </a:p>
          <a:p>
            <a:r>
              <a:t>Sources: Chio et al., ICCPS 2025. DOI: 10.1145/3716550.3722029. https://ics.uci.edu/~achio/publication/2025-sequin/SEQUIN-paper.pdf Figure 1 reproduced from the authors’ paper, CC BY-SA 4.0.</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Nimbus Sans"/>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BCEA92-F142-4D57-B507-37BDAF44710C}" type="slidenum">
              <a:rPr lang="en-US" smtClean="0"/>
              <a:t>3</a:t>
            </a:fld>
            <a:endParaRPr lang="en-US" dirty="0"/>
          </a:p>
        </p:txBody>
      </p:sp>
    </p:spTree>
    <p:extLst>
      <p:ext uri="{BB962C8B-B14F-4D97-AF65-F5344CB8AC3E}">
        <p14:creationId xmlns:p14="http://schemas.microsoft.com/office/powerpoint/2010/main" val="1920947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C5C0-77C4-D112-6365-4137C967A3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22828-8090-1F7D-5E0B-CA995B5C12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DCA556-843F-25C0-75EB-F205CB45A2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0C04A8-703D-9DEC-B89A-7EAC0B7BADFD}"/>
              </a:ext>
            </a:extLst>
          </p:cNvPr>
          <p:cNvSpPr>
            <a:spLocks noGrp="1"/>
          </p:cNvSpPr>
          <p:nvPr>
            <p:ph type="sldNum" sz="quarter" idx="10"/>
          </p:nvPr>
        </p:nvSpPr>
        <p:spPr/>
        <p:txBody>
          <a:bodyPr/>
          <a:lstStyle/>
          <a:p>
            <a:fld id="{4CBCEA92-F142-4D57-B507-37BDAF44710C}" type="slidenum">
              <a:rPr lang="en-US" smtClean="0"/>
              <a:t>4</a:t>
            </a:fld>
            <a:endParaRPr lang="en-US" dirty="0"/>
          </a:p>
        </p:txBody>
      </p:sp>
    </p:spTree>
    <p:extLst>
      <p:ext uri="{BB962C8B-B14F-4D97-AF65-F5344CB8AC3E}">
        <p14:creationId xmlns:p14="http://schemas.microsoft.com/office/powerpoint/2010/main" val="333883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BCEA92-F142-4D57-B507-37BDAF44710C}" type="slidenum">
              <a:rPr lang="en-US" smtClean="0"/>
              <a:t>5</a:t>
            </a:fld>
            <a:endParaRPr lang="en-US" dirty="0"/>
          </a:p>
        </p:txBody>
      </p:sp>
    </p:spTree>
    <p:extLst>
      <p:ext uri="{BB962C8B-B14F-4D97-AF65-F5344CB8AC3E}">
        <p14:creationId xmlns:p14="http://schemas.microsoft.com/office/powerpoint/2010/main" val="1137576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54E3C-15FC-B09D-A589-18D8C47F7E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AAD47-EF1A-B903-EB87-42FA097A2C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2822B3-E17D-5055-026F-705F3D7F28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E7B46A-7807-6478-A668-6ABE30852FC1}"/>
              </a:ext>
            </a:extLst>
          </p:cNvPr>
          <p:cNvSpPr>
            <a:spLocks noGrp="1"/>
          </p:cNvSpPr>
          <p:nvPr>
            <p:ph type="sldNum" sz="quarter" idx="10"/>
          </p:nvPr>
        </p:nvSpPr>
        <p:spPr/>
        <p:txBody>
          <a:bodyPr/>
          <a:lstStyle/>
          <a:p>
            <a:fld id="{4CBCEA92-F142-4D57-B507-37BDAF44710C}" type="slidenum">
              <a:rPr lang="en-US" smtClean="0"/>
              <a:t>6</a:t>
            </a:fld>
            <a:endParaRPr lang="en-US" dirty="0"/>
          </a:p>
        </p:txBody>
      </p:sp>
    </p:spTree>
    <p:extLst>
      <p:ext uri="{BB962C8B-B14F-4D97-AF65-F5344CB8AC3E}">
        <p14:creationId xmlns:p14="http://schemas.microsoft.com/office/powerpoint/2010/main" val="962121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06B48-CBB6-D758-9D2B-D53260721B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F71077-8495-05E8-2AAB-DE59EFEEC2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F00E5F-2A80-E8DC-FD13-C4B0C6F057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3D5F58-64C5-EF0B-52A9-7B162AF2ED9D}"/>
              </a:ext>
            </a:extLst>
          </p:cNvPr>
          <p:cNvSpPr>
            <a:spLocks noGrp="1"/>
          </p:cNvSpPr>
          <p:nvPr>
            <p:ph type="sldNum" sz="quarter" idx="10"/>
          </p:nvPr>
        </p:nvSpPr>
        <p:spPr/>
        <p:txBody>
          <a:bodyPr/>
          <a:lstStyle/>
          <a:p>
            <a:fld id="{4CBCEA92-F142-4D57-B507-37BDAF44710C}" type="slidenum">
              <a:rPr lang="en-US" smtClean="0"/>
              <a:t>7</a:t>
            </a:fld>
            <a:endParaRPr lang="en-US" dirty="0"/>
          </a:p>
        </p:txBody>
      </p:sp>
    </p:spTree>
    <p:extLst>
      <p:ext uri="{BB962C8B-B14F-4D97-AF65-F5344CB8AC3E}">
        <p14:creationId xmlns:p14="http://schemas.microsoft.com/office/powerpoint/2010/main" val="2021796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BCEA92-F142-4D57-B507-37BDAF44710C}" type="slidenum">
              <a:rPr lang="en-US" smtClean="0"/>
              <a:t>8</a:t>
            </a:fld>
            <a:endParaRPr lang="en-US" dirty="0"/>
          </a:p>
        </p:txBody>
      </p:sp>
    </p:spTree>
    <p:extLst>
      <p:ext uri="{BB962C8B-B14F-4D97-AF65-F5344CB8AC3E}">
        <p14:creationId xmlns:p14="http://schemas.microsoft.com/office/powerpoint/2010/main" val="3672003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BCEA92-F142-4D57-B507-37BDAF44710C}" type="slidenum">
              <a:rPr lang="en-US" smtClean="0"/>
              <a:t>9</a:t>
            </a:fld>
            <a:endParaRPr lang="en-US" dirty="0"/>
          </a:p>
        </p:txBody>
      </p:sp>
    </p:spTree>
    <p:extLst>
      <p:ext uri="{BB962C8B-B14F-4D97-AF65-F5344CB8AC3E}">
        <p14:creationId xmlns:p14="http://schemas.microsoft.com/office/powerpoint/2010/main" val="2441216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86E7C-BEA5-A242-0308-707111BC13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E441F-E86A-982A-8544-FF68AEB32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EB0CC0-6439-EB75-5A74-2B22268C43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B2C006-D4DC-1E56-005D-2213B5F28033}"/>
              </a:ext>
            </a:extLst>
          </p:cNvPr>
          <p:cNvSpPr>
            <a:spLocks noGrp="1"/>
          </p:cNvSpPr>
          <p:nvPr>
            <p:ph type="sldNum" sz="quarter" idx="10"/>
          </p:nvPr>
        </p:nvSpPr>
        <p:spPr/>
        <p:txBody>
          <a:bodyPr/>
          <a:lstStyle/>
          <a:p>
            <a:fld id="{4CBCEA92-F142-4D57-B507-37BDAF44710C}" type="slidenum">
              <a:rPr lang="en-US" smtClean="0"/>
              <a:t>11</a:t>
            </a:fld>
            <a:endParaRPr lang="en-US" dirty="0"/>
          </a:p>
        </p:txBody>
      </p:sp>
    </p:spTree>
    <p:extLst>
      <p:ext uri="{BB962C8B-B14F-4D97-AF65-F5344CB8AC3E}">
        <p14:creationId xmlns:p14="http://schemas.microsoft.com/office/powerpoint/2010/main" val="3781603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paper explicitly proposes ruggedization and variable epochs as future work in Section 6. Priority service is a realistic course-project extension with synthetic labels. Do not claim these general research ideas are invented here.</a:t>
            </a:r>
          </a:p>
          <a:p>
            <a:r>
              <a:t>Source: group-sequin/results/extensions/; 67cc294651c518a56c9ffbee8975e3c1aa1582e72a8af3478aa7bbf75be86d80. Group upstream e03e8495fb67af50f00c52daa75908e34960f151.</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8927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Protection changes outage eligibility only. It leaves physical response on an eligible sequence unchanged, so filtering complete tables is valid. Exact outer protection enumeration for q&lt;=2 is a separate small-instance oracle. Greedy has no general global guarantee.</a:t>
            </a:r>
          </a:p>
          <a:p>
            <a:r>
              <a:t>Source: group-sequin/results/extensions/; 67cc294651c518a56c9ffbee8975e3c1aa1582e72a8af3478aa7bbf75be86d80. Group upstream e03e8495fb67af50f00c52daa75908e34960f151.</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414492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Protection: results/extensions/protection.csv, defense_designs.json and validation.json. Exact attack search and exact outer protection enumeration are different checks.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948116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Lower loss is better. Each point averages held-out scenario worst losses, not a fixed common attack. At q=2 the scenario design helps substantially. At q=1 it fails to improve held-out worst loss, while the single-scenario plan does improve it. This is an important generalization caveat.</a:t>
            </a:r>
          </a:p>
          <a:p>
            <a:r>
              <a:t>Source: group-sequin/results/extensions/; 67cc294651c518a56c9ffbee8975e3c1aa1582e72a8af3478aa7bbf75be86d80. Group upstream e03e8495fb67af50f00c52daa75908e34960f151.</a:t>
            </a:r>
          </a:p>
          <a:p>
            <a:r>
              <a:t>Initial-flow protection slightly outperforms the robust design on held-out seeds at q=2. The scenario design improves more at q=3. Training-objective optimality does not establish the best unseen-scenario performance. Include both outcomes in the presentation.</a:t>
            </a:r>
          </a:p>
          <a:p>
            <a:r>
              <a:t>Source: group-sequin/results/extensions/; 67cc294651c518a56c9ffbee8975e3c1aa1582e72a8af3478aa7bbf75be86d80. Group upstream e03e8495fb67af50f00c52daa75908e34960f151.</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43812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cell is a case, demand seed, ramp, demand spread and budget combination. Unperturbed seeds duplicate the same demand. Infeasible starting cases have no fabricated attack loss. The line plan remains frozen during stress evaluation.</a:t>
            </a:r>
          </a:p>
          <a:p>
            <a:r>
              <a:t>Source: group-sequin/results/extensions/; 67cc294651c518a56c9ffbee8975e3c1aa1582e72a8af3478aa7bbf75be86d80. Group upstream e03e8495fb67af50f00c52daa75908e34960f151.</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094778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simultaneous policy loses the whole set in the first window, then can respond twice more. Each window uses alpha Pmax times duration/5. Horizons are 7.5/15/30 minutes. Rates are derived assumptions, not equipment measurements.</a:t>
            </a:r>
          </a:p>
          <a:p>
            <a:r>
              <a:t>Source: group-sequin/results/extensions/; 67cc294651c518a56c9ffbee8975e3c1aa1582e72a8af3478aa7bbf75be86d80. Group upstream e03e8495fb67af50f00c52daa75908e34960f151.</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57337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final-loss maximum and proxy-energy maximum may use different sequences. The snapshot proxy sums endpoint loss times duration, normalized by initial demand times horizon. It is not physical integration of continuous ramping. A worse final loss can still have a smaller proxy when it appears late.</a:t>
            </a:r>
          </a:p>
          <a:p>
            <a:r>
              <a:t>Source: group-sequin/results/extensions/; 67cc294651c518a56c9ffbee8975e3c1aa1582e72a8af3478aa7bbf75be86d80. Group upstream e03e8495fb67af50f00c52daa75908e34960f151.</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424872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Group seed 17 selects positive-demand buses. Fractions are bus counts, not MW fractions, and assignments need not be nested. One group assignment per size is a limitation. The original total-service policy is retained as an extra comparison.</a:t>
            </a:r>
          </a:p>
          <a:p>
            <a:r>
              <a:t>Source: group-sequin/results/extensions/; 67cc294651c518a56c9ffbee8975e3c1aa1582e72a8af3478aa7bbf75be86d80. Group upstream e03e8495fb67af50f00c52daa75908e34960f151.</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501789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Higher retention is better. Each policy is evaluated on exactly the same sequence set within a scenario. Case 14 is exhaustive. Cases 39/118 are sampled worst-found results, including critical-loss-targeted attacks. Rounded 100% retention is not a guarantee against unsearched attacks.</a:t>
            </a:r>
          </a:p>
          <a:p>
            <a:r>
              <a:t>Source: group-sequin/results/extensions/; 67cc294651c518a56c9ffbee8975e3c1aa1582e72a8af3478aa7bbf75be86d80. Group upstream e03e8495fb67af50f00c52daa75908e34960f151.</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113424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 the full scenario and attack from priority_examples.json if asked. A negative gain means critical-first harmed later critical service. Myopic optimization maximizes service now, not across all future outages. Extra total loss can reflect a deliberate sacrifice of ordinary load.</a:t>
            </a:r>
          </a:p>
          <a:p>
            <a:r>
              <a:t>Source: group-sequin/results/extensions/; 67cc294651c518a56c9ffbee8975e3c1aa1582e72a8af3478aa7bbf75be86d80. Group upstream e03e8495fb67af50f00c52daa75908e34960f151.</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079176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results/extensions/priority_precision_summary.csv. Group fraction 0.25, three demand seeds. Each curve averages per-seed minima over shared attack cohorts, not a guarantee against every possible attack. One synthetic assignment per group size.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117775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results/extensions/validation.json, default_compatibility.json and original_benchmark_status.json. Unchanged original checker fails missing case162 k=8 after an infeasible eighth response. Passing extension tests and reproducing every paper result are separate claims.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831790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Files: grid_model.py, extensions.py, run_extensions.py, audit_extensions.py. Full ordered prefixes form cache keys. Source architecture figure reproduced from the uploaded deck, originally Chio et al., ICCPS 2025. All extension responses use the group SciPy defender.</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846310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screenshot is the local output/demonstration.html with recorded SciPy traces. It selects saved data, with no optimizer in the browser. The priority panel includes both selected positive and adverse cases.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032226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Report improvement, inconclusion and failure honestly. None of these studies establishes broad real-world safety. The work completes the bounded second-part course-project scope.</a:t>
            </a:r>
          </a:p>
          <a:p>
            <a:r>
              <a:t>Source: group-sequin/results/extensions/; 67cc294651c518a56c9ffbee8975e3c1aa1582e72a8af3478aa7bbf75be86d80. Group upstream e03e8495fb67af50f00c52daa75908e34960f151.</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63403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Prioritize joint robust protection because stress failures were measured, and targeted critical search because the larger cohorts are small. Operator lookahead can test whether myopic choices explain adverse priority cases.</a:t>
            </a:r>
          </a:p>
          <a:p>
            <a:r>
              <a:t>Source: group-sequin/results/extensions/; 67cc294651c518a56c9ffbee8975e3c1aa1582e72a8af3478aa7bbf75be86d80. Group upstream e03e8495fb67af50f00c52daa75908e34960f151.</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668061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BCEA92-F142-4D57-B507-37BDAF44710C}" type="slidenum">
              <a:rPr lang="en-US" smtClean="0"/>
              <a:t>31</a:t>
            </a:fld>
            <a:endParaRPr lang="en-US" dirty="0"/>
          </a:p>
        </p:txBody>
      </p:sp>
    </p:spTree>
    <p:extLst>
      <p:ext uri="{BB962C8B-B14F-4D97-AF65-F5344CB8AC3E}">
        <p14:creationId xmlns:p14="http://schemas.microsoft.com/office/powerpoint/2010/main" val="34509513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hyperlink" Target="http://www.nealanalytics.com/templates/" TargetMode="External"/><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hyperlink" Target="http://www.nealanalytics.com/neal-creative/templates/" TargetMode="Externa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nealanalytics.com/neal-creative/templates/" TargetMode="Externa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hyperlink" Target="http://www.nealanalytics.com/templates/" TargetMode="External"/><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hyperlink" Target="http://www.nealanalytics.com/neal-creative/templates/"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00_TITLE OR TRANSITION">
    <p:bg>
      <p:bgPr>
        <a:solidFill>
          <a:schemeClr val="bg2"/>
        </a:solidFill>
        <a:effectLst/>
      </p:bgPr>
    </p:bg>
    <p:spTree>
      <p:nvGrpSpPr>
        <p:cNvPr id="1" name=""/>
        <p:cNvGrpSpPr/>
        <p:nvPr/>
      </p:nvGrpSpPr>
      <p:grpSpPr>
        <a:xfrm>
          <a:off x="0" y="0"/>
          <a:ext cx="0" cy="0"/>
          <a:chOff x="0" y="0"/>
          <a:chExt cx="0" cy="0"/>
        </a:xfrm>
      </p:grpSpPr>
      <p:sp>
        <p:nvSpPr>
          <p:cNvPr id="18" name="Oval 17"/>
          <p:cNvSpPr/>
          <p:nvPr userDrawn="1"/>
        </p:nvSpPr>
        <p:spPr>
          <a:xfrm>
            <a:off x="1219939" y="-739444"/>
            <a:ext cx="9107555" cy="9034439"/>
          </a:xfrm>
          <a:prstGeom prst="ellipse">
            <a:avLst/>
          </a:prstGeom>
          <a:noFill/>
          <a:ln w="19050" cap="flat" cmpd="sng" algn="ctr">
            <a:solidFill>
              <a:srgbClr val="75D1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Segoe UI"/>
              <a:ea typeface="+mn-ea"/>
              <a:cs typeface="+mn-cs"/>
            </a:endParaRPr>
          </a:p>
        </p:txBody>
      </p:sp>
      <p:sp>
        <p:nvSpPr>
          <p:cNvPr id="19" name="Oval 18"/>
          <p:cNvSpPr/>
          <p:nvPr userDrawn="1"/>
        </p:nvSpPr>
        <p:spPr>
          <a:xfrm>
            <a:off x="1219939" y="-739444"/>
            <a:ext cx="9107555" cy="9034439"/>
          </a:xfrm>
          <a:prstGeom prst="ellipse">
            <a:avLst/>
          </a:prstGeom>
          <a:noFill/>
          <a:ln w="19050" cap="flat" cmpd="sng" algn="ctr">
            <a:solidFill>
              <a:srgbClr val="75D1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Segoe UI"/>
              <a:ea typeface="+mn-ea"/>
              <a:cs typeface="+mn-cs"/>
            </a:endParaRPr>
          </a:p>
        </p:txBody>
      </p:sp>
      <p:sp>
        <p:nvSpPr>
          <p:cNvPr id="21" name="Oval 20"/>
          <p:cNvSpPr/>
          <p:nvPr userDrawn="1"/>
        </p:nvSpPr>
        <p:spPr>
          <a:xfrm>
            <a:off x="5907634" y="3213970"/>
            <a:ext cx="2805809" cy="2783284"/>
          </a:xfrm>
          <a:prstGeom prst="ellipse">
            <a:avLst/>
          </a:prstGeom>
          <a:noFill/>
          <a:ln w="19050" cap="flat" cmpd="sng" algn="ctr">
            <a:solidFill>
              <a:srgbClr val="75D1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Segoe UI"/>
              <a:ea typeface="+mn-ea"/>
              <a:cs typeface="+mn-cs"/>
            </a:endParaRPr>
          </a:p>
        </p:txBody>
      </p:sp>
      <p:sp>
        <p:nvSpPr>
          <p:cNvPr id="22" name="Oval 21"/>
          <p:cNvSpPr/>
          <p:nvPr userDrawn="1"/>
        </p:nvSpPr>
        <p:spPr>
          <a:xfrm>
            <a:off x="5907634" y="3213970"/>
            <a:ext cx="2805809" cy="2783284"/>
          </a:xfrm>
          <a:prstGeom prst="ellipse">
            <a:avLst/>
          </a:prstGeom>
          <a:noFill/>
          <a:ln w="19050" cap="flat" cmpd="sng" algn="ctr">
            <a:solidFill>
              <a:srgbClr val="75D1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Segoe UI"/>
              <a:ea typeface="+mn-ea"/>
              <a:cs typeface="+mn-cs"/>
            </a:endParaRPr>
          </a:p>
        </p:txBody>
      </p:sp>
      <p:sp>
        <p:nvSpPr>
          <p:cNvPr id="2" name="Title 1"/>
          <p:cNvSpPr>
            <a:spLocks noGrp="1"/>
          </p:cNvSpPr>
          <p:nvPr>
            <p:ph type="ctrTitle" hasCustomPrompt="1"/>
          </p:nvPr>
        </p:nvSpPr>
        <p:spPr>
          <a:xfrm>
            <a:off x="1219939" y="2240230"/>
            <a:ext cx="9107555" cy="2308324"/>
          </a:xfrm>
          <a:prstGeom prst="rect">
            <a:avLst/>
          </a:prstGeom>
          <a:noFill/>
        </p:spPr>
        <p:txBody>
          <a:bodyPr anchor="b"/>
          <a:lstStyle>
            <a:lvl1pPr algn="ctr" defTabSz="914400" rtl="0" eaLnBrk="1" latinLnBrk="0" hangingPunct="1">
              <a:lnSpc>
                <a:spcPct val="90000"/>
              </a:lnSpc>
              <a:spcBef>
                <a:spcPct val="0"/>
              </a:spcBef>
              <a:buNone/>
              <a:defRPr lang="en-US" sz="8000" b="1" i="0" kern="1200" spc="-300" dirty="0">
                <a:gradFill>
                  <a:gsLst>
                    <a:gs pos="0">
                      <a:schemeClr val="accent1">
                        <a:lumMod val="5000"/>
                        <a:lumOff val="95000"/>
                      </a:schemeClr>
                    </a:gs>
                    <a:gs pos="100000">
                      <a:schemeClr val="tx1"/>
                    </a:gs>
                  </a:gsLst>
                  <a:lin ang="5400000" scaled="1"/>
                </a:gradFill>
                <a:latin typeface="+mn-lt"/>
                <a:ea typeface="+mn-ea"/>
                <a:cs typeface="Segoe UI Semilight" panose="020B0402040204020203" pitchFamily="34" charset="0"/>
              </a:defRPr>
            </a:lvl1pPr>
          </a:lstStyle>
          <a:p>
            <a:r>
              <a:rPr lang="en-US" noProof="0"/>
              <a:t>CLICK TO EDIT TITLE</a:t>
            </a:r>
          </a:p>
        </p:txBody>
      </p:sp>
    </p:spTree>
    <p:extLst>
      <p:ext uri="{BB962C8B-B14F-4D97-AF65-F5344CB8AC3E}">
        <p14:creationId xmlns:p14="http://schemas.microsoft.com/office/powerpoint/2010/main" val="23010430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par>
                                <p:cTn id="10" presetID="10" presetClass="exit" presetSubtype="0" fill="hold" grpId="1" nodeType="withEffect">
                                  <p:stCondLst>
                                    <p:cond delay="250"/>
                                  </p:stCondLst>
                                  <p:childTnLst>
                                    <p:animEffect transition="out" filter="fade">
                                      <p:cBhvr>
                                        <p:cTn id="11" dur="500"/>
                                        <p:tgtEl>
                                          <p:spTgt spid="18"/>
                                        </p:tgtEl>
                                      </p:cBhvr>
                                    </p:animEffect>
                                    <p:set>
                                      <p:cBhvr>
                                        <p:cTn id="12" dur="1" fill="hold">
                                          <p:stCondLst>
                                            <p:cond delay="499"/>
                                          </p:stCondLst>
                                        </p:cTn>
                                        <p:tgtEl>
                                          <p:spTgt spid="18"/>
                                        </p:tgtEl>
                                        <p:attrNameLst>
                                          <p:attrName>style.visibility</p:attrName>
                                        </p:attrNameLst>
                                      </p:cBhvr>
                                      <p:to>
                                        <p:strVal val="hidden"/>
                                      </p:to>
                                    </p:set>
                                  </p:childTnLst>
                                </p:cTn>
                              </p:par>
                              <p:par>
                                <p:cTn id="13" presetID="53" presetClass="entr" presetSubtype="16" fill="hold" grpId="0" nodeType="withEffect">
                                  <p:stCondLst>
                                    <p:cond delay="250"/>
                                  </p:stCondLst>
                                  <p:childTnLst>
                                    <p:set>
                                      <p:cBhvr>
                                        <p:cTn id="14" dur="1" fill="hold">
                                          <p:stCondLst>
                                            <p:cond delay="0"/>
                                          </p:stCondLst>
                                        </p:cTn>
                                        <p:tgtEl>
                                          <p:spTgt spid="19"/>
                                        </p:tgtEl>
                                        <p:attrNameLst>
                                          <p:attrName>style.visibility</p:attrName>
                                        </p:attrNameLst>
                                      </p:cBhvr>
                                      <p:to>
                                        <p:strVal val="visible"/>
                                      </p:to>
                                    </p:set>
                                    <p:anim calcmode="lin" valueType="num">
                                      <p:cBhvr>
                                        <p:cTn id="15" dur="500" fill="hold"/>
                                        <p:tgtEl>
                                          <p:spTgt spid="19"/>
                                        </p:tgtEl>
                                        <p:attrNameLst>
                                          <p:attrName>ppt_w</p:attrName>
                                        </p:attrNameLst>
                                      </p:cBhvr>
                                      <p:tavLst>
                                        <p:tav tm="0">
                                          <p:val>
                                            <p:fltVal val="0"/>
                                          </p:val>
                                        </p:tav>
                                        <p:tav tm="100000">
                                          <p:val>
                                            <p:strVal val="#ppt_w"/>
                                          </p:val>
                                        </p:tav>
                                      </p:tavLst>
                                    </p:anim>
                                    <p:anim calcmode="lin" valueType="num">
                                      <p:cBhvr>
                                        <p:cTn id="16" dur="500" fill="hold"/>
                                        <p:tgtEl>
                                          <p:spTgt spid="19"/>
                                        </p:tgtEl>
                                        <p:attrNameLst>
                                          <p:attrName>ppt_h</p:attrName>
                                        </p:attrNameLst>
                                      </p:cBhvr>
                                      <p:tavLst>
                                        <p:tav tm="0">
                                          <p:val>
                                            <p:fltVal val="0"/>
                                          </p:val>
                                        </p:tav>
                                        <p:tav tm="100000">
                                          <p:val>
                                            <p:strVal val="#ppt_h"/>
                                          </p:val>
                                        </p:tav>
                                      </p:tavLst>
                                    </p:anim>
                                    <p:animEffect transition="in" filter="fade">
                                      <p:cBhvr>
                                        <p:cTn id="17" dur="500"/>
                                        <p:tgtEl>
                                          <p:spTgt spid="19"/>
                                        </p:tgtEl>
                                      </p:cBhvr>
                                    </p:animEffect>
                                  </p:childTnLst>
                                </p:cTn>
                              </p:par>
                              <p:par>
                                <p:cTn id="18" presetID="10" presetClass="exit" presetSubtype="0" fill="hold" grpId="1" nodeType="withEffect">
                                  <p:stCondLst>
                                    <p:cond delay="500"/>
                                  </p:stCondLst>
                                  <p:childTnLst>
                                    <p:animEffect transition="out" filter="fade">
                                      <p:cBhvr>
                                        <p:cTn id="19" dur="500"/>
                                        <p:tgtEl>
                                          <p:spTgt spid="19"/>
                                        </p:tgtEl>
                                      </p:cBhvr>
                                    </p:animEffect>
                                    <p:set>
                                      <p:cBhvr>
                                        <p:cTn id="20" dur="1" fill="hold">
                                          <p:stCondLst>
                                            <p:cond delay="499"/>
                                          </p:stCondLst>
                                        </p:cTn>
                                        <p:tgtEl>
                                          <p:spTgt spid="19"/>
                                        </p:tgtEl>
                                        <p:attrNameLst>
                                          <p:attrName>style.visibility</p:attrName>
                                        </p:attrNameLst>
                                      </p:cBhvr>
                                      <p:to>
                                        <p:strVal val="hidden"/>
                                      </p:to>
                                    </p:set>
                                  </p:childTnLst>
                                </p:cTn>
                              </p:par>
                              <p:par>
                                <p:cTn id="21" presetID="53" presetClass="entr" presetSubtype="16"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p:cTn id="23" dur="500" fill="hold"/>
                                        <p:tgtEl>
                                          <p:spTgt spid="21"/>
                                        </p:tgtEl>
                                        <p:attrNameLst>
                                          <p:attrName>ppt_w</p:attrName>
                                        </p:attrNameLst>
                                      </p:cBhvr>
                                      <p:tavLst>
                                        <p:tav tm="0">
                                          <p:val>
                                            <p:fltVal val="0"/>
                                          </p:val>
                                        </p:tav>
                                        <p:tav tm="100000">
                                          <p:val>
                                            <p:strVal val="#ppt_w"/>
                                          </p:val>
                                        </p:tav>
                                      </p:tavLst>
                                    </p:anim>
                                    <p:anim calcmode="lin" valueType="num">
                                      <p:cBhvr>
                                        <p:cTn id="24" dur="500" fill="hold"/>
                                        <p:tgtEl>
                                          <p:spTgt spid="21"/>
                                        </p:tgtEl>
                                        <p:attrNameLst>
                                          <p:attrName>ppt_h</p:attrName>
                                        </p:attrNameLst>
                                      </p:cBhvr>
                                      <p:tavLst>
                                        <p:tav tm="0">
                                          <p:val>
                                            <p:fltVal val="0"/>
                                          </p:val>
                                        </p:tav>
                                        <p:tav tm="100000">
                                          <p:val>
                                            <p:strVal val="#ppt_h"/>
                                          </p:val>
                                        </p:tav>
                                      </p:tavLst>
                                    </p:anim>
                                    <p:animEffect transition="in" filter="fade">
                                      <p:cBhvr>
                                        <p:cTn id="25" dur="500"/>
                                        <p:tgtEl>
                                          <p:spTgt spid="21"/>
                                        </p:tgtEl>
                                      </p:cBhvr>
                                    </p:animEffect>
                                  </p:childTnLst>
                                </p:cTn>
                              </p:par>
                              <p:par>
                                <p:cTn id="26" presetID="10" presetClass="exit" presetSubtype="0" fill="hold" grpId="1" nodeType="withEffect">
                                  <p:stCondLst>
                                    <p:cond delay="250"/>
                                  </p:stCondLst>
                                  <p:childTnLst>
                                    <p:animEffect transition="out" filter="fade">
                                      <p:cBhvr>
                                        <p:cTn id="27" dur="500"/>
                                        <p:tgtEl>
                                          <p:spTgt spid="21"/>
                                        </p:tgtEl>
                                      </p:cBhvr>
                                    </p:animEffect>
                                    <p:set>
                                      <p:cBhvr>
                                        <p:cTn id="28" dur="1" fill="hold">
                                          <p:stCondLst>
                                            <p:cond delay="499"/>
                                          </p:stCondLst>
                                        </p:cTn>
                                        <p:tgtEl>
                                          <p:spTgt spid="21"/>
                                        </p:tgtEl>
                                        <p:attrNameLst>
                                          <p:attrName>style.visibility</p:attrName>
                                        </p:attrNameLst>
                                      </p:cBhvr>
                                      <p:to>
                                        <p:strVal val="hidden"/>
                                      </p:to>
                                    </p:set>
                                  </p:childTnLst>
                                </p:cTn>
                              </p:par>
                              <p:par>
                                <p:cTn id="29" presetID="53" presetClass="entr" presetSubtype="16" fill="hold" grpId="0" nodeType="withEffect">
                                  <p:stCondLst>
                                    <p:cond delay="250"/>
                                  </p:stCondLst>
                                  <p:childTnLst>
                                    <p:set>
                                      <p:cBhvr>
                                        <p:cTn id="30" dur="1" fill="hold">
                                          <p:stCondLst>
                                            <p:cond delay="0"/>
                                          </p:stCondLst>
                                        </p:cTn>
                                        <p:tgtEl>
                                          <p:spTgt spid="22"/>
                                        </p:tgtEl>
                                        <p:attrNameLst>
                                          <p:attrName>style.visibility</p:attrName>
                                        </p:attrNameLst>
                                      </p:cBhvr>
                                      <p:to>
                                        <p:strVal val="visible"/>
                                      </p:to>
                                    </p:set>
                                    <p:anim calcmode="lin" valueType="num">
                                      <p:cBhvr>
                                        <p:cTn id="31" dur="500" fill="hold"/>
                                        <p:tgtEl>
                                          <p:spTgt spid="22"/>
                                        </p:tgtEl>
                                        <p:attrNameLst>
                                          <p:attrName>ppt_w</p:attrName>
                                        </p:attrNameLst>
                                      </p:cBhvr>
                                      <p:tavLst>
                                        <p:tav tm="0">
                                          <p:val>
                                            <p:fltVal val="0"/>
                                          </p:val>
                                        </p:tav>
                                        <p:tav tm="100000">
                                          <p:val>
                                            <p:strVal val="#ppt_w"/>
                                          </p:val>
                                        </p:tav>
                                      </p:tavLst>
                                    </p:anim>
                                    <p:anim calcmode="lin" valueType="num">
                                      <p:cBhvr>
                                        <p:cTn id="32" dur="500" fill="hold"/>
                                        <p:tgtEl>
                                          <p:spTgt spid="22"/>
                                        </p:tgtEl>
                                        <p:attrNameLst>
                                          <p:attrName>ppt_h</p:attrName>
                                        </p:attrNameLst>
                                      </p:cBhvr>
                                      <p:tavLst>
                                        <p:tav tm="0">
                                          <p:val>
                                            <p:fltVal val="0"/>
                                          </p:val>
                                        </p:tav>
                                        <p:tav tm="100000">
                                          <p:val>
                                            <p:strVal val="#ppt_h"/>
                                          </p:val>
                                        </p:tav>
                                      </p:tavLst>
                                    </p:anim>
                                    <p:animEffect transition="in" filter="fade">
                                      <p:cBhvr>
                                        <p:cTn id="33" dur="500"/>
                                        <p:tgtEl>
                                          <p:spTgt spid="22"/>
                                        </p:tgtEl>
                                      </p:cBhvr>
                                    </p:animEffect>
                                  </p:childTnLst>
                                </p:cTn>
                              </p:par>
                              <p:par>
                                <p:cTn id="34" presetID="10" presetClass="exit" presetSubtype="0" fill="hold" grpId="1" nodeType="withEffect">
                                  <p:stCondLst>
                                    <p:cond delay="500"/>
                                  </p:stCondLst>
                                  <p:childTnLst>
                                    <p:animEffect transition="out" filter="fade">
                                      <p:cBhvr>
                                        <p:cTn id="35" dur="500"/>
                                        <p:tgtEl>
                                          <p:spTgt spid="22"/>
                                        </p:tgtEl>
                                      </p:cBhvr>
                                    </p:animEffect>
                                    <p:set>
                                      <p:cBhvr>
                                        <p:cTn id="36"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9" grpId="0" animBg="1"/>
      <p:bldP spid="19" grpId="1" animBg="1"/>
      <p:bldP spid="21" grpId="0" animBg="1"/>
      <p:bldP spid="21" grpId="1" animBg="1"/>
      <p:bldP spid="22" grpId="0" animBg="1"/>
      <p:bldP spid="22" grpId="1"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with number">
    <p:bg>
      <p:bgPr>
        <a:solidFill>
          <a:schemeClr val="tx2"/>
        </a:solidFill>
        <a:effectLst/>
      </p:bgPr>
    </p:bg>
    <p:spTree>
      <p:nvGrpSpPr>
        <p:cNvPr id="1" name=""/>
        <p:cNvGrpSpPr/>
        <p:nvPr/>
      </p:nvGrpSpPr>
      <p:grpSpPr>
        <a:xfrm>
          <a:off x="0" y="0"/>
          <a:ext cx="0" cy="0"/>
          <a:chOff x="0" y="0"/>
          <a:chExt cx="0" cy="0"/>
        </a:xfrm>
      </p:grpSpPr>
      <p:sp>
        <p:nvSpPr>
          <p:cNvPr id="19" name="Freeform: Shape 18"/>
          <p:cNvSpPr/>
          <p:nvPr userDrawn="1"/>
        </p:nvSpPr>
        <p:spPr>
          <a:xfrm>
            <a:off x="3803737" y="-65233"/>
            <a:ext cx="4584526" cy="2297766"/>
          </a:xfrm>
          <a:custGeom>
            <a:avLst/>
            <a:gdLst>
              <a:gd name="connsiteX0" fmla="*/ 278 w 4584526"/>
              <a:gd name="connsiteY0" fmla="*/ 0 h 2297766"/>
              <a:gd name="connsiteX1" fmla="*/ 4584248 w 4584526"/>
              <a:gd name="connsiteY1" fmla="*/ 0 h 2297766"/>
              <a:gd name="connsiteX2" fmla="*/ 4584526 w 4584526"/>
              <a:gd name="connsiteY2" fmla="*/ 5503 h 2297766"/>
              <a:gd name="connsiteX3" fmla="*/ 2292263 w 4584526"/>
              <a:gd name="connsiteY3" fmla="*/ 2297766 h 2297766"/>
              <a:gd name="connsiteX4" fmla="*/ 0 w 4584526"/>
              <a:gd name="connsiteY4" fmla="*/ 5503 h 2297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4526" h="2297766">
                <a:moveTo>
                  <a:pt x="278" y="0"/>
                </a:moveTo>
                <a:lnTo>
                  <a:pt x="4584248" y="0"/>
                </a:lnTo>
                <a:lnTo>
                  <a:pt x="4584526" y="5503"/>
                </a:lnTo>
                <a:cubicBezTo>
                  <a:pt x="4584526" y="1271485"/>
                  <a:pt x="3558245" y="2297766"/>
                  <a:pt x="2292263" y="2297766"/>
                </a:cubicBezTo>
                <a:cubicBezTo>
                  <a:pt x="1026281" y="2297766"/>
                  <a:pt x="0" y="1271485"/>
                  <a:pt x="0" y="5503"/>
                </a:cubicBezTo>
                <a:close/>
              </a:path>
            </a:pathLst>
          </a:custGeom>
          <a:solidFill>
            <a:srgbClr val="000000"/>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Segoe UI"/>
              <a:ea typeface="+mn-ea"/>
              <a:cs typeface="+mn-cs"/>
            </a:endParaRPr>
          </a:p>
        </p:txBody>
      </p:sp>
      <p:sp>
        <p:nvSpPr>
          <p:cNvPr id="17" name="Footer Placeholder 4"/>
          <p:cNvSpPr txBox="1">
            <a:spLocks/>
          </p:cNvSpPr>
          <p:nvPr userDrawn="1"/>
        </p:nvSpPr>
        <p:spPr>
          <a:xfrm>
            <a:off x="4038600" y="6356350"/>
            <a:ext cx="4114800" cy="365125"/>
          </a:xfrm>
          <a:prstGeom prst="rect">
            <a:avLst/>
          </a:prstGeom>
        </p:spPr>
        <p:txBody>
          <a:bodyPr/>
          <a:lstStyle>
            <a:defPPr>
              <a:defRPr lang="en-US"/>
            </a:defPPr>
            <a:lvl1pPr marL="0" algn="l"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FFFFFF"/>
              </a:solidFill>
              <a:effectLst/>
              <a:uLnTx/>
              <a:uFillTx/>
              <a:latin typeface="Segoe UI"/>
              <a:ea typeface="+mn-ea"/>
              <a:cs typeface="+mn-cs"/>
            </a:endParaRPr>
          </a:p>
        </p:txBody>
      </p:sp>
      <p:sp>
        <p:nvSpPr>
          <p:cNvPr id="3" name="Title 2"/>
          <p:cNvSpPr>
            <a:spLocks noGrp="1"/>
          </p:cNvSpPr>
          <p:nvPr>
            <p:ph type="title" hasCustomPrompt="1"/>
          </p:nvPr>
        </p:nvSpPr>
        <p:spPr>
          <a:xfrm>
            <a:off x="302995" y="3383280"/>
            <a:ext cx="11660405" cy="625641"/>
          </a:xfrm>
          <a:prstGeom prst="rect">
            <a:avLst/>
          </a:prstGeom>
        </p:spPr>
        <p:txBody>
          <a:bodyPr vert="horz" lIns="457200" tIns="45720" rIns="457200" bIns="45720" rtlCol="0" anchor="b">
            <a:noAutofit/>
          </a:bodyPr>
          <a:lstStyle>
            <a:lvl1pPr algn="ctr" defTabSz="914400" rtl="0" eaLnBrk="1" latinLnBrk="0" hangingPunct="1">
              <a:lnSpc>
                <a:spcPct val="90000"/>
              </a:lnSpc>
              <a:spcBef>
                <a:spcPct val="0"/>
              </a:spcBef>
              <a:buNone/>
              <a:defRPr lang="en-US" sz="4800" b="1" i="0" kern="1200" spc="40" baseline="0" dirty="0">
                <a:gradFill>
                  <a:gsLst>
                    <a:gs pos="0">
                      <a:schemeClr val="accent1">
                        <a:lumMod val="5000"/>
                        <a:lumOff val="95000"/>
                      </a:schemeClr>
                    </a:gs>
                    <a:gs pos="100000">
                      <a:schemeClr val="bg1"/>
                    </a:gs>
                  </a:gsLst>
                  <a:lin ang="5400000" scaled="1"/>
                </a:gradFill>
                <a:latin typeface="+mn-lt"/>
                <a:ea typeface="+mn-ea"/>
                <a:cs typeface="Segoe UI Semilight" panose="020B0402040204020203" pitchFamily="34" charset="0"/>
              </a:defRPr>
            </a:lvl1pPr>
          </a:lstStyle>
          <a:p>
            <a:pPr marL="0" marR="0" lvl="0" indent="0" fontAlgn="auto">
              <a:spcAft>
                <a:spcPts val="0"/>
              </a:spcAft>
              <a:buClrTx/>
              <a:buSzTx/>
              <a:buFontTx/>
              <a:tabLst/>
            </a:pPr>
            <a:r>
              <a:rPr lang="en-US" dirty="0"/>
              <a:t>CLICK TO EDIT MASTER TITLE STYLE</a:t>
            </a:r>
          </a:p>
        </p:txBody>
      </p:sp>
      <p:sp>
        <p:nvSpPr>
          <p:cNvPr id="22" name="Text Placeholder 3"/>
          <p:cNvSpPr>
            <a:spLocks noGrp="1"/>
          </p:cNvSpPr>
          <p:nvPr>
            <p:ph type="body" sz="quarter" idx="10" hasCustomPrompt="1"/>
          </p:nvPr>
        </p:nvSpPr>
        <p:spPr>
          <a:xfrm>
            <a:off x="3923323" y="186061"/>
            <a:ext cx="4376615" cy="627351"/>
          </a:xfrm>
        </p:spPr>
        <p:txBody>
          <a:bodyPr/>
          <a:lstStyle>
            <a:lvl1pPr algn="ctr">
              <a:defRPr sz="2000">
                <a:solidFill>
                  <a:schemeClr val="bg1"/>
                </a:solidFill>
              </a:defRPr>
            </a:lvl1pPr>
            <a:lvl2pPr algn="ctr">
              <a:defRPr sz="1400">
                <a:solidFill>
                  <a:schemeClr val="bg1"/>
                </a:solidFill>
              </a:defRPr>
            </a:lvl2pPr>
            <a:lvl3pPr algn="ctr">
              <a:defRPr>
                <a:solidFill>
                  <a:schemeClr val="bg1"/>
                </a:solidFill>
              </a:defRPr>
            </a:lvl3pPr>
            <a:lvl4pPr algn="ctr">
              <a:defRPr>
                <a:solidFill>
                  <a:schemeClr val="bg1"/>
                </a:solidFill>
              </a:defRPr>
            </a:lvl4pPr>
            <a:lvl5pPr>
              <a:defRPr>
                <a:solidFill>
                  <a:schemeClr val="bg1"/>
                </a:solidFill>
              </a:defRPr>
            </a:lvl5pPr>
          </a:lstStyle>
          <a:p>
            <a:pPr lvl="0"/>
            <a:r>
              <a:rPr lang="en-US" dirty="0"/>
              <a:t>Add Your Section Title Here</a:t>
            </a:r>
          </a:p>
          <a:p>
            <a:pPr lvl="1"/>
            <a:r>
              <a:rPr lang="en-US" dirty="0"/>
              <a:t>1</a:t>
            </a:r>
          </a:p>
        </p:txBody>
      </p:sp>
      <p:sp>
        <p:nvSpPr>
          <p:cNvPr id="23" name="Text Placeholder 3"/>
          <p:cNvSpPr>
            <a:spLocks noGrp="1"/>
          </p:cNvSpPr>
          <p:nvPr>
            <p:ph type="body" sz="quarter" idx="11" hasCustomPrompt="1"/>
          </p:nvPr>
        </p:nvSpPr>
        <p:spPr>
          <a:xfrm>
            <a:off x="304801" y="4206240"/>
            <a:ext cx="11658600" cy="424732"/>
          </a:xfrm>
        </p:spPr>
        <p:txBody>
          <a:bodyPr lIns="457200" rIns="457200"/>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2400" b="0" i="0" u="none" strike="noStrike" kern="1200" cap="none" spc="0" normalizeH="0" baseline="0">
                <a:ln>
                  <a:noFill/>
                </a:ln>
                <a:solidFill>
                  <a:srgbClr val="FFFFFF">
                    <a:lumMod val="85000"/>
                    <a:lumOff val="15000"/>
                  </a:srgbClr>
                </a:solidFill>
                <a:effectLst/>
                <a:uLnTx/>
                <a:uFillTx/>
                <a:latin typeface="Segoe UI Semilight" panose="020B0402040204020203" pitchFamily="34" charset="0"/>
                <a:ea typeface="+mn-ea"/>
                <a:cs typeface="Segoe UI Semilight" panose="020B0402040204020203"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FFFFFF">
                    <a:lumMod val="85000"/>
                    <a:lumOff val="15000"/>
                  </a:srgbClr>
                </a:solidFill>
                <a:effectLst/>
                <a:uLnTx/>
                <a:uFillTx/>
                <a:latin typeface="Segoe UI Semilight" panose="020B0402040204020203" pitchFamily="34" charset="0"/>
                <a:ea typeface="+mn-ea"/>
                <a:cs typeface="Segoe UI Semilight" panose="020B0402040204020203" pitchFamily="34" charset="0"/>
              </a:rPr>
              <a:t>Add a short summary sentence here about title/statement above</a:t>
            </a:r>
          </a:p>
        </p:txBody>
      </p:sp>
      <p:sp>
        <p:nvSpPr>
          <p:cNvPr id="6" name="Text Placeholder 5"/>
          <p:cNvSpPr>
            <a:spLocks noGrp="1"/>
          </p:cNvSpPr>
          <p:nvPr>
            <p:ph type="body" sz="quarter" idx="12" hasCustomPrompt="1"/>
          </p:nvPr>
        </p:nvSpPr>
        <p:spPr>
          <a:xfrm>
            <a:off x="5737094" y="1007413"/>
            <a:ext cx="792205" cy="1200329"/>
          </a:xfrm>
        </p:spPr>
        <p:txBody>
          <a:bodyPr wrap="none" anchor="ctr"/>
          <a:lstStyle>
            <a:lvl1pPr algn="ctr">
              <a:defRPr kumimoji="0" lang="en-US" sz="8000" b="1" i="0" u="none" strike="noStrike" kern="1200" cap="none" spc="0" normalizeH="0" baseline="0" dirty="0">
                <a:ln>
                  <a:noFill/>
                </a:ln>
                <a:solidFill>
                  <a:schemeClr val="accent4"/>
                </a:solidFill>
                <a:effectLst/>
                <a:uLnTx/>
                <a:uFillTx/>
                <a:latin typeface="Segoe UI" panose="020B0502040204020203" pitchFamily="34" charset="0"/>
                <a:ea typeface="+mn-ea"/>
                <a:cs typeface="Segoe UI" panose="020B0502040204020203"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a:t>
            </a:r>
          </a:p>
        </p:txBody>
      </p:sp>
    </p:spTree>
    <p:extLst>
      <p:ext uri="{BB962C8B-B14F-4D97-AF65-F5344CB8AC3E}">
        <p14:creationId xmlns:p14="http://schemas.microsoft.com/office/powerpoint/2010/main" val="2641874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ONUT BASE SECTION DIVIDER">
    <p:bg>
      <p:bgPr>
        <a:solidFill>
          <a:schemeClr val="bg2"/>
        </a:solidFill>
        <a:effectLst/>
      </p:bgPr>
    </p:bg>
    <p:spTree>
      <p:nvGrpSpPr>
        <p:cNvPr id="1" name=""/>
        <p:cNvGrpSpPr/>
        <p:nvPr/>
      </p:nvGrpSpPr>
      <p:grpSpPr>
        <a:xfrm>
          <a:off x="0" y="0"/>
          <a:ext cx="0" cy="0"/>
          <a:chOff x="0" y="0"/>
          <a:chExt cx="0" cy="0"/>
        </a:xfrm>
      </p:grpSpPr>
      <p:sp>
        <p:nvSpPr>
          <p:cNvPr id="7" name="Oval 6"/>
          <p:cNvSpPr/>
          <p:nvPr userDrawn="1"/>
        </p:nvSpPr>
        <p:spPr>
          <a:xfrm>
            <a:off x="2861702" y="157952"/>
            <a:ext cx="6483179" cy="648317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3448777" y="2935629"/>
            <a:ext cx="5208335" cy="927824"/>
          </a:xfrm>
          <a:prstGeom prst="rect">
            <a:avLst/>
          </a:prstGeom>
        </p:spPr>
        <p:txBody>
          <a:bodyPr anchor="ctr"/>
          <a:lstStyle>
            <a:lvl1pPr algn="ctr">
              <a:lnSpc>
                <a:spcPct val="95000"/>
              </a:lnSpc>
              <a:defRPr sz="4000">
                <a:solidFill>
                  <a:schemeClr val="tx1"/>
                </a:solidFill>
              </a:defRPr>
            </a:lvl1pPr>
          </a:lstStyle>
          <a:p>
            <a:r>
              <a:rPr lang="en-US" dirty="0"/>
              <a:t>CLICK TO EDIT TITLE</a:t>
            </a:r>
          </a:p>
        </p:txBody>
      </p:sp>
      <p:sp>
        <p:nvSpPr>
          <p:cNvPr id="9" name="dots"/>
          <p:cNvSpPr>
            <a:spLocks noChangeAspect="1"/>
          </p:cNvSpPr>
          <p:nvPr userDrawn="1"/>
        </p:nvSpPr>
        <p:spPr>
          <a:xfrm>
            <a:off x="3448777" y="745024"/>
            <a:ext cx="5309024" cy="5309025"/>
          </a:xfrm>
          <a:prstGeom prst="ellipse">
            <a:avLst/>
          </a:prstGeom>
          <a:noFill/>
          <a:ln w="184150" cap="rnd" cmpd="sng" algn="ctr">
            <a:solidFill>
              <a:schemeClr val="accent4"/>
            </a:solidFill>
            <a:prstDash val="sysDot"/>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7063763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Quote dark option FLUSH LEFT">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3" hasCustomPrompt="1"/>
          </p:nvPr>
        </p:nvSpPr>
        <p:spPr>
          <a:xfrm>
            <a:off x="304800" y="2884235"/>
            <a:ext cx="11658600" cy="1089529"/>
          </a:xfrm>
        </p:spPr>
        <p:txBody>
          <a:bodyPr anchor="ctr"/>
          <a:lstStyle>
            <a:lvl1pPr marL="231775" indent="-231775" algn="l">
              <a:spcBef>
                <a:spcPts val="0"/>
              </a:spcBef>
              <a:defRPr sz="3600" b="0" baseline="0">
                <a:gradFill>
                  <a:gsLst>
                    <a:gs pos="0">
                      <a:schemeClr val="accent1">
                        <a:lumMod val="5000"/>
                        <a:lumOff val="95000"/>
                      </a:schemeClr>
                    </a:gs>
                    <a:gs pos="100000">
                      <a:schemeClr val="bg1"/>
                    </a:gs>
                  </a:gsLst>
                  <a:lin ang="5400000" scaled="1"/>
                </a:gradFill>
              </a:defRPr>
            </a:lvl1pPr>
            <a:lvl2pPr marL="109538" indent="0" algn="l">
              <a:spcBef>
                <a:spcPts val="0"/>
              </a:spcBef>
              <a:defRPr sz="3600" b="1">
                <a:gradFill>
                  <a:gsLst>
                    <a:gs pos="0">
                      <a:schemeClr val="accent1">
                        <a:lumMod val="5000"/>
                        <a:lumOff val="95000"/>
                      </a:schemeClr>
                    </a:gs>
                    <a:gs pos="100000">
                      <a:schemeClr val="bg1"/>
                    </a:gs>
                  </a:gsLst>
                  <a:lin ang="5400000" scaled="1"/>
                </a:gradFill>
                <a:latin typeface="+mn-lt"/>
              </a:defRPr>
            </a:lvl2pPr>
          </a:lstStyle>
          <a:p>
            <a:pPr lvl="0"/>
            <a:r>
              <a:rPr lang="en-US" dirty="0"/>
              <a:t>“QUOTATION.”</a:t>
            </a:r>
          </a:p>
          <a:p>
            <a:pPr lvl="1"/>
            <a:r>
              <a:rPr lang="en-US" dirty="0"/>
              <a:t> BOLD</a:t>
            </a:r>
          </a:p>
        </p:txBody>
      </p:sp>
      <p:sp>
        <p:nvSpPr>
          <p:cNvPr id="7" name="Freeform: Shape 6"/>
          <p:cNvSpPr/>
          <p:nvPr userDrawn="1"/>
        </p:nvSpPr>
        <p:spPr>
          <a:xfrm>
            <a:off x="129521" y="0"/>
            <a:ext cx="2749481" cy="1364786"/>
          </a:xfrm>
          <a:custGeom>
            <a:avLst/>
            <a:gdLst>
              <a:gd name="connsiteX0" fmla="*/ 0 w 4741280"/>
              <a:gd name="connsiteY0" fmla="*/ 0 h 2353474"/>
              <a:gd name="connsiteX1" fmla="*/ 4741280 w 4741280"/>
              <a:gd name="connsiteY1" fmla="*/ 0 h 2353474"/>
              <a:gd name="connsiteX2" fmla="*/ 4729949 w 4741280"/>
              <a:gd name="connsiteY2" fmla="*/ 224399 h 2353474"/>
              <a:gd name="connsiteX3" fmla="*/ 2370640 w 4741280"/>
              <a:gd name="connsiteY3" fmla="*/ 2353474 h 2353474"/>
              <a:gd name="connsiteX4" fmla="*/ 11331 w 4741280"/>
              <a:gd name="connsiteY4" fmla="*/ 224399 h 2353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sz="quarter" idx="14" hasCustomPrompt="1"/>
          </p:nvPr>
        </p:nvSpPr>
        <p:spPr>
          <a:xfrm>
            <a:off x="3865562" y="5276808"/>
            <a:ext cx="8097838" cy="369332"/>
          </a:xfrm>
        </p:spPr>
        <p:txBody>
          <a:bodyPr/>
          <a:lstStyle>
            <a:lvl1pPr algn="r">
              <a:spcBef>
                <a:spcPts val="0"/>
              </a:spcBef>
              <a:defRPr sz="2000">
                <a:solidFill>
                  <a:schemeClr val="bg1"/>
                </a:solidFill>
              </a:defRPr>
            </a:lvl1pPr>
            <a:lvl2pPr algn="r">
              <a:defRPr>
                <a:solidFill>
                  <a:schemeClr val="bg1"/>
                </a:solidFill>
              </a:defRPr>
            </a:lvl2pPr>
          </a:lstStyle>
          <a:p>
            <a:pPr lvl="0"/>
            <a:r>
              <a:rPr lang="en-US" dirty="0"/>
              <a:t>—Name and Company/Source goes here</a:t>
            </a:r>
          </a:p>
        </p:txBody>
      </p:sp>
    </p:spTree>
    <p:extLst>
      <p:ext uri="{BB962C8B-B14F-4D97-AF65-F5344CB8AC3E}">
        <p14:creationId xmlns:p14="http://schemas.microsoft.com/office/powerpoint/2010/main" val="3266280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Quote dark option CENTERE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3" hasCustomPrompt="1"/>
          </p:nvPr>
        </p:nvSpPr>
        <p:spPr>
          <a:xfrm>
            <a:off x="304800" y="2884235"/>
            <a:ext cx="11658600" cy="1089529"/>
          </a:xfrm>
        </p:spPr>
        <p:txBody>
          <a:bodyPr anchor="ctr"/>
          <a:lstStyle>
            <a:lvl1pPr algn="ctr">
              <a:spcBef>
                <a:spcPts val="0"/>
              </a:spcBef>
              <a:defRPr sz="3600" b="0" baseline="0">
                <a:gradFill>
                  <a:gsLst>
                    <a:gs pos="0">
                      <a:schemeClr val="accent1">
                        <a:lumMod val="5000"/>
                        <a:lumOff val="95000"/>
                      </a:schemeClr>
                    </a:gs>
                    <a:gs pos="100000">
                      <a:schemeClr val="bg1"/>
                    </a:gs>
                  </a:gsLst>
                  <a:lin ang="5400000" scaled="1"/>
                </a:gradFill>
              </a:defRPr>
            </a:lvl1pPr>
            <a:lvl2pPr algn="ctr">
              <a:spcBef>
                <a:spcPts val="0"/>
              </a:spcBef>
              <a:defRPr sz="3600" b="1">
                <a:gradFill>
                  <a:gsLst>
                    <a:gs pos="0">
                      <a:schemeClr val="accent1">
                        <a:lumMod val="5000"/>
                        <a:lumOff val="95000"/>
                      </a:schemeClr>
                    </a:gs>
                    <a:gs pos="100000">
                      <a:schemeClr val="bg1"/>
                    </a:gs>
                  </a:gsLst>
                  <a:lin ang="5400000" scaled="1"/>
                </a:gradFill>
                <a:latin typeface="+mn-lt"/>
              </a:defRPr>
            </a:lvl2pPr>
          </a:lstStyle>
          <a:p>
            <a:pPr lvl="0"/>
            <a:r>
              <a:rPr lang="en-US" dirty="0"/>
              <a:t>“QUOTATION.”</a:t>
            </a:r>
          </a:p>
          <a:p>
            <a:pPr lvl="1"/>
            <a:r>
              <a:rPr lang="en-US" dirty="0"/>
              <a:t>BOLD</a:t>
            </a:r>
          </a:p>
        </p:txBody>
      </p:sp>
      <p:sp>
        <p:nvSpPr>
          <p:cNvPr id="7" name="Freeform: Shape 6"/>
          <p:cNvSpPr/>
          <p:nvPr userDrawn="1"/>
        </p:nvSpPr>
        <p:spPr>
          <a:xfrm>
            <a:off x="129521" y="0"/>
            <a:ext cx="2749481" cy="1364786"/>
          </a:xfrm>
          <a:custGeom>
            <a:avLst/>
            <a:gdLst>
              <a:gd name="connsiteX0" fmla="*/ 0 w 4741280"/>
              <a:gd name="connsiteY0" fmla="*/ 0 h 2353474"/>
              <a:gd name="connsiteX1" fmla="*/ 4741280 w 4741280"/>
              <a:gd name="connsiteY1" fmla="*/ 0 h 2353474"/>
              <a:gd name="connsiteX2" fmla="*/ 4729949 w 4741280"/>
              <a:gd name="connsiteY2" fmla="*/ 224399 h 2353474"/>
              <a:gd name="connsiteX3" fmla="*/ 2370640 w 4741280"/>
              <a:gd name="connsiteY3" fmla="*/ 2353474 h 2353474"/>
              <a:gd name="connsiteX4" fmla="*/ 11331 w 4741280"/>
              <a:gd name="connsiteY4" fmla="*/ 224399 h 2353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sz="quarter" idx="14" hasCustomPrompt="1"/>
          </p:nvPr>
        </p:nvSpPr>
        <p:spPr>
          <a:xfrm>
            <a:off x="3865562" y="5276808"/>
            <a:ext cx="8097838" cy="369332"/>
          </a:xfrm>
        </p:spPr>
        <p:txBody>
          <a:bodyPr/>
          <a:lstStyle>
            <a:lvl1pPr algn="r">
              <a:spcBef>
                <a:spcPts val="0"/>
              </a:spcBef>
              <a:defRPr sz="2000">
                <a:solidFill>
                  <a:schemeClr val="bg1"/>
                </a:solidFill>
              </a:defRPr>
            </a:lvl1pPr>
            <a:lvl2pPr algn="r">
              <a:defRPr>
                <a:solidFill>
                  <a:schemeClr val="bg1"/>
                </a:solidFill>
              </a:defRPr>
            </a:lvl2pPr>
          </a:lstStyle>
          <a:p>
            <a:pPr lvl="0"/>
            <a:r>
              <a:rPr lang="en-US" dirty="0"/>
              <a:t>—Name and Company/Source goes here</a:t>
            </a:r>
          </a:p>
        </p:txBody>
      </p:sp>
    </p:spTree>
    <p:extLst>
      <p:ext uri="{BB962C8B-B14F-4D97-AF65-F5344CB8AC3E}">
        <p14:creationId xmlns:p14="http://schemas.microsoft.com/office/powerpoint/2010/main" val="3031631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Quote dark option FLUSH LEFT">
    <p:bg>
      <p:bgPr>
        <a:solidFill>
          <a:schemeClr val="tx2"/>
        </a:solid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3" hasCustomPrompt="1"/>
          </p:nvPr>
        </p:nvSpPr>
        <p:spPr>
          <a:xfrm>
            <a:off x="304800" y="2884235"/>
            <a:ext cx="11658600" cy="1089529"/>
          </a:xfrm>
        </p:spPr>
        <p:txBody>
          <a:bodyPr anchor="ctr"/>
          <a:lstStyle>
            <a:lvl1pPr marL="231775" indent="-231775" algn="l">
              <a:spcBef>
                <a:spcPts val="0"/>
              </a:spcBef>
              <a:defRPr sz="3600" b="0" baseline="0">
                <a:gradFill>
                  <a:gsLst>
                    <a:gs pos="0">
                      <a:schemeClr val="accent1">
                        <a:lumMod val="5000"/>
                        <a:lumOff val="95000"/>
                      </a:schemeClr>
                    </a:gs>
                    <a:gs pos="100000">
                      <a:schemeClr val="bg1"/>
                    </a:gs>
                  </a:gsLst>
                  <a:lin ang="5400000" scaled="1"/>
                </a:gradFill>
              </a:defRPr>
            </a:lvl1pPr>
            <a:lvl2pPr marL="109538" indent="0" algn="l">
              <a:spcBef>
                <a:spcPts val="0"/>
              </a:spcBef>
              <a:defRPr sz="3600" b="1">
                <a:gradFill>
                  <a:gsLst>
                    <a:gs pos="0">
                      <a:schemeClr val="accent1">
                        <a:lumMod val="5000"/>
                        <a:lumOff val="95000"/>
                      </a:schemeClr>
                    </a:gs>
                    <a:gs pos="100000">
                      <a:schemeClr val="bg1"/>
                    </a:gs>
                  </a:gsLst>
                  <a:lin ang="5400000" scaled="1"/>
                </a:gradFill>
                <a:latin typeface="+mn-lt"/>
              </a:defRPr>
            </a:lvl2pPr>
          </a:lstStyle>
          <a:p>
            <a:pPr lvl="0"/>
            <a:r>
              <a:rPr lang="en-US" dirty="0"/>
              <a:t>“QUOTATION.”</a:t>
            </a:r>
          </a:p>
          <a:p>
            <a:pPr lvl="1"/>
            <a:r>
              <a:rPr lang="en-US" dirty="0"/>
              <a:t> BOLD</a:t>
            </a:r>
          </a:p>
        </p:txBody>
      </p:sp>
      <p:sp>
        <p:nvSpPr>
          <p:cNvPr id="7" name="Freeform: Shape 6"/>
          <p:cNvSpPr/>
          <p:nvPr userDrawn="1"/>
        </p:nvSpPr>
        <p:spPr>
          <a:xfrm>
            <a:off x="129521" y="0"/>
            <a:ext cx="2749481" cy="1364786"/>
          </a:xfrm>
          <a:custGeom>
            <a:avLst/>
            <a:gdLst>
              <a:gd name="connsiteX0" fmla="*/ 0 w 4741280"/>
              <a:gd name="connsiteY0" fmla="*/ 0 h 2353474"/>
              <a:gd name="connsiteX1" fmla="*/ 4741280 w 4741280"/>
              <a:gd name="connsiteY1" fmla="*/ 0 h 2353474"/>
              <a:gd name="connsiteX2" fmla="*/ 4729949 w 4741280"/>
              <a:gd name="connsiteY2" fmla="*/ 224399 h 2353474"/>
              <a:gd name="connsiteX3" fmla="*/ 2370640 w 4741280"/>
              <a:gd name="connsiteY3" fmla="*/ 2353474 h 2353474"/>
              <a:gd name="connsiteX4" fmla="*/ 11331 w 4741280"/>
              <a:gd name="connsiteY4" fmla="*/ 224399 h 2353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sz="quarter" idx="14" hasCustomPrompt="1"/>
          </p:nvPr>
        </p:nvSpPr>
        <p:spPr>
          <a:xfrm>
            <a:off x="3865562" y="5276808"/>
            <a:ext cx="8097838" cy="369332"/>
          </a:xfrm>
        </p:spPr>
        <p:txBody>
          <a:bodyPr/>
          <a:lstStyle>
            <a:lvl1pPr algn="r">
              <a:spcBef>
                <a:spcPts val="0"/>
              </a:spcBef>
              <a:defRPr sz="2000" b="0">
                <a:solidFill>
                  <a:schemeClr val="bg1"/>
                </a:solidFill>
              </a:defRPr>
            </a:lvl1pPr>
            <a:lvl2pPr algn="r">
              <a:defRPr>
                <a:solidFill>
                  <a:schemeClr val="bg1"/>
                </a:solidFill>
              </a:defRPr>
            </a:lvl2pPr>
          </a:lstStyle>
          <a:p>
            <a:pPr lvl="0"/>
            <a:r>
              <a:rPr lang="en-US" dirty="0"/>
              <a:t>—Name and Company/Source goes here</a:t>
            </a:r>
          </a:p>
        </p:txBody>
      </p:sp>
    </p:spTree>
    <p:extLst>
      <p:ext uri="{BB962C8B-B14F-4D97-AF65-F5344CB8AC3E}">
        <p14:creationId xmlns:p14="http://schemas.microsoft.com/office/powerpoint/2010/main" val="2075739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Quote light option CENTERED">
    <p:spTree>
      <p:nvGrpSpPr>
        <p:cNvPr id="1" name=""/>
        <p:cNvGrpSpPr/>
        <p:nvPr/>
      </p:nvGrpSpPr>
      <p:grpSpPr>
        <a:xfrm>
          <a:off x="0" y="0"/>
          <a:ext cx="0" cy="0"/>
          <a:chOff x="0" y="0"/>
          <a:chExt cx="0" cy="0"/>
        </a:xfrm>
      </p:grpSpPr>
      <p:sp>
        <p:nvSpPr>
          <p:cNvPr id="9" name="TextBox 8"/>
          <p:cNvSpPr txBox="1"/>
          <p:nvPr userDrawn="1"/>
        </p:nvSpPr>
        <p:spPr>
          <a:xfrm>
            <a:off x="5648960" y="419100"/>
            <a:ext cx="894080" cy="1862048"/>
          </a:xfrm>
          <a:prstGeom prst="rect">
            <a:avLst/>
          </a:prstGeom>
          <a:noFill/>
        </p:spPr>
        <p:txBody>
          <a:bodyPr wrap="square" rtlCol="0">
            <a:spAutoFit/>
          </a:bodyPr>
          <a:lstStyle/>
          <a:p>
            <a:r>
              <a:rPr lang="en-US" sz="11500" dirty="0">
                <a:solidFill>
                  <a:schemeClr val="accent4"/>
                </a:solidFill>
                <a:latin typeface="Arial Black" panose="020B0A04020102020204" pitchFamily="34" charset="0"/>
              </a:rPr>
              <a:t>“</a:t>
            </a:r>
            <a:endParaRPr lang="en-US" sz="2800" dirty="0">
              <a:solidFill>
                <a:schemeClr val="accent4"/>
              </a:solidFill>
            </a:endParaRPr>
          </a:p>
        </p:txBody>
      </p:sp>
      <p:sp>
        <p:nvSpPr>
          <p:cNvPr id="5" name="Text Placeholder 2"/>
          <p:cNvSpPr>
            <a:spLocks noGrp="1"/>
          </p:cNvSpPr>
          <p:nvPr>
            <p:ph type="body" sz="quarter" idx="14" hasCustomPrompt="1"/>
          </p:nvPr>
        </p:nvSpPr>
        <p:spPr>
          <a:xfrm>
            <a:off x="3408362" y="5335071"/>
            <a:ext cx="8097838" cy="369332"/>
          </a:xfrm>
        </p:spPr>
        <p:txBody>
          <a:bodyPr/>
          <a:lstStyle>
            <a:lvl1pPr algn="r">
              <a:spcBef>
                <a:spcPts val="0"/>
              </a:spcBef>
              <a:defRPr sz="2000">
                <a:solidFill>
                  <a:schemeClr val="tx2"/>
                </a:solidFill>
              </a:defRPr>
            </a:lvl1pPr>
            <a:lvl2pPr algn="r">
              <a:defRPr>
                <a:solidFill>
                  <a:schemeClr val="bg1"/>
                </a:solidFill>
              </a:defRPr>
            </a:lvl2pPr>
          </a:lstStyle>
          <a:p>
            <a:pPr lvl="0"/>
            <a:r>
              <a:rPr lang="en-US" dirty="0"/>
              <a:t>—Name and Company/Source goes here</a:t>
            </a:r>
          </a:p>
        </p:txBody>
      </p:sp>
      <p:sp>
        <p:nvSpPr>
          <p:cNvPr id="6" name="Text Placeholder 7"/>
          <p:cNvSpPr>
            <a:spLocks noGrp="1"/>
          </p:cNvSpPr>
          <p:nvPr>
            <p:ph type="body" sz="quarter" idx="13" hasCustomPrompt="1"/>
          </p:nvPr>
        </p:nvSpPr>
        <p:spPr>
          <a:xfrm>
            <a:off x="304800" y="2884235"/>
            <a:ext cx="11658600" cy="1089529"/>
          </a:xfrm>
        </p:spPr>
        <p:txBody>
          <a:bodyPr anchor="ctr"/>
          <a:lstStyle>
            <a:lvl1pPr algn="ctr">
              <a:spcBef>
                <a:spcPts val="0"/>
              </a:spcBef>
              <a:defRPr sz="3600" b="0" baseline="0">
                <a:solidFill>
                  <a:schemeClr val="tx1">
                    <a:lumMod val="75000"/>
                    <a:lumOff val="25000"/>
                  </a:schemeClr>
                </a:solidFill>
              </a:defRPr>
            </a:lvl1pPr>
            <a:lvl2pPr algn="ctr">
              <a:spcBef>
                <a:spcPts val="0"/>
              </a:spcBef>
              <a:defRPr sz="3600" b="1">
                <a:solidFill>
                  <a:schemeClr val="tx1">
                    <a:lumMod val="75000"/>
                    <a:lumOff val="25000"/>
                  </a:schemeClr>
                </a:solidFill>
                <a:latin typeface="+mn-lt"/>
              </a:defRPr>
            </a:lvl2pPr>
          </a:lstStyle>
          <a:p>
            <a:pPr lvl="0"/>
            <a:r>
              <a:rPr lang="en-US" dirty="0"/>
              <a:t>“QUOTATION.”</a:t>
            </a:r>
          </a:p>
          <a:p>
            <a:pPr lvl="1"/>
            <a:r>
              <a:rPr lang="en-US" dirty="0"/>
              <a:t>BOLD</a:t>
            </a:r>
          </a:p>
        </p:txBody>
      </p:sp>
      <p:sp>
        <p:nvSpPr>
          <p:cNvPr id="7" name="Slide Number Placeholder 7"/>
          <p:cNvSpPr>
            <a:spLocks noGrp="1"/>
          </p:cNvSpPr>
          <p:nvPr>
            <p:ph type="sldNum" sz="quarter" idx="4"/>
          </p:nvPr>
        </p:nvSpPr>
        <p:spPr>
          <a:xfrm>
            <a:off x="11668594" y="6484937"/>
            <a:ext cx="523406" cy="365125"/>
          </a:xfrm>
          <a:prstGeom prst="rect">
            <a:avLst/>
          </a:prstGeom>
        </p:spPr>
        <p:txBody>
          <a:bodyPr vert="horz" wrap="none" lIns="91440" tIns="45720" rIns="91440" bIns="45720" rtlCol="0" anchor="ctr"/>
          <a:lstStyle>
            <a:lvl1pPr algn="r">
              <a:defRPr sz="1200">
                <a:solidFill>
                  <a:schemeClr val="tx2"/>
                </a:solidFill>
              </a:defRPr>
            </a:lvl1pPr>
          </a:lstStyle>
          <a:p>
            <a:fld id="{4997E989-D798-4C62-8E93-3D2D613C2488}" type="slidenum">
              <a:rPr lang="en-US" smtClean="0"/>
              <a:pPr/>
              <a:t>‹#›</a:t>
            </a:fld>
            <a:endParaRPr lang="en-US" dirty="0"/>
          </a:p>
        </p:txBody>
      </p:sp>
    </p:spTree>
    <p:extLst>
      <p:ext uri="{BB962C8B-B14F-4D97-AF65-F5344CB8AC3E}">
        <p14:creationId xmlns:p14="http://schemas.microsoft.com/office/powerpoint/2010/main" val="2460922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dark Callout with small Non-bulleted">
    <p:bg>
      <p:bgPr>
        <a:solidFill>
          <a:schemeClr val="tx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04800" y="2597273"/>
            <a:ext cx="4868985" cy="1643527"/>
          </a:xfrm>
        </p:spPr>
        <p:txBody>
          <a:bodyPr wrap="square" lIns="91440" rIns="91440">
            <a:spAutoFit/>
          </a:bodyPr>
          <a:lstStyle>
            <a:lvl1pPr marL="0" marR="0" indent="0" algn="l" defTabSz="914367" rtl="0" eaLnBrk="1" fontAlgn="auto" latinLnBrk="0" hangingPunct="1">
              <a:lnSpc>
                <a:spcPct val="90000"/>
              </a:lnSpc>
              <a:spcBef>
                <a:spcPts val="1200"/>
              </a:spcBef>
              <a:spcAft>
                <a:spcPts val="0"/>
              </a:spcAft>
              <a:buClr>
                <a:schemeClr val="tx1"/>
              </a:buClr>
              <a:buSzPct val="90000"/>
              <a:buFont typeface="Wingdings" pitchFamily="2" charset="2"/>
              <a:buNone/>
              <a:tabLst/>
              <a:defRPr lang="en-US" sz="2800" b="0" kern="1200" spc="0" baseline="0" dirty="0">
                <a:solidFill>
                  <a:schemeClr val="bg1"/>
                </a:solidFill>
                <a:latin typeface="+mj-lt"/>
                <a:ea typeface="+mn-ea"/>
                <a:cs typeface="+mn-cs"/>
              </a:defRPr>
            </a:lvl1pPr>
            <a:lvl2pPr marL="0" indent="0">
              <a:buNone/>
              <a:defRPr sz="1961"/>
            </a:lvl2pPr>
            <a:lvl3pPr marL="227209" indent="0">
              <a:buNone/>
              <a:tabLst/>
              <a:defRPr sz="1961"/>
            </a:lvl3pPr>
            <a:lvl4pPr marL="451306" indent="0">
              <a:buNone/>
              <a:defRPr/>
            </a:lvl4pPr>
            <a:lvl5pPr marL="672290" indent="0">
              <a:buNone/>
              <a:tabLst/>
              <a:defRPr/>
            </a:lvl5pPr>
          </a:lstStyle>
          <a:p>
            <a:r>
              <a:rPr lang="en-US" dirty="0"/>
              <a:t>A short introduction</a:t>
            </a:r>
            <a:br>
              <a:rPr lang="en-US" dirty="0"/>
            </a:br>
            <a:r>
              <a:rPr lang="en-US" dirty="0"/>
              <a:t>to the data, revealing</a:t>
            </a:r>
            <a:br>
              <a:rPr lang="en-US" dirty="0"/>
            </a:br>
            <a:r>
              <a:rPr lang="en-US" dirty="0"/>
              <a:t>points one at a time, will enhance comprehension.</a:t>
            </a:r>
          </a:p>
        </p:txBody>
      </p:sp>
      <p:sp>
        <p:nvSpPr>
          <p:cNvPr id="9" name="Text Placeholder 8"/>
          <p:cNvSpPr>
            <a:spLocks noGrp="1"/>
          </p:cNvSpPr>
          <p:nvPr>
            <p:ph type="body" sz="quarter" idx="11"/>
          </p:nvPr>
        </p:nvSpPr>
        <p:spPr>
          <a:xfrm>
            <a:off x="6096000" y="419100"/>
            <a:ext cx="5671764" cy="1843069"/>
          </a:xfrm>
        </p:spPr>
        <p:txBody>
          <a:bodyPr/>
          <a:lstStyle>
            <a:lvl1pPr marL="0" indent="0" algn="l">
              <a:buNone/>
              <a:defRPr sz="2200">
                <a:gradFill>
                  <a:gsLst>
                    <a:gs pos="15000">
                      <a:schemeClr val="bg1"/>
                    </a:gs>
                    <a:gs pos="47000">
                      <a:schemeClr val="bg1"/>
                    </a:gs>
                  </a:gsLst>
                  <a:lin ang="5400000" scaled="1"/>
                </a:gradFill>
                <a:latin typeface="+mn-lt"/>
              </a:defRPr>
            </a:lvl1pPr>
            <a:lvl2pPr marL="0" indent="0" algn="l">
              <a:buNone/>
              <a:defRPr sz="2000">
                <a:gradFill>
                  <a:gsLst>
                    <a:gs pos="15000">
                      <a:schemeClr val="bg1"/>
                    </a:gs>
                    <a:gs pos="47000">
                      <a:schemeClr val="bg1"/>
                    </a:gs>
                  </a:gsLst>
                  <a:lin ang="5400000" scaled="1"/>
                </a:gradFill>
                <a:latin typeface="+mn-lt"/>
              </a:defRPr>
            </a:lvl2pPr>
            <a:lvl3pPr marL="0" indent="0" algn="l">
              <a:buNone/>
              <a:defRPr sz="1800">
                <a:gradFill>
                  <a:gsLst>
                    <a:gs pos="15000">
                      <a:schemeClr val="bg1"/>
                    </a:gs>
                    <a:gs pos="47000">
                      <a:schemeClr val="bg1"/>
                    </a:gs>
                  </a:gsLst>
                  <a:lin ang="5400000" scaled="1"/>
                </a:gradFill>
                <a:latin typeface="+mn-lt"/>
              </a:defRPr>
            </a:lvl3pPr>
            <a:lvl4pPr marL="0" indent="0" algn="l">
              <a:buNone/>
              <a:defRPr sz="1600">
                <a:gradFill>
                  <a:gsLst>
                    <a:gs pos="15000">
                      <a:schemeClr val="bg1"/>
                    </a:gs>
                    <a:gs pos="47000">
                      <a:schemeClr val="bg1"/>
                    </a:gs>
                  </a:gsLst>
                  <a:lin ang="5400000" scaled="1"/>
                </a:gradFill>
                <a:latin typeface="+mn-lt"/>
              </a:defRPr>
            </a:lvl4pPr>
            <a:lvl5pPr marL="0" indent="0" algn="l">
              <a:buNone/>
              <a:defRPr sz="1600">
                <a:gradFill>
                  <a:gsLst>
                    <a:gs pos="15000">
                      <a:schemeClr val="bg1"/>
                    </a:gs>
                    <a:gs pos="47000">
                      <a:schemeClr val="bg1"/>
                    </a:gs>
                  </a:gsLst>
                  <a:lin ang="5400000" scaled="1"/>
                </a:gra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hasCustomPrompt="1"/>
          </p:nvPr>
        </p:nvSpPr>
        <p:spPr>
          <a:xfrm>
            <a:off x="555244" y="0"/>
            <a:ext cx="4083304" cy="1357295"/>
          </a:xfrm>
          <a:prstGeom prst="rect">
            <a:avLst/>
          </a:prstGeom>
        </p:spPr>
        <p:txBody>
          <a:bodyPr lIns="146304" tIns="420624" rIns="146304" anchor="t" anchorCtr="0"/>
          <a:lstStyle>
            <a:lvl1pPr algn="ctr">
              <a:defRPr lang="en-US" sz="3200" b="0" kern="1200" spc="60" baseline="0" dirty="0">
                <a:solidFill>
                  <a:schemeClr val="bg1"/>
                </a:solidFill>
                <a:latin typeface="+mj-lt"/>
                <a:ea typeface="+mn-ea"/>
                <a:cs typeface="Segoe UI Semilight" panose="020B0402040204020203" pitchFamily="34"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dirty="0"/>
              <a:t>Click to edit master title style</a:t>
            </a:r>
          </a:p>
        </p:txBody>
      </p:sp>
      <p:sp>
        <p:nvSpPr>
          <p:cNvPr id="12" name="Text Placeholder 8"/>
          <p:cNvSpPr>
            <a:spLocks noGrp="1"/>
          </p:cNvSpPr>
          <p:nvPr>
            <p:ph type="body" sz="quarter" idx="12"/>
          </p:nvPr>
        </p:nvSpPr>
        <p:spPr>
          <a:xfrm>
            <a:off x="6096000" y="2599498"/>
            <a:ext cx="5671764" cy="1843069"/>
          </a:xfrm>
        </p:spPr>
        <p:txBody>
          <a:bodyPr/>
          <a:lstStyle>
            <a:lvl1pPr marL="0" indent="0" algn="l">
              <a:buNone/>
              <a:defRPr sz="2200">
                <a:gradFill>
                  <a:gsLst>
                    <a:gs pos="15000">
                      <a:schemeClr val="bg1"/>
                    </a:gs>
                    <a:gs pos="47000">
                      <a:schemeClr val="bg1"/>
                    </a:gs>
                  </a:gsLst>
                  <a:lin ang="5400000" scaled="1"/>
                </a:gradFill>
                <a:latin typeface="+mn-lt"/>
              </a:defRPr>
            </a:lvl1pPr>
            <a:lvl2pPr marL="0" indent="0" algn="l">
              <a:buNone/>
              <a:defRPr sz="2000">
                <a:gradFill>
                  <a:gsLst>
                    <a:gs pos="15000">
                      <a:schemeClr val="bg1"/>
                    </a:gs>
                    <a:gs pos="47000">
                      <a:schemeClr val="bg1"/>
                    </a:gs>
                  </a:gsLst>
                  <a:lin ang="5400000" scaled="1"/>
                </a:gradFill>
                <a:latin typeface="+mn-lt"/>
              </a:defRPr>
            </a:lvl2pPr>
            <a:lvl3pPr marL="0" indent="0" algn="l">
              <a:buNone/>
              <a:defRPr sz="1800">
                <a:gradFill>
                  <a:gsLst>
                    <a:gs pos="15000">
                      <a:schemeClr val="bg1"/>
                    </a:gs>
                    <a:gs pos="47000">
                      <a:schemeClr val="bg1"/>
                    </a:gs>
                  </a:gsLst>
                  <a:lin ang="5400000" scaled="1"/>
                </a:gradFill>
                <a:latin typeface="+mn-lt"/>
              </a:defRPr>
            </a:lvl3pPr>
            <a:lvl4pPr marL="0" indent="0" algn="l">
              <a:buNone/>
              <a:defRPr sz="1600">
                <a:gradFill>
                  <a:gsLst>
                    <a:gs pos="15000">
                      <a:schemeClr val="bg1"/>
                    </a:gs>
                    <a:gs pos="47000">
                      <a:schemeClr val="bg1"/>
                    </a:gs>
                  </a:gsLst>
                  <a:lin ang="5400000" scaled="1"/>
                </a:gradFill>
                <a:latin typeface="+mn-lt"/>
              </a:defRPr>
            </a:lvl4pPr>
            <a:lvl5pPr marL="0" indent="0" algn="l">
              <a:buNone/>
              <a:defRPr sz="1600">
                <a:gradFill>
                  <a:gsLst>
                    <a:gs pos="15000">
                      <a:schemeClr val="bg1"/>
                    </a:gs>
                    <a:gs pos="47000">
                      <a:schemeClr val="bg1"/>
                    </a:gs>
                  </a:gsLst>
                  <a:lin ang="5400000" scaled="1"/>
                </a:gra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8"/>
          <p:cNvSpPr>
            <a:spLocks noGrp="1"/>
          </p:cNvSpPr>
          <p:nvPr>
            <p:ph type="body" sz="quarter" idx="13"/>
          </p:nvPr>
        </p:nvSpPr>
        <p:spPr>
          <a:xfrm>
            <a:off x="6096000" y="4779896"/>
            <a:ext cx="5671764" cy="1843069"/>
          </a:xfrm>
        </p:spPr>
        <p:txBody>
          <a:bodyPr/>
          <a:lstStyle>
            <a:lvl1pPr marL="0" indent="0" algn="l">
              <a:buNone/>
              <a:defRPr sz="2200">
                <a:gradFill>
                  <a:gsLst>
                    <a:gs pos="15000">
                      <a:schemeClr val="bg1"/>
                    </a:gs>
                    <a:gs pos="47000">
                      <a:schemeClr val="bg1"/>
                    </a:gs>
                  </a:gsLst>
                  <a:lin ang="5400000" scaled="1"/>
                </a:gradFill>
                <a:latin typeface="+mn-lt"/>
              </a:defRPr>
            </a:lvl1pPr>
            <a:lvl2pPr marL="0" indent="0" algn="l">
              <a:buNone/>
              <a:defRPr sz="2000">
                <a:gradFill>
                  <a:gsLst>
                    <a:gs pos="15000">
                      <a:schemeClr val="bg1"/>
                    </a:gs>
                    <a:gs pos="47000">
                      <a:schemeClr val="bg1"/>
                    </a:gs>
                  </a:gsLst>
                  <a:lin ang="5400000" scaled="1"/>
                </a:gradFill>
                <a:latin typeface="+mn-lt"/>
              </a:defRPr>
            </a:lvl2pPr>
            <a:lvl3pPr marL="0" indent="0" algn="l">
              <a:buNone/>
              <a:defRPr sz="1800">
                <a:gradFill>
                  <a:gsLst>
                    <a:gs pos="15000">
                      <a:schemeClr val="bg1"/>
                    </a:gs>
                    <a:gs pos="47000">
                      <a:schemeClr val="bg1"/>
                    </a:gs>
                  </a:gsLst>
                  <a:lin ang="5400000" scaled="1"/>
                </a:gradFill>
                <a:latin typeface="+mn-lt"/>
              </a:defRPr>
            </a:lvl3pPr>
            <a:lvl4pPr marL="0" indent="0" algn="l">
              <a:buNone/>
              <a:defRPr sz="1600">
                <a:gradFill>
                  <a:gsLst>
                    <a:gs pos="15000">
                      <a:schemeClr val="bg1"/>
                    </a:gs>
                    <a:gs pos="47000">
                      <a:schemeClr val="bg1"/>
                    </a:gs>
                  </a:gsLst>
                  <a:lin ang="5400000" scaled="1"/>
                </a:gradFill>
                <a:latin typeface="+mn-lt"/>
              </a:defRPr>
            </a:lvl4pPr>
            <a:lvl5pPr marL="0" indent="0" algn="l">
              <a:buNone/>
              <a:defRPr sz="1600">
                <a:gradFill>
                  <a:gsLst>
                    <a:gs pos="15000">
                      <a:schemeClr val="bg1"/>
                    </a:gs>
                    <a:gs pos="47000">
                      <a:schemeClr val="bg1"/>
                    </a:gs>
                  </a:gsLst>
                  <a:lin ang="5400000" scaled="1"/>
                </a:gra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29200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Callout with small Non-bulleted">
    <p:spTree>
      <p:nvGrpSpPr>
        <p:cNvPr id="1" name=""/>
        <p:cNvGrpSpPr/>
        <p:nvPr/>
      </p:nvGrpSpPr>
      <p:grpSpPr>
        <a:xfrm>
          <a:off x="0" y="0"/>
          <a:ext cx="0" cy="0"/>
          <a:chOff x="0" y="0"/>
          <a:chExt cx="0" cy="0"/>
        </a:xfrm>
      </p:grpSpPr>
      <p:sp>
        <p:nvSpPr>
          <p:cNvPr id="14" name="Freeform: Shape 13"/>
          <p:cNvSpPr/>
          <p:nvPr userDrawn="1"/>
        </p:nvSpPr>
        <p:spPr>
          <a:xfrm>
            <a:off x="129521" y="0"/>
            <a:ext cx="4741280" cy="2353474"/>
          </a:xfrm>
          <a:custGeom>
            <a:avLst/>
            <a:gdLst>
              <a:gd name="connsiteX0" fmla="*/ 0 w 4741280"/>
              <a:gd name="connsiteY0" fmla="*/ 0 h 2353474"/>
              <a:gd name="connsiteX1" fmla="*/ 4741280 w 4741280"/>
              <a:gd name="connsiteY1" fmla="*/ 0 h 2353474"/>
              <a:gd name="connsiteX2" fmla="*/ 4729949 w 4741280"/>
              <a:gd name="connsiteY2" fmla="*/ 224399 h 2353474"/>
              <a:gd name="connsiteX3" fmla="*/ 2370640 w 4741280"/>
              <a:gd name="connsiteY3" fmla="*/ 2353474 h 2353474"/>
              <a:gd name="connsiteX4" fmla="*/ 11331 w 4741280"/>
              <a:gd name="connsiteY4" fmla="*/ 224399 h 2353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p:cNvSpPr>
            <a:spLocks noGrp="1"/>
          </p:cNvSpPr>
          <p:nvPr>
            <p:ph type="body" sz="quarter" idx="10" hasCustomPrompt="1"/>
          </p:nvPr>
        </p:nvSpPr>
        <p:spPr>
          <a:xfrm>
            <a:off x="304800" y="2472751"/>
            <a:ext cx="4566001" cy="1643527"/>
          </a:xfrm>
        </p:spPr>
        <p:txBody>
          <a:bodyPr wrap="square" lIns="91440" rIns="91440">
            <a:spAutoFit/>
          </a:bodyPr>
          <a:lstStyle>
            <a:lvl1pPr marL="0" marR="0" indent="0" algn="l" defTabSz="914367" rtl="0" eaLnBrk="1" fontAlgn="auto" latinLnBrk="0" hangingPunct="1">
              <a:lnSpc>
                <a:spcPct val="90000"/>
              </a:lnSpc>
              <a:spcBef>
                <a:spcPts val="1200"/>
              </a:spcBef>
              <a:spcAft>
                <a:spcPts val="0"/>
              </a:spcAft>
              <a:buClr>
                <a:schemeClr val="tx1"/>
              </a:buClr>
              <a:buSzPct val="90000"/>
              <a:buFont typeface="Wingdings" pitchFamily="2" charset="2"/>
              <a:buNone/>
              <a:tabLst/>
              <a:defRPr lang="en-US" sz="2800" b="0" kern="1200" spc="0" baseline="0" dirty="0">
                <a:gradFill>
                  <a:gsLst>
                    <a:gs pos="15000">
                      <a:schemeClr val="tx2"/>
                    </a:gs>
                    <a:gs pos="47000">
                      <a:schemeClr val="tx2"/>
                    </a:gs>
                  </a:gsLst>
                  <a:lin ang="5400000" scaled="1"/>
                </a:gradFill>
                <a:latin typeface="+mj-lt"/>
                <a:ea typeface="+mn-ea"/>
                <a:cs typeface="+mn-cs"/>
              </a:defRPr>
            </a:lvl1pPr>
            <a:lvl2pPr marL="0" indent="0">
              <a:buNone/>
              <a:defRPr sz="1961"/>
            </a:lvl2pPr>
            <a:lvl3pPr marL="227209" indent="0">
              <a:buNone/>
              <a:tabLst/>
              <a:defRPr sz="1961"/>
            </a:lvl3pPr>
            <a:lvl4pPr marL="451306" indent="0">
              <a:buNone/>
              <a:defRPr/>
            </a:lvl4pPr>
            <a:lvl5pPr marL="672290" indent="0">
              <a:buNone/>
              <a:tabLst/>
              <a:defRPr/>
            </a:lvl5pPr>
          </a:lstStyle>
          <a:p>
            <a:r>
              <a:rPr lang="en-US" dirty="0"/>
              <a:t>A short introduction</a:t>
            </a:r>
            <a:br>
              <a:rPr lang="en-US" dirty="0"/>
            </a:br>
            <a:r>
              <a:rPr lang="en-US" dirty="0"/>
              <a:t>to the data, revealing</a:t>
            </a:r>
            <a:br>
              <a:rPr lang="en-US" dirty="0"/>
            </a:br>
            <a:r>
              <a:rPr lang="en-US" dirty="0"/>
              <a:t>points one at a time, will enhance comprehension.</a:t>
            </a:r>
          </a:p>
        </p:txBody>
      </p:sp>
      <p:sp>
        <p:nvSpPr>
          <p:cNvPr id="9" name="Text Placeholder 8"/>
          <p:cNvSpPr>
            <a:spLocks noGrp="1"/>
          </p:cNvSpPr>
          <p:nvPr>
            <p:ph type="body" sz="quarter" idx="11"/>
          </p:nvPr>
        </p:nvSpPr>
        <p:spPr>
          <a:xfrm>
            <a:off x="6096000" y="419100"/>
            <a:ext cx="5671764" cy="1705723"/>
          </a:xfrm>
        </p:spPr>
        <p:txBody>
          <a:bodyPr/>
          <a:lstStyle>
            <a:lvl1pPr marL="0" indent="0" algn="l">
              <a:buNone/>
              <a:defRPr sz="2200">
                <a:latin typeface="+mn-lt"/>
              </a:defRPr>
            </a:lvl1pPr>
            <a:lvl2pPr marL="0" indent="0" algn="l">
              <a:buNone/>
              <a:defRPr sz="1765">
                <a:latin typeface="+mn-lt"/>
              </a:defRPr>
            </a:lvl2pPr>
            <a:lvl3pPr marL="0" indent="0" algn="l">
              <a:buNone/>
              <a:defRPr sz="1568">
                <a:latin typeface="+mn-lt"/>
              </a:defRPr>
            </a:lvl3pPr>
            <a:lvl4pPr marL="0" indent="0" algn="l">
              <a:buNone/>
              <a:defRPr sz="1372">
                <a:latin typeface="+mn-lt"/>
              </a:defRPr>
            </a:lvl4pPr>
            <a:lvl5pPr marL="0" indent="0" algn="l">
              <a:buNone/>
              <a:defRPr sz="1372">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4"/>
          </p:nvPr>
        </p:nvSpPr>
        <p:spPr>
          <a:xfrm>
            <a:off x="11750600" y="6484937"/>
            <a:ext cx="425600" cy="365125"/>
          </a:xfrm>
          <a:prstGeom prst="rect">
            <a:avLst/>
          </a:prstGeom>
        </p:spPr>
        <p:txBody>
          <a:bodyPr vert="horz" lIns="91440" tIns="45720" rIns="91440" bIns="45720" rtlCol="0" anchor="ctr"/>
          <a:lstStyle>
            <a:lvl1pPr algn="r">
              <a:defRPr sz="1100">
                <a:solidFill>
                  <a:schemeClr val="tx2"/>
                </a:solidFill>
              </a:defRPr>
            </a:lvl1pPr>
          </a:lstStyle>
          <a:p>
            <a:fld id="{5AE1514C-5E56-4738-A1FF-4B1CFD2A3E36}" type="slidenum">
              <a:rPr lang="en-US" smtClean="0"/>
              <a:pPr/>
              <a:t>‹#›</a:t>
            </a:fld>
            <a:endParaRPr lang="en-US" dirty="0"/>
          </a:p>
        </p:txBody>
      </p:sp>
      <p:sp>
        <p:nvSpPr>
          <p:cNvPr id="7" name="Title 6"/>
          <p:cNvSpPr>
            <a:spLocks noGrp="1"/>
          </p:cNvSpPr>
          <p:nvPr>
            <p:ph type="title" hasCustomPrompt="1"/>
          </p:nvPr>
        </p:nvSpPr>
        <p:spPr>
          <a:xfrm>
            <a:off x="555244" y="0"/>
            <a:ext cx="4083304" cy="1926336"/>
          </a:xfrm>
          <a:prstGeom prst="rect">
            <a:avLst/>
          </a:prstGeom>
        </p:spPr>
        <p:txBody>
          <a:bodyPr lIns="146304" tIns="420624" rIns="146304" anchor="t" anchorCtr="0"/>
          <a:lstStyle>
            <a:lvl1pPr>
              <a:defRPr lang="en-US" sz="3200" b="0" kern="1200" spc="60" baseline="0" dirty="0">
                <a:solidFill>
                  <a:schemeClr val="bg1"/>
                </a:solidFill>
                <a:latin typeface="+mj-lt"/>
                <a:ea typeface="+mn-ea"/>
                <a:cs typeface="Segoe UI Semilight" panose="020B0402040204020203" pitchFamily="34"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dirty="0"/>
              <a:t>Click to edit master title style</a:t>
            </a:r>
          </a:p>
        </p:txBody>
      </p:sp>
      <p:sp>
        <p:nvSpPr>
          <p:cNvPr id="12" name="Text Placeholder 8"/>
          <p:cNvSpPr>
            <a:spLocks noGrp="1"/>
          </p:cNvSpPr>
          <p:nvPr>
            <p:ph type="body" sz="quarter" idx="12"/>
          </p:nvPr>
        </p:nvSpPr>
        <p:spPr>
          <a:xfrm>
            <a:off x="6096000" y="2697329"/>
            <a:ext cx="5671764" cy="1705723"/>
          </a:xfrm>
        </p:spPr>
        <p:txBody>
          <a:bodyPr/>
          <a:lstStyle>
            <a:lvl1pPr marL="0" indent="0" algn="l">
              <a:buNone/>
              <a:defRPr sz="2200">
                <a:latin typeface="+mn-lt"/>
              </a:defRPr>
            </a:lvl1pPr>
            <a:lvl2pPr marL="0" indent="0" algn="l">
              <a:buNone/>
              <a:defRPr sz="1765">
                <a:latin typeface="+mn-lt"/>
              </a:defRPr>
            </a:lvl2pPr>
            <a:lvl3pPr marL="0" indent="0" algn="l">
              <a:buNone/>
              <a:defRPr sz="1568">
                <a:latin typeface="+mn-lt"/>
              </a:defRPr>
            </a:lvl3pPr>
            <a:lvl4pPr marL="0" indent="0" algn="l">
              <a:buNone/>
              <a:defRPr sz="1372">
                <a:latin typeface="+mn-lt"/>
              </a:defRPr>
            </a:lvl4pPr>
            <a:lvl5pPr marL="0" indent="0" algn="l">
              <a:buNone/>
              <a:defRPr sz="1372">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8"/>
          <p:cNvSpPr>
            <a:spLocks noGrp="1"/>
          </p:cNvSpPr>
          <p:nvPr>
            <p:ph type="body" sz="quarter" idx="13"/>
          </p:nvPr>
        </p:nvSpPr>
        <p:spPr>
          <a:xfrm>
            <a:off x="6096000" y="4975558"/>
            <a:ext cx="5671764" cy="1705723"/>
          </a:xfrm>
        </p:spPr>
        <p:txBody>
          <a:bodyPr/>
          <a:lstStyle>
            <a:lvl1pPr marL="0" indent="0" algn="l">
              <a:buNone/>
              <a:defRPr sz="2200">
                <a:latin typeface="+mn-lt"/>
              </a:defRPr>
            </a:lvl1pPr>
            <a:lvl2pPr marL="0" indent="0" algn="l">
              <a:buNone/>
              <a:defRPr sz="1765">
                <a:latin typeface="+mn-lt"/>
              </a:defRPr>
            </a:lvl2pPr>
            <a:lvl3pPr marL="0" indent="0" algn="l">
              <a:buNone/>
              <a:defRPr sz="1568">
                <a:latin typeface="+mn-lt"/>
              </a:defRPr>
            </a:lvl3pPr>
            <a:lvl4pPr marL="0" indent="0" algn="l">
              <a:buNone/>
              <a:defRPr sz="1372">
                <a:latin typeface="+mn-lt"/>
              </a:defRPr>
            </a:lvl4pPr>
            <a:lvl5pPr marL="0" indent="0" algn="l">
              <a:buNone/>
              <a:defRPr sz="1372">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60674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50"/>
                                        <p:tgtEl>
                                          <p:spTgt spid="4">
                                            <p:txEl>
                                              <p:pRg st="0" end="0"/>
                                            </p:txEl>
                                          </p:spTgt>
                                        </p:tgtEl>
                                      </p:cBhvr>
                                    </p:animEffect>
                                  </p:childTnLst>
                                </p:cTn>
                              </p:par>
                              <p:par>
                                <p:cTn id="8" presetID="63" presetClass="path" presetSubtype="0" accel="50000" decel="50000" fill="hold" grpId="1" nodeType="withEffect">
                                  <p:stCondLst>
                                    <p:cond delay="0"/>
                                  </p:stCondLst>
                                  <p:childTnLst>
                                    <p:animMotion origin="layout" path="M -4.375E-6 -4.07407E-6 L 0.03178 0.00047 " pathEditMode="relative" rAng="0" ptsTypes="AA">
                                      <p:cBhvr>
                                        <p:cTn id="9" dur="750" fill="hold"/>
                                        <p:tgtEl>
                                          <p:spTgt spid="4">
                                            <p:txEl>
                                              <p:pRg st="0" end="0"/>
                                            </p:txEl>
                                          </p:spTgt>
                                        </p:tgtEl>
                                        <p:attrNameLst>
                                          <p:attrName>ppt_x</p:attrName>
                                          <p:attrName>ppt_y</p:attrName>
                                        </p:attrNameLst>
                                      </p:cBhvr>
                                      <p:rCtr x="1589"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4" grpId="1" build="p">
        <p:tmplLst>
          <p:tmpl lvl="1">
            <p:tnLst>
              <p:par>
                <p:cTn presetID="63" presetClass="path" presetSubtype="0" accel="50000" decel="50000" fill="hold" nodeType="withEffect">
                  <p:stCondLst>
                    <p:cond delay="0"/>
                  </p:stCondLst>
                  <p:childTnLst>
                    <p:animMotion origin="layout" path="M -4.375E-6 -4.07407E-6 L 0.03178 0.00047 " pathEditMode="relative" rAng="0" ptsTypes="AA">
                      <p:cBhvr>
                        <p:cTn dur="750" fill="hold"/>
                        <p:tgtEl>
                          <p:spTgt spid="4"/>
                        </p:tgtEl>
                        <p:attrNameLst>
                          <p:attrName>ppt_x</p:attrName>
                          <p:attrName>ppt_y</p:attrName>
                        </p:attrNameLst>
                      </p:cBhvr>
                      <p:rCtr x="1589" y="23"/>
                    </p:animMotion>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Callout with small Non-bulleted">
    <p:spTree>
      <p:nvGrpSpPr>
        <p:cNvPr id="1" name=""/>
        <p:cNvGrpSpPr/>
        <p:nvPr/>
      </p:nvGrpSpPr>
      <p:grpSpPr>
        <a:xfrm>
          <a:off x="0" y="0"/>
          <a:ext cx="0" cy="0"/>
          <a:chOff x="0" y="0"/>
          <a:chExt cx="0" cy="0"/>
        </a:xfrm>
      </p:grpSpPr>
      <p:sp>
        <p:nvSpPr>
          <p:cNvPr id="14" name="Freeform: Shape 13"/>
          <p:cNvSpPr/>
          <p:nvPr userDrawn="1"/>
        </p:nvSpPr>
        <p:spPr>
          <a:xfrm>
            <a:off x="129521" y="0"/>
            <a:ext cx="4741280" cy="2353474"/>
          </a:xfrm>
          <a:custGeom>
            <a:avLst/>
            <a:gdLst>
              <a:gd name="connsiteX0" fmla="*/ 0 w 4741280"/>
              <a:gd name="connsiteY0" fmla="*/ 0 h 2353474"/>
              <a:gd name="connsiteX1" fmla="*/ 4741280 w 4741280"/>
              <a:gd name="connsiteY1" fmla="*/ 0 h 2353474"/>
              <a:gd name="connsiteX2" fmla="*/ 4729949 w 4741280"/>
              <a:gd name="connsiteY2" fmla="*/ 224399 h 2353474"/>
              <a:gd name="connsiteX3" fmla="*/ 2370640 w 4741280"/>
              <a:gd name="connsiteY3" fmla="*/ 2353474 h 2353474"/>
              <a:gd name="connsiteX4" fmla="*/ 11331 w 4741280"/>
              <a:gd name="connsiteY4" fmla="*/ 224399 h 2353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p:cNvSpPr>
            <a:spLocks noGrp="1"/>
          </p:cNvSpPr>
          <p:nvPr>
            <p:ph type="body" sz="quarter" idx="10" hasCustomPrompt="1"/>
          </p:nvPr>
        </p:nvSpPr>
        <p:spPr>
          <a:xfrm>
            <a:off x="6096000" y="431800"/>
            <a:ext cx="5371038" cy="1830245"/>
          </a:xfrm>
        </p:spPr>
        <p:txBody>
          <a:bodyPr wrap="square" lIns="146304" rIns="146304">
            <a:spAutoFit/>
          </a:bodyPr>
          <a:lstStyle>
            <a:lvl1pPr marL="0" marR="0" indent="0" algn="l" defTabSz="914367" rtl="0" eaLnBrk="1" fontAlgn="auto" latinLnBrk="0" hangingPunct="1">
              <a:lnSpc>
                <a:spcPct val="90000"/>
              </a:lnSpc>
              <a:spcBef>
                <a:spcPts val="1200"/>
              </a:spcBef>
              <a:spcAft>
                <a:spcPts val="0"/>
              </a:spcAft>
              <a:buClr>
                <a:schemeClr val="tx1"/>
              </a:buClr>
              <a:buSzPct val="90000"/>
              <a:buFont typeface="Wingdings" pitchFamily="2" charset="2"/>
              <a:buNone/>
              <a:tabLst/>
              <a:defRPr lang="en-US" sz="3137" kern="1200" spc="0" baseline="0" dirty="0">
                <a:gradFill>
                  <a:gsLst>
                    <a:gs pos="15000">
                      <a:schemeClr val="tx2"/>
                    </a:gs>
                    <a:gs pos="47000">
                      <a:schemeClr val="tx2"/>
                    </a:gs>
                  </a:gsLst>
                  <a:lin ang="5400000" scaled="1"/>
                </a:gradFill>
                <a:latin typeface="+mj-lt"/>
                <a:ea typeface="+mn-ea"/>
                <a:cs typeface="+mn-cs"/>
              </a:defRPr>
            </a:lvl1pPr>
            <a:lvl2pPr marL="0" indent="0">
              <a:buNone/>
              <a:defRPr sz="1961"/>
            </a:lvl2pPr>
            <a:lvl3pPr marL="227209" indent="0">
              <a:buNone/>
              <a:tabLst/>
              <a:defRPr sz="1961"/>
            </a:lvl3pPr>
            <a:lvl4pPr marL="451306" indent="0">
              <a:buNone/>
              <a:defRPr/>
            </a:lvl4pPr>
            <a:lvl5pPr marL="672290" indent="0">
              <a:buNone/>
              <a:tabLst/>
              <a:defRPr/>
            </a:lvl5pPr>
          </a:lstStyle>
          <a:p>
            <a:r>
              <a:rPr lang="en-US" dirty="0"/>
              <a:t>A short introduction</a:t>
            </a:r>
            <a:br>
              <a:rPr lang="en-US" dirty="0"/>
            </a:br>
            <a:r>
              <a:rPr lang="en-US" dirty="0"/>
              <a:t>to the data, revealing</a:t>
            </a:r>
            <a:br>
              <a:rPr lang="en-US" dirty="0"/>
            </a:br>
            <a:r>
              <a:rPr lang="en-US" dirty="0"/>
              <a:t>points one at a time, will enhance comprehension.</a:t>
            </a:r>
          </a:p>
        </p:txBody>
      </p:sp>
      <p:sp>
        <p:nvSpPr>
          <p:cNvPr id="9" name="Text Placeholder 8"/>
          <p:cNvSpPr>
            <a:spLocks noGrp="1"/>
          </p:cNvSpPr>
          <p:nvPr>
            <p:ph type="body" sz="quarter" idx="11"/>
          </p:nvPr>
        </p:nvSpPr>
        <p:spPr>
          <a:xfrm>
            <a:off x="293687" y="3436331"/>
            <a:ext cx="2286000" cy="1802032"/>
          </a:xfrm>
        </p:spPr>
        <p:txBody>
          <a:bodyPr lIns="182880" tIns="146304" rIns="182880"/>
          <a:lstStyle>
            <a:lvl1pPr marL="0" indent="0" algn="l">
              <a:buNone/>
              <a:defRPr sz="1600" b="1">
                <a:latin typeface="+mn-lt"/>
              </a:defRPr>
            </a:lvl1pPr>
            <a:lvl2pPr marL="0" indent="0" algn="l">
              <a:buNone/>
              <a:defRPr lang="en-US" sz="1400" b="0" kern="1200" dirty="0">
                <a:solidFill>
                  <a:schemeClr val="tx1"/>
                </a:solidFill>
                <a:latin typeface="+mn-lt"/>
                <a:ea typeface="+mn-ea"/>
                <a:cs typeface="+mn-cs"/>
              </a:defRPr>
            </a:lvl2pPr>
            <a:lvl3pPr marL="0" indent="0" algn="l">
              <a:buNone/>
              <a:defRPr sz="1200">
                <a:latin typeface="+mn-lt"/>
              </a:defRPr>
            </a:lvl3pPr>
            <a:lvl4pPr marL="0" indent="0" algn="l">
              <a:buNone/>
              <a:defRPr sz="1100">
                <a:latin typeface="+mn-lt"/>
              </a:defRPr>
            </a:lvl4pPr>
            <a:lvl5pPr marL="0" indent="0" algn="l">
              <a:buNone/>
              <a:defRPr sz="11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hasCustomPrompt="1"/>
          </p:nvPr>
        </p:nvSpPr>
        <p:spPr>
          <a:xfrm>
            <a:off x="555244" y="0"/>
            <a:ext cx="4083304" cy="1926336"/>
          </a:xfrm>
          <a:prstGeom prst="rect">
            <a:avLst/>
          </a:prstGeom>
        </p:spPr>
        <p:txBody>
          <a:bodyPr lIns="146304" tIns="420624" rIns="146304" anchor="t" anchorCtr="0"/>
          <a:lstStyle>
            <a:lvl1pPr>
              <a:defRPr lang="en-US" sz="3200" b="0" kern="1200" spc="60" baseline="0" dirty="0">
                <a:solidFill>
                  <a:schemeClr val="bg1"/>
                </a:solidFill>
                <a:latin typeface="+mj-lt"/>
                <a:ea typeface="+mn-ea"/>
                <a:cs typeface="Segoe UI Semilight" panose="020B0402040204020203" pitchFamily="34"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dirty="0"/>
              <a:t>Click to edit master title style</a:t>
            </a:r>
          </a:p>
        </p:txBody>
      </p:sp>
      <p:sp>
        <p:nvSpPr>
          <p:cNvPr id="12" name="Text Placeholder 8"/>
          <p:cNvSpPr>
            <a:spLocks noGrp="1"/>
          </p:cNvSpPr>
          <p:nvPr>
            <p:ph type="body" sz="quarter" idx="12"/>
          </p:nvPr>
        </p:nvSpPr>
        <p:spPr>
          <a:xfrm>
            <a:off x="2661017" y="3436331"/>
            <a:ext cx="2286000" cy="1802032"/>
          </a:xfrm>
        </p:spPr>
        <p:txBody>
          <a:bodyPr lIns="182880" tIns="146304" rIns="91440"/>
          <a:lstStyle>
            <a:lvl1pPr marL="0" indent="0" algn="l">
              <a:buNone/>
              <a:defRPr lang="en-US" sz="1600" b="1" kern="1200" dirty="0">
                <a:solidFill>
                  <a:schemeClr val="tx1">
                    <a:lumMod val="85000"/>
                    <a:lumOff val="15000"/>
                  </a:schemeClr>
                </a:solidFill>
                <a:latin typeface="+mn-lt"/>
                <a:ea typeface="+mn-ea"/>
                <a:cs typeface="+mn-cs"/>
              </a:defRPr>
            </a:lvl1pPr>
            <a:lvl2pPr marL="0" indent="0" algn="l">
              <a:buNone/>
              <a:defRPr lang="en-US" sz="1400" b="0" kern="1200" dirty="0">
                <a:solidFill>
                  <a:schemeClr val="tx1"/>
                </a:solidFill>
                <a:latin typeface="+mn-lt"/>
                <a:ea typeface="+mn-ea"/>
                <a:cs typeface="+mn-cs"/>
              </a:defRPr>
            </a:lvl2pPr>
            <a:lvl3pPr marL="0" indent="0" algn="l">
              <a:buNone/>
              <a:defRPr sz="1200" b="0">
                <a:latin typeface="+mn-lt"/>
              </a:defRPr>
            </a:lvl3pPr>
            <a:lvl4pPr marL="0" indent="0" algn="l">
              <a:buNone/>
              <a:defRPr sz="1100" b="0">
                <a:latin typeface="+mn-lt"/>
              </a:defRPr>
            </a:lvl4pPr>
            <a:lvl5pPr marL="0" indent="0" algn="l">
              <a:buNone/>
              <a:defRPr sz="1100" b="0">
                <a:latin typeface="+mn-lt"/>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a:t>Second level</a:t>
            </a:r>
          </a:p>
          <a:p>
            <a:pPr marL="0" lvl="2" indent="0" algn="l" defTabSz="914400" rtl="0" eaLnBrk="1" latinLnBrk="0" hangingPunct="1">
              <a:lnSpc>
                <a:spcPct val="90000"/>
              </a:lnSpc>
              <a:spcBef>
                <a:spcPts val="1000"/>
              </a:spcBef>
              <a:buFont typeface="Arial" panose="020B0604020202020204" pitchFamily="34" charset="0"/>
              <a:buNone/>
            </a:pPr>
            <a:r>
              <a:rPr lang="en-US"/>
              <a:t>Third level</a:t>
            </a:r>
          </a:p>
          <a:p>
            <a:pPr marL="0" lvl="3" indent="0" algn="l" defTabSz="914400" rtl="0" eaLnBrk="1" latinLnBrk="0" hangingPunct="1">
              <a:lnSpc>
                <a:spcPct val="90000"/>
              </a:lnSpc>
              <a:spcBef>
                <a:spcPts val="1000"/>
              </a:spcBef>
              <a:buFont typeface="Arial" panose="020B0604020202020204" pitchFamily="34" charset="0"/>
              <a:buNone/>
            </a:pPr>
            <a:r>
              <a:rPr lang="en-US"/>
              <a:t>Fourth level</a:t>
            </a:r>
          </a:p>
          <a:p>
            <a:pPr marL="0" lvl="4" indent="0" algn="l" defTabSz="914400" rtl="0" eaLnBrk="1" latinLnBrk="0" hangingPunct="1">
              <a:lnSpc>
                <a:spcPct val="90000"/>
              </a:lnSpc>
              <a:spcBef>
                <a:spcPts val="1000"/>
              </a:spcBef>
              <a:buFont typeface="Arial" panose="020B0604020202020204" pitchFamily="34" charset="0"/>
              <a:buNone/>
            </a:pPr>
            <a:r>
              <a:rPr lang="en-US"/>
              <a:t>Fifth level</a:t>
            </a:r>
            <a:endParaRPr lang="en-US" dirty="0"/>
          </a:p>
        </p:txBody>
      </p:sp>
      <p:sp>
        <p:nvSpPr>
          <p:cNvPr id="10" name="Text Placeholder 8"/>
          <p:cNvSpPr>
            <a:spLocks noGrp="1"/>
          </p:cNvSpPr>
          <p:nvPr>
            <p:ph type="body" sz="quarter" idx="13"/>
          </p:nvPr>
        </p:nvSpPr>
        <p:spPr>
          <a:xfrm>
            <a:off x="5028347" y="3436331"/>
            <a:ext cx="2286000" cy="1802032"/>
          </a:xfrm>
        </p:spPr>
        <p:txBody>
          <a:bodyPr lIns="182880" tIns="146304" rIns="91440"/>
          <a:lstStyle>
            <a:lvl1pPr marL="0" indent="0" algn="l">
              <a:buNone/>
              <a:defRPr lang="en-US" sz="1600" b="1" kern="1200" dirty="0">
                <a:solidFill>
                  <a:schemeClr val="tx1">
                    <a:lumMod val="85000"/>
                    <a:lumOff val="15000"/>
                  </a:schemeClr>
                </a:solidFill>
                <a:latin typeface="+mn-lt"/>
                <a:ea typeface="+mn-ea"/>
                <a:cs typeface="+mn-cs"/>
              </a:defRPr>
            </a:lvl1pPr>
            <a:lvl2pPr marL="0" indent="0" algn="l">
              <a:buNone/>
              <a:defRPr sz="1400" b="0">
                <a:solidFill>
                  <a:schemeClr val="tx1"/>
                </a:solidFill>
                <a:latin typeface="+mn-lt"/>
              </a:defRPr>
            </a:lvl2pPr>
            <a:lvl3pPr marL="0" indent="0" algn="l">
              <a:buNone/>
              <a:defRPr sz="1200" b="0">
                <a:latin typeface="+mn-lt"/>
              </a:defRPr>
            </a:lvl3pPr>
            <a:lvl4pPr marL="0" indent="0" algn="l">
              <a:buNone/>
              <a:defRPr sz="1100" b="0">
                <a:latin typeface="+mn-lt"/>
              </a:defRPr>
            </a:lvl4pPr>
            <a:lvl5pPr marL="0" indent="0" algn="l">
              <a:buNone/>
              <a:defRPr sz="1100" b="0">
                <a:latin typeface="+mn-lt"/>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a:t>Second level</a:t>
            </a:r>
          </a:p>
          <a:p>
            <a:pPr marL="0" lvl="2" indent="0" algn="l" defTabSz="914400" rtl="0" eaLnBrk="1" latinLnBrk="0" hangingPunct="1">
              <a:lnSpc>
                <a:spcPct val="90000"/>
              </a:lnSpc>
              <a:spcBef>
                <a:spcPts val="1000"/>
              </a:spcBef>
              <a:buFont typeface="Arial" panose="020B0604020202020204" pitchFamily="34" charset="0"/>
              <a:buNone/>
            </a:pPr>
            <a:r>
              <a:rPr lang="en-US"/>
              <a:t>Third level</a:t>
            </a:r>
          </a:p>
          <a:p>
            <a:pPr marL="0" lvl="3" indent="0" algn="l" defTabSz="914400" rtl="0" eaLnBrk="1" latinLnBrk="0" hangingPunct="1">
              <a:lnSpc>
                <a:spcPct val="90000"/>
              </a:lnSpc>
              <a:spcBef>
                <a:spcPts val="1000"/>
              </a:spcBef>
              <a:buFont typeface="Arial" panose="020B0604020202020204" pitchFamily="34" charset="0"/>
              <a:buNone/>
            </a:pPr>
            <a:r>
              <a:rPr lang="en-US"/>
              <a:t>Fourth level</a:t>
            </a:r>
          </a:p>
          <a:p>
            <a:pPr marL="0" lvl="4" indent="0" algn="l" defTabSz="914400" rtl="0" eaLnBrk="1" latinLnBrk="0" hangingPunct="1">
              <a:lnSpc>
                <a:spcPct val="90000"/>
              </a:lnSpc>
              <a:spcBef>
                <a:spcPts val="1000"/>
              </a:spcBef>
              <a:buFont typeface="Arial" panose="020B0604020202020204" pitchFamily="34" charset="0"/>
              <a:buNone/>
            </a:pPr>
            <a:r>
              <a:rPr lang="en-US"/>
              <a:t>Fifth level</a:t>
            </a:r>
            <a:endParaRPr lang="en-US" dirty="0"/>
          </a:p>
        </p:txBody>
      </p:sp>
      <p:sp>
        <p:nvSpPr>
          <p:cNvPr id="11" name="Text Placeholder 8"/>
          <p:cNvSpPr>
            <a:spLocks noGrp="1"/>
          </p:cNvSpPr>
          <p:nvPr>
            <p:ph type="body" sz="quarter" idx="14"/>
          </p:nvPr>
        </p:nvSpPr>
        <p:spPr>
          <a:xfrm>
            <a:off x="7395677" y="3436331"/>
            <a:ext cx="2286000" cy="1802032"/>
          </a:xfrm>
        </p:spPr>
        <p:txBody>
          <a:bodyPr lIns="182880" tIns="146304" rIns="91440"/>
          <a:lstStyle>
            <a:lvl1pPr marL="0" indent="0" algn="l">
              <a:buNone/>
              <a:defRPr lang="en-US" sz="1600" b="1" kern="1200" dirty="0">
                <a:solidFill>
                  <a:schemeClr val="tx1">
                    <a:lumMod val="85000"/>
                    <a:lumOff val="15000"/>
                  </a:schemeClr>
                </a:solidFill>
                <a:latin typeface="+mn-lt"/>
                <a:ea typeface="+mn-ea"/>
                <a:cs typeface="+mn-cs"/>
              </a:defRPr>
            </a:lvl1pPr>
            <a:lvl2pPr marL="0" indent="0" algn="l">
              <a:buNone/>
              <a:defRPr lang="en-US" sz="1400" b="0" kern="1200" dirty="0">
                <a:solidFill>
                  <a:schemeClr val="tx1"/>
                </a:solidFill>
                <a:latin typeface="+mn-lt"/>
                <a:ea typeface="+mn-ea"/>
                <a:cs typeface="+mn-cs"/>
              </a:defRPr>
            </a:lvl2pPr>
            <a:lvl3pPr marL="0" indent="0" algn="l">
              <a:buNone/>
              <a:defRPr sz="1200" b="0">
                <a:latin typeface="+mn-lt"/>
              </a:defRPr>
            </a:lvl3pPr>
            <a:lvl4pPr marL="0" indent="0" algn="l">
              <a:buNone/>
              <a:defRPr sz="1100" b="0">
                <a:latin typeface="+mn-lt"/>
              </a:defRPr>
            </a:lvl4pPr>
            <a:lvl5pPr marL="0" indent="0" algn="l">
              <a:buNone/>
              <a:defRPr sz="11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8"/>
          <p:cNvSpPr>
            <a:spLocks noGrp="1"/>
          </p:cNvSpPr>
          <p:nvPr>
            <p:ph type="body" sz="quarter" idx="15"/>
          </p:nvPr>
        </p:nvSpPr>
        <p:spPr>
          <a:xfrm>
            <a:off x="9763006" y="3436331"/>
            <a:ext cx="2286000" cy="1802032"/>
          </a:xfrm>
        </p:spPr>
        <p:txBody>
          <a:bodyPr lIns="182880" tIns="146304" rIns="91440"/>
          <a:lstStyle>
            <a:lvl1pPr marL="0" indent="0" algn="l">
              <a:buNone/>
              <a:defRPr lang="en-US" sz="1600" b="1" kern="1200" dirty="0">
                <a:solidFill>
                  <a:schemeClr val="tx1">
                    <a:lumMod val="85000"/>
                    <a:lumOff val="15000"/>
                  </a:schemeClr>
                </a:solidFill>
                <a:latin typeface="+mn-lt"/>
                <a:ea typeface="+mn-ea"/>
                <a:cs typeface="+mn-cs"/>
              </a:defRPr>
            </a:lvl1pPr>
            <a:lvl2pPr marL="0" indent="0" algn="l">
              <a:buNone/>
              <a:defRPr lang="en-US" sz="1400" b="0" kern="1200" dirty="0">
                <a:solidFill>
                  <a:schemeClr val="tx1"/>
                </a:solidFill>
                <a:latin typeface="+mn-lt"/>
                <a:ea typeface="+mn-ea"/>
                <a:cs typeface="+mn-cs"/>
              </a:defRPr>
            </a:lvl2pPr>
            <a:lvl3pPr marL="0" indent="0" algn="l">
              <a:buNone/>
              <a:defRPr sz="1200" b="0">
                <a:latin typeface="+mn-lt"/>
              </a:defRPr>
            </a:lvl3pPr>
            <a:lvl4pPr marL="0" indent="0" algn="l">
              <a:buNone/>
              <a:defRPr sz="1100" b="0">
                <a:latin typeface="+mn-lt"/>
              </a:defRPr>
            </a:lvl4pPr>
            <a:lvl5pPr marL="0" indent="0" algn="l">
              <a:buNone/>
              <a:defRPr sz="1100" b="0">
                <a:latin typeface="+mn-lt"/>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a:t>Second level</a:t>
            </a:r>
          </a:p>
          <a:p>
            <a:pPr marL="0" lvl="2" indent="0" algn="l" defTabSz="914400" rtl="0" eaLnBrk="1" latinLnBrk="0" hangingPunct="1">
              <a:lnSpc>
                <a:spcPct val="90000"/>
              </a:lnSpc>
              <a:spcBef>
                <a:spcPts val="1000"/>
              </a:spcBef>
              <a:buFont typeface="Arial" panose="020B0604020202020204" pitchFamily="34" charset="0"/>
              <a:buNone/>
            </a:pPr>
            <a:r>
              <a:rPr lang="en-US"/>
              <a:t>Third level</a:t>
            </a:r>
          </a:p>
          <a:p>
            <a:pPr marL="0" lvl="3" indent="0" algn="l" defTabSz="914400" rtl="0" eaLnBrk="1" latinLnBrk="0" hangingPunct="1">
              <a:lnSpc>
                <a:spcPct val="90000"/>
              </a:lnSpc>
              <a:spcBef>
                <a:spcPts val="1000"/>
              </a:spcBef>
              <a:buFont typeface="Arial" panose="020B0604020202020204" pitchFamily="34" charset="0"/>
              <a:buNone/>
            </a:pPr>
            <a:r>
              <a:rPr lang="en-US"/>
              <a:t>Fourth level</a:t>
            </a:r>
          </a:p>
          <a:p>
            <a:pPr marL="0" lvl="4" indent="0" algn="l" defTabSz="914400" rtl="0" eaLnBrk="1" latinLnBrk="0" hangingPunct="1">
              <a:lnSpc>
                <a:spcPct val="90000"/>
              </a:lnSpc>
              <a:spcBef>
                <a:spcPts val="1000"/>
              </a:spcBef>
              <a:buFont typeface="Arial" panose="020B0604020202020204" pitchFamily="34" charset="0"/>
              <a:buNone/>
            </a:pPr>
            <a:r>
              <a:rPr lang="en-US"/>
              <a:t>Fifth level</a:t>
            </a:r>
            <a:endParaRPr lang="en-US" dirty="0"/>
          </a:p>
        </p:txBody>
      </p:sp>
      <p:sp>
        <p:nvSpPr>
          <p:cNvPr id="13" name="Slide Number Placeholder 7"/>
          <p:cNvSpPr>
            <a:spLocks noGrp="1"/>
          </p:cNvSpPr>
          <p:nvPr>
            <p:ph type="sldNum" sz="quarter" idx="4"/>
          </p:nvPr>
        </p:nvSpPr>
        <p:spPr>
          <a:xfrm>
            <a:off x="11668594" y="6484937"/>
            <a:ext cx="523406" cy="365125"/>
          </a:xfrm>
          <a:prstGeom prst="rect">
            <a:avLst/>
          </a:prstGeom>
        </p:spPr>
        <p:txBody>
          <a:bodyPr vert="horz" wrap="none" lIns="91440" tIns="45720" rIns="91440" bIns="45720" rtlCol="0" anchor="ctr"/>
          <a:lstStyle>
            <a:lvl1pPr algn="r">
              <a:defRPr sz="1200">
                <a:solidFill>
                  <a:schemeClr val="tx2"/>
                </a:solidFill>
              </a:defRPr>
            </a:lvl1pPr>
          </a:lstStyle>
          <a:p>
            <a:fld id="{4997E989-D798-4C62-8E93-3D2D613C2488}" type="slidenum">
              <a:rPr lang="en-US" smtClean="0"/>
              <a:pPr/>
              <a:t>‹#›</a:t>
            </a:fld>
            <a:endParaRPr lang="en-US" dirty="0"/>
          </a:p>
        </p:txBody>
      </p:sp>
    </p:spTree>
    <p:extLst>
      <p:ext uri="{BB962C8B-B14F-4D97-AF65-F5344CB8AC3E}">
        <p14:creationId xmlns:p14="http://schemas.microsoft.com/office/powerpoint/2010/main" val="2158804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tmplLst>
          <p:tmpl>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2" grpId="0">
        <p:tmplLst>
          <p:tmpl>
            <p:tnLst>
              <p:par>
                <p:cTn presetID="10"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0" grpId="0">
        <p:tmplLst>
          <p:tmpl>
            <p:tnLst>
              <p:par>
                <p:cTn presetID="10" presetClass="entr" presetSubtype="0" fill="hold" nodeType="click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11" grpId="0">
        <p:tmplLst>
          <p:tmpl>
            <p:tnLst>
              <p:par>
                <p:cTn presetID="10" presetClass="entr" presetSubtype="0" fill="hold" nodeType="click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5" grpId="0">
        <p:tmplLst>
          <p:tmpl>
            <p:tnLst>
              <p:par>
                <p:cTn presetID="10"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Title,  5 Pillars smaller text">
    <p:spTree>
      <p:nvGrpSpPr>
        <p:cNvPr id="1" name=""/>
        <p:cNvGrpSpPr/>
        <p:nvPr/>
      </p:nvGrpSpPr>
      <p:grpSpPr>
        <a:xfrm>
          <a:off x="0" y="0"/>
          <a:ext cx="0" cy="0"/>
          <a:chOff x="0" y="0"/>
          <a:chExt cx="0" cy="0"/>
        </a:xfrm>
      </p:grpSpPr>
      <p:sp>
        <p:nvSpPr>
          <p:cNvPr id="4" name="Rectangle 3"/>
          <p:cNvSpPr/>
          <p:nvPr userDrawn="1"/>
        </p:nvSpPr>
        <p:spPr>
          <a:xfrm>
            <a:off x="0" y="0"/>
            <a:ext cx="12192000" cy="12143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304800" y="2598127"/>
            <a:ext cx="3714704" cy="2524794"/>
          </a:xfrm>
        </p:spPr>
        <p:txBody>
          <a:bodyPr lIns="91440" rIns="91440"/>
          <a:lstStyle>
            <a:lvl1pPr algn="ctr">
              <a:spcAft>
                <a:spcPts val="3000"/>
              </a:spcAft>
              <a:defRPr sz="2400">
                <a:gradFill>
                  <a:gsLst>
                    <a:gs pos="15000">
                      <a:schemeClr val="tx2"/>
                    </a:gs>
                    <a:gs pos="47000">
                      <a:schemeClr val="tx2"/>
                    </a:gs>
                  </a:gsLst>
                  <a:lin ang="5400000" scaled="1"/>
                </a:gradFill>
                <a:latin typeface="Segoe UI Semilight" panose="020B0402040204020203" pitchFamily="34" charset="0"/>
                <a:cs typeface="Segoe UI Semilight" panose="020B0402040204020203" pitchFamily="34" charset="0"/>
              </a:defRPr>
            </a:lvl1pPr>
            <a:lvl2pPr marL="0" indent="0" algn="ctr" defTabSz="914400" rtl="0" eaLnBrk="1" latinLnBrk="0" hangingPunct="1">
              <a:lnSpc>
                <a:spcPct val="90000"/>
              </a:lnSpc>
              <a:spcBef>
                <a:spcPts val="1000"/>
              </a:spcBef>
              <a:spcAft>
                <a:spcPts val="1200"/>
              </a:spcAft>
              <a:buFont typeface="Arial" panose="020B0604020202020204" pitchFamily="34" charset="0"/>
              <a:buNone/>
              <a:defRPr lang="en-US" sz="2000" kern="1200" dirty="0">
                <a:solidFill>
                  <a:schemeClr val="tx1"/>
                </a:solidFill>
                <a:latin typeface="Segoe UI Semilight" panose="020B0402040204020203" pitchFamily="34" charset="0"/>
                <a:ea typeface="+mn-ea"/>
                <a:cs typeface="Segoe UI Semilight" panose="020B0402040204020203" pitchFamily="34" charset="0"/>
              </a:defRPr>
            </a:lvl2pPr>
            <a:lvl3pPr algn="ctr">
              <a:defRPr sz="1800"/>
            </a:lvl3pPr>
            <a:lvl4pPr algn="ctr">
              <a:defRPr sz="1800">
                <a:latin typeface="+mn-lt"/>
              </a:defRPr>
            </a:lvl4pPr>
            <a:lvl5pPr algn="ct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idx="14"/>
          </p:nvPr>
        </p:nvSpPr>
        <p:spPr>
          <a:xfrm>
            <a:off x="4168631" y="2598127"/>
            <a:ext cx="3840480" cy="2524794"/>
          </a:xfrm>
        </p:spPr>
        <p:txBody>
          <a:bodyPr lIns="91440" rIns="91440"/>
          <a:lstStyle>
            <a:lvl1pPr algn="ctr">
              <a:defRPr lang="en-US" sz="2400" kern="1200" dirty="0">
                <a:gradFill>
                  <a:gsLst>
                    <a:gs pos="15000">
                      <a:schemeClr val="tx2"/>
                    </a:gs>
                    <a:gs pos="47000">
                      <a:schemeClr val="tx2"/>
                    </a:gs>
                  </a:gsLst>
                  <a:lin ang="5400000" scaled="1"/>
                </a:gradFill>
                <a:latin typeface="Segoe UI Semilight" panose="020B0402040204020203" pitchFamily="34" charset="0"/>
                <a:ea typeface="+mn-ea"/>
                <a:cs typeface="Segoe UI Semilight" panose="020B0402040204020203" pitchFamily="34" charset="0"/>
              </a:defRPr>
            </a:lvl1pPr>
            <a:lvl2pPr marL="0" indent="0" algn="ctr" defTabSz="914400" rtl="0" eaLnBrk="1" latinLnBrk="0" hangingPunct="1">
              <a:lnSpc>
                <a:spcPct val="90000"/>
              </a:lnSpc>
              <a:spcBef>
                <a:spcPts val="1000"/>
              </a:spcBef>
              <a:spcAft>
                <a:spcPts val="1200"/>
              </a:spcAft>
              <a:buFont typeface="Arial" panose="020B0604020202020204" pitchFamily="34" charset="0"/>
              <a:buNone/>
              <a:defRPr lang="en-US" sz="2000" kern="1200" dirty="0">
                <a:solidFill>
                  <a:schemeClr val="tx1"/>
                </a:solidFill>
                <a:latin typeface="Segoe UI Semilight" panose="020B0402040204020203" pitchFamily="34" charset="0"/>
                <a:ea typeface="+mn-ea"/>
                <a:cs typeface="Segoe UI Semilight" panose="020B0402040204020203" pitchFamily="34" charset="0"/>
              </a:defRPr>
            </a:lvl2pPr>
            <a:lvl3pPr algn="ctr">
              <a:defRPr sz="1800"/>
            </a:lvl3pPr>
            <a:lvl4pPr algn="ctr">
              <a:defRPr sz="1800">
                <a:latin typeface="+mn-lt"/>
              </a:defRPr>
            </a:lvl4pPr>
            <a:lvl5pPr algn="ctr">
              <a:defRPr sz="1600">
                <a:latin typeface="+mn-lt"/>
              </a:defRPr>
            </a:lvl5pPr>
          </a:lstStyle>
          <a:p>
            <a:pPr marL="0" lvl="0" indent="0" algn="ctr" defTabSz="914400" rtl="0" eaLnBrk="1" latinLnBrk="0" hangingPunct="1">
              <a:lnSpc>
                <a:spcPct val="90000"/>
              </a:lnSpc>
              <a:spcBef>
                <a:spcPts val="1000"/>
              </a:spcBef>
              <a:spcAft>
                <a:spcPts val="3000"/>
              </a:spcAft>
              <a:buFont typeface="Arial" panose="020B0604020202020204" pitchFamily="34" charset="0"/>
              <a:buNone/>
            </a:pPr>
            <a:r>
              <a:rPr lang="en-US"/>
              <a:t>Click to edit Master text styles</a:t>
            </a:r>
          </a:p>
          <a:p>
            <a:pPr marL="0" lvl="1" indent="0" algn="ctr" defTabSz="914400" rtl="0" eaLnBrk="1" latinLnBrk="0" hangingPunct="1">
              <a:lnSpc>
                <a:spcPct val="90000"/>
              </a:lnSpc>
              <a:spcBef>
                <a:spcPts val="1000"/>
              </a:spcBef>
              <a:spcAft>
                <a:spcPts val="3000"/>
              </a:spcAft>
              <a:buFont typeface="Arial" panose="020B0604020202020204" pitchFamily="34" charset="0"/>
              <a:buNone/>
            </a:pPr>
            <a:r>
              <a:rPr lang="en-US"/>
              <a:t>Second level</a:t>
            </a:r>
          </a:p>
          <a:p>
            <a:pPr marL="0" lvl="2" indent="0" algn="ctr" defTabSz="914400" rtl="0" eaLnBrk="1" latinLnBrk="0" hangingPunct="1">
              <a:lnSpc>
                <a:spcPct val="90000"/>
              </a:lnSpc>
              <a:spcBef>
                <a:spcPts val="1000"/>
              </a:spcBef>
              <a:spcAft>
                <a:spcPts val="3000"/>
              </a:spcAft>
              <a:buFont typeface="Arial" panose="020B0604020202020204" pitchFamily="34" charset="0"/>
              <a:buNone/>
            </a:pPr>
            <a:r>
              <a:rPr lang="en-US"/>
              <a:t>Third level</a:t>
            </a:r>
          </a:p>
          <a:p>
            <a:pPr marL="0" lvl="3" indent="0" algn="ctr" defTabSz="914400" rtl="0" eaLnBrk="1" latinLnBrk="0" hangingPunct="1">
              <a:lnSpc>
                <a:spcPct val="90000"/>
              </a:lnSpc>
              <a:spcBef>
                <a:spcPts val="1000"/>
              </a:spcBef>
              <a:spcAft>
                <a:spcPts val="3000"/>
              </a:spcAft>
              <a:buFont typeface="Arial" panose="020B0604020202020204" pitchFamily="34" charset="0"/>
              <a:buNone/>
            </a:pPr>
            <a:r>
              <a:rPr lang="en-US"/>
              <a:t>Fourth level</a:t>
            </a:r>
          </a:p>
          <a:p>
            <a:pPr marL="0" lvl="4" indent="0" algn="ctr" defTabSz="914400" rtl="0" eaLnBrk="1" latinLnBrk="0" hangingPunct="1">
              <a:lnSpc>
                <a:spcPct val="90000"/>
              </a:lnSpc>
              <a:spcBef>
                <a:spcPts val="1000"/>
              </a:spcBef>
              <a:spcAft>
                <a:spcPts val="3000"/>
              </a:spcAft>
              <a:buFont typeface="Arial" panose="020B0604020202020204" pitchFamily="34" charset="0"/>
              <a:buNone/>
            </a:pPr>
            <a:r>
              <a:rPr lang="en-US"/>
              <a:t>Fifth level</a:t>
            </a:r>
            <a:endParaRPr lang="en-US" dirty="0"/>
          </a:p>
        </p:txBody>
      </p:sp>
      <p:sp>
        <p:nvSpPr>
          <p:cNvPr id="9" name="Content Placeholder 2"/>
          <p:cNvSpPr>
            <a:spLocks noGrp="1"/>
          </p:cNvSpPr>
          <p:nvPr>
            <p:ph idx="15"/>
          </p:nvPr>
        </p:nvSpPr>
        <p:spPr>
          <a:xfrm>
            <a:off x="8158238" y="2598127"/>
            <a:ext cx="3773077" cy="2524794"/>
          </a:xfrm>
        </p:spPr>
        <p:txBody>
          <a:bodyPr lIns="91440" rIns="91440"/>
          <a:lstStyle>
            <a:lvl1pPr algn="ctr">
              <a:defRPr lang="en-US" sz="2400" kern="1200" dirty="0">
                <a:gradFill>
                  <a:gsLst>
                    <a:gs pos="15000">
                      <a:schemeClr val="tx2"/>
                    </a:gs>
                    <a:gs pos="47000">
                      <a:schemeClr val="tx2"/>
                    </a:gs>
                  </a:gsLst>
                  <a:lin ang="5400000" scaled="1"/>
                </a:gradFill>
                <a:latin typeface="Segoe UI Semilight" panose="020B0402040204020203" pitchFamily="34" charset="0"/>
                <a:ea typeface="+mn-ea"/>
                <a:cs typeface="Segoe UI Semilight" panose="020B0402040204020203" pitchFamily="34" charset="0"/>
              </a:defRPr>
            </a:lvl1pPr>
            <a:lvl2pPr marL="0" indent="0" algn="ctr" defTabSz="914400" rtl="0" eaLnBrk="1" latinLnBrk="0" hangingPunct="1">
              <a:lnSpc>
                <a:spcPct val="90000"/>
              </a:lnSpc>
              <a:spcBef>
                <a:spcPts val="1000"/>
              </a:spcBef>
              <a:spcAft>
                <a:spcPts val="1200"/>
              </a:spcAft>
              <a:buFont typeface="Arial" panose="020B0604020202020204" pitchFamily="34" charset="0"/>
              <a:buNone/>
              <a:defRPr lang="en-US" sz="2000" kern="1200" dirty="0">
                <a:solidFill>
                  <a:schemeClr val="tx1"/>
                </a:solidFill>
                <a:latin typeface="Segoe UI Semilight" panose="020B0402040204020203" pitchFamily="34" charset="0"/>
                <a:ea typeface="+mn-ea"/>
                <a:cs typeface="Segoe UI Semilight" panose="020B0402040204020203" pitchFamily="34" charset="0"/>
              </a:defRPr>
            </a:lvl2pPr>
            <a:lvl3pPr algn="ctr">
              <a:defRPr sz="1800"/>
            </a:lvl3pPr>
            <a:lvl4pPr algn="ctr">
              <a:defRPr sz="1800">
                <a:latin typeface="+mn-lt"/>
              </a:defRPr>
            </a:lvl4pPr>
            <a:lvl5pPr algn="ctr">
              <a:defRPr sz="1600">
                <a:latin typeface="+mn-lt"/>
              </a:defRPr>
            </a:lvl5pPr>
          </a:lstStyle>
          <a:p>
            <a:pPr marL="0" lvl="0" indent="0" algn="ctr" defTabSz="914400" rtl="0" eaLnBrk="1" latinLnBrk="0" hangingPunct="1">
              <a:lnSpc>
                <a:spcPct val="90000"/>
              </a:lnSpc>
              <a:spcBef>
                <a:spcPts val="1000"/>
              </a:spcBef>
              <a:spcAft>
                <a:spcPts val="3000"/>
              </a:spcAft>
              <a:buFont typeface="Arial" panose="020B0604020202020204" pitchFamily="34" charset="0"/>
              <a:buNone/>
            </a:pPr>
            <a:r>
              <a:rPr lang="en-US"/>
              <a:t>Click to edit Master text styles</a:t>
            </a:r>
          </a:p>
          <a:p>
            <a:pPr marL="0" lvl="1" indent="0" algn="ctr" defTabSz="914400" rtl="0" eaLnBrk="1" latinLnBrk="0" hangingPunct="1">
              <a:lnSpc>
                <a:spcPct val="90000"/>
              </a:lnSpc>
              <a:spcBef>
                <a:spcPts val="1000"/>
              </a:spcBef>
              <a:spcAft>
                <a:spcPts val="3000"/>
              </a:spcAft>
              <a:buFont typeface="Arial" panose="020B0604020202020204" pitchFamily="34" charset="0"/>
              <a:buNone/>
            </a:pPr>
            <a:r>
              <a:rPr lang="en-US"/>
              <a:t>Second level</a:t>
            </a:r>
          </a:p>
          <a:p>
            <a:pPr marL="0" lvl="2" indent="0" algn="ctr" defTabSz="914400" rtl="0" eaLnBrk="1" latinLnBrk="0" hangingPunct="1">
              <a:lnSpc>
                <a:spcPct val="90000"/>
              </a:lnSpc>
              <a:spcBef>
                <a:spcPts val="1000"/>
              </a:spcBef>
              <a:spcAft>
                <a:spcPts val="3000"/>
              </a:spcAft>
              <a:buFont typeface="Arial" panose="020B0604020202020204" pitchFamily="34" charset="0"/>
              <a:buNone/>
            </a:pPr>
            <a:r>
              <a:rPr lang="en-US"/>
              <a:t>Third level</a:t>
            </a:r>
          </a:p>
          <a:p>
            <a:pPr marL="0" lvl="3" indent="0" algn="ctr" defTabSz="914400" rtl="0" eaLnBrk="1" latinLnBrk="0" hangingPunct="1">
              <a:lnSpc>
                <a:spcPct val="90000"/>
              </a:lnSpc>
              <a:spcBef>
                <a:spcPts val="1000"/>
              </a:spcBef>
              <a:spcAft>
                <a:spcPts val="3000"/>
              </a:spcAft>
              <a:buFont typeface="Arial" panose="020B0604020202020204" pitchFamily="34" charset="0"/>
              <a:buNone/>
            </a:pPr>
            <a:r>
              <a:rPr lang="en-US"/>
              <a:t>Fourth level</a:t>
            </a:r>
          </a:p>
          <a:p>
            <a:pPr marL="0" lvl="4" indent="0" algn="ctr" defTabSz="914400" rtl="0" eaLnBrk="1" latinLnBrk="0" hangingPunct="1">
              <a:lnSpc>
                <a:spcPct val="90000"/>
              </a:lnSpc>
              <a:spcBef>
                <a:spcPts val="1000"/>
              </a:spcBef>
              <a:spcAft>
                <a:spcPts val="3000"/>
              </a:spcAft>
              <a:buFont typeface="Arial" panose="020B0604020202020204" pitchFamily="34" charset="0"/>
              <a:buNone/>
            </a:pPr>
            <a:r>
              <a:rPr lang="en-US"/>
              <a:t>Fifth level</a:t>
            </a:r>
            <a:endParaRPr lang="en-US" dirty="0"/>
          </a:p>
        </p:txBody>
      </p:sp>
      <p:sp>
        <p:nvSpPr>
          <p:cNvPr id="11" name="Freeform: Shape 10"/>
          <p:cNvSpPr/>
          <p:nvPr userDrawn="1"/>
        </p:nvSpPr>
        <p:spPr>
          <a:xfrm>
            <a:off x="129521" y="0"/>
            <a:ext cx="2749481" cy="1364786"/>
          </a:xfrm>
          <a:custGeom>
            <a:avLst/>
            <a:gdLst>
              <a:gd name="connsiteX0" fmla="*/ 0 w 4741280"/>
              <a:gd name="connsiteY0" fmla="*/ 0 h 2353474"/>
              <a:gd name="connsiteX1" fmla="*/ 4741280 w 4741280"/>
              <a:gd name="connsiteY1" fmla="*/ 0 h 2353474"/>
              <a:gd name="connsiteX2" fmla="*/ 4729949 w 4741280"/>
              <a:gd name="connsiteY2" fmla="*/ 224399 h 2353474"/>
              <a:gd name="connsiteX3" fmla="*/ 2370640 w 4741280"/>
              <a:gd name="connsiteY3" fmla="*/ 2353474 h 2353474"/>
              <a:gd name="connsiteX4" fmla="*/ 11331 w 4741280"/>
              <a:gd name="connsiteY4" fmla="*/ 224399 h 2353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316322" y="339408"/>
            <a:ext cx="2375877" cy="535531"/>
          </a:xfrm>
        </p:spPr>
        <p:txBody>
          <a:bodyPr/>
          <a:lstStyle>
            <a:lvl1pPr algn="ctr">
              <a:defRPr lang="en-US" sz="3200" b="0" i="0" kern="1200" spc="60" baseline="0" dirty="0">
                <a:solidFill>
                  <a:schemeClr val="bg1"/>
                </a:solidFill>
                <a:latin typeface="+mj-lt"/>
                <a:ea typeface="+mn-ea"/>
                <a:cs typeface="Segoe UI Semilight" panose="020B0402040204020203" pitchFamily="34"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dirty="0"/>
              <a:t>CLICK TO</a:t>
            </a:r>
          </a:p>
        </p:txBody>
      </p:sp>
      <p:sp>
        <p:nvSpPr>
          <p:cNvPr id="10" name="Text Placeholder 9"/>
          <p:cNvSpPr>
            <a:spLocks noGrp="1"/>
          </p:cNvSpPr>
          <p:nvPr>
            <p:ph type="body" sz="quarter" idx="16"/>
          </p:nvPr>
        </p:nvSpPr>
        <p:spPr>
          <a:xfrm>
            <a:off x="2879003" y="419100"/>
            <a:ext cx="9084398" cy="1370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Placeholder 7"/>
          <p:cNvSpPr>
            <a:spLocks noGrp="1"/>
          </p:cNvSpPr>
          <p:nvPr>
            <p:ph type="sldNum" sz="quarter" idx="4"/>
          </p:nvPr>
        </p:nvSpPr>
        <p:spPr>
          <a:xfrm>
            <a:off x="11668594" y="6484937"/>
            <a:ext cx="523406" cy="365125"/>
          </a:xfrm>
          <a:prstGeom prst="rect">
            <a:avLst/>
          </a:prstGeom>
        </p:spPr>
        <p:txBody>
          <a:bodyPr vert="horz" wrap="none" lIns="91440" tIns="45720" rIns="91440" bIns="45720" rtlCol="0" anchor="ctr"/>
          <a:lstStyle>
            <a:lvl1pPr algn="r">
              <a:defRPr sz="1200">
                <a:solidFill>
                  <a:schemeClr val="tx2"/>
                </a:solidFill>
              </a:defRPr>
            </a:lvl1pPr>
          </a:lstStyle>
          <a:p>
            <a:fld id="{4997E989-D798-4C62-8E93-3D2D613C2488}" type="slidenum">
              <a:rPr lang="en-US" smtClean="0"/>
              <a:pPr/>
              <a:t>‹#›</a:t>
            </a:fld>
            <a:endParaRPr lang="en-US" dirty="0"/>
          </a:p>
        </p:txBody>
      </p:sp>
    </p:spTree>
    <p:extLst>
      <p:ext uri="{BB962C8B-B14F-4D97-AF65-F5344CB8AC3E}">
        <p14:creationId xmlns:p14="http://schemas.microsoft.com/office/powerpoint/2010/main" val="31538659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5 Pillars smaller text">
    <p:spTree>
      <p:nvGrpSpPr>
        <p:cNvPr id="1" name=""/>
        <p:cNvGrpSpPr/>
        <p:nvPr/>
      </p:nvGrpSpPr>
      <p:grpSpPr>
        <a:xfrm>
          <a:off x="0" y="0"/>
          <a:ext cx="0" cy="0"/>
          <a:chOff x="0" y="0"/>
          <a:chExt cx="0" cy="0"/>
        </a:xfrm>
      </p:grpSpPr>
      <p:sp>
        <p:nvSpPr>
          <p:cNvPr id="4" name="Rectangle 3"/>
          <p:cNvSpPr/>
          <p:nvPr userDrawn="1"/>
        </p:nvSpPr>
        <p:spPr>
          <a:xfrm>
            <a:off x="0" y="0"/>
            <a:ext cx="12192000" cy="12143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68658" y="3493674"/>
            <a:ext cx="2377440" cy="2226763"/>
          </a:xfrm>
        </p:spPr>
        <p:txBody>
          <a:bodyPr lIns="146304" rIns="146304"/>
          <a:lstStyle>
            <a:lvl1pPr algn="ctr">
              <a:defRPr sz="2200">
                <a:gradFill>
                  <a:gsLst>
                    <a:gs pos="15000">
                      <a:schemeClr val="tx2"/>
                    </a:gs>
                    <a:gs pos="47000">
                      <a:schemeClr val="tx2"/>
                    </a:gs>
                  </a:gsLst>
                  <a:lin ang="5400000" scaled="1"/>
                </a:gradFill>
                <a:latin typeface="Segoe UI Semilight" panose="020B0402040204020203" pitchFamily="34" charset="0"/>
                <a:cs typeface="Segoe UI Semilight" panose="020B0402040204020203" pitchFamily="34" charset="0"/>
              </a:defRPr>
            </a:lvl1pPr>
            <a:lvl2pPr algn="ctr">
              <a:defRPr sz="2200">
                <a:solidFill>
                  <a:schemeClr val="tx1">
                    <a:lumMod val="75000"/>
                    <a:lumOff val="25000"/>
                  </a:schemeClr>
                </a:solidFill>
                <a:latin typeface="Segoe UI Semilight" panose="020B0402040204020203" pitchFamily="34" charset="0"/>
                <a:cs typeface="Segoe UI Semilight" panose="020B0402040204020203" pitchFamily="34" charset="0"/>
              </a:defRPr>
            </a:lvl2pPr>
            <a:lvl3pPr algn="ctr">
              <a:defRPr sz="1800"/>
            </a:lvl3pPr>
            <a:lvl4pPr algn="ctr">
              <a:defRPr sz="1800">
                <a:latin typeface="+mn-lt"/>
              </a:defRPr>
            </a:lvl4pPr>
            <a:lvl5pPr algn="ct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11747687" y="6465381"/>
            <a:ext cx="431425" cy="365125"/>
          </a:xfrm>
          <a:prstGeom prst="rect">
            <a:avLst/>
          </a:prstGeom>
        </p:spPr>
        <p:txBody>
          <a:bodyPr/>
          <a:lstStyle/>
          <a:p>
            <a:fld id="{5AE1514C-5E56-4738-A1FF-4B1CFD2A3E36}" type="slidenum">
              <a:rPr lang="en-US" smtClean="0"/>
              <a:t>‹#›</a:t>
            </a:fld>
            <a:endParaRPr lang="en-US" dirty="0"/>
          </a:p>
        </p:txBody>
      </p:sp>
      <p:sp>
        <p:nvSpPr>
          <p:cNvPr id="7" name="Content Placeholder 2"/>
          <p:cNvSpPr>
            <a:spLocks noGrp="1"/>
          </p:cNvSpPr>
          <p:nvPr>
            <p:ph idx="14"/>
          </p:nvPr>
        </p:nvSpPr>
        <p:spPr>
          <a:xfrm>
            <a:off x="2483635" y="3493674"/>
            <a:ext cx="2377440" cy="2226763"/>
          </a:xfrm>
        </p:spPr>
        <p:txBody>
          <a:bodyPr lIns="146304" rIns="146304"/>
          <a:lstStyle>
            <a:lvl1pPr algn="ctr">
              <a:defRPr sz="2200">
                <a:gradFill>
                  <a:gsLst>
                    <a:gs pos="15000">
                      <a:schemeClr val="tx2"/>
                    </a:gs>
                    <a:gs pos="47000">
                      <a:schemeClr val="tx2"/>
                    </a:gs>
                  </a:gsLst>
                  <a:lin ang="5400000" scaled="1"/>
                </a:gradFill>
                <a:latin typeface="Segoe UI Semilight" panose="020B0402040204020203" pitchFamily="34" charset="0"/>
                <a:cs typeface="Segoe UI Semilight" panose="020B0402040204020203" pitchFamily="34" charset="0"/>
              </a:defRPr>
            </a:lvl1pPr>
            <a:lvl2pPr algn="ctr">
              <a:defRPr sz="2200">
                <a:solidFill>
                  <a:schemeClr val="tx1">
                    <a:lumMod val="75000"/>
                    <a:lumOff val="25000"/>
                  </a:schemeClr>
                </a:solidFill>
                <a:latin typeface="Segoe UI Semilight" panose="020B0402040204020203" pitchFamily="34" charset="0"/>
                <a:cs typeface="Segoe UI Semilight" panose="020B0402040204020203" pitchFamily="34" charset="0"/>
              </a:defRPr>
            </a:lvl2pPr>
            <a:lvl3pPr algn="ctr">
              <a:defRPr sz="1800"/>
            </a:lvl3pPr>
            <a:lvl4pPr algn="ctr">
              <a:defRPr sz="1800">
                <a:latin typeface="+mn-lt"/>
              </a:defRPr>
            </a:lvl4pPr>
            <a:lvl5pPr algn="ct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5"/>
          </p:nvPr>
        </p:nvSpPr>
        <p:spPr>
          <a:xfrm>
            <a:off x="4898612" y="3493674"/>
            <a:ext cx="2377440" cy="2226763"/>
          </a:xfrm>
        </p:spPr>
        <p:txBody>
          <a:bodyPr lIns="146304" rIns="146304"/>
          <a:lstStyle>
            <a:lvl1pPr algn="ctr">
              <a:defRPr sz="2200">
                <a:gradFill>
                  <a:gsLst>
                    <a:gs pos="15000">
                      <a:schemeClr val="tx2"/>
                    </a:gs>
                    <a:gs pos="47000">
                      <a:schemeClr val="tx2"/>
                    </a:gs>
                  </a:gsLst>
                  <a:lin ang="5400000" scaled="1"/>
                </a:gradFill>
                <a:latin typeface="Segoe UI Semilight" panose="020B0402040204020203" pitchFamily="34" charset="0"/>
                <a:cs typeface="Segoe UI Semilight" panose="020B0402040204020203" pitchFamily="34" charset="0"/>
              </a:defRPr>
            </a:lvl1pPr>
            <a:lvl2pPr algn="ctr">
              <a:defRPr sz="2200">
                <a:solidFill>
                  <a:schemeClr val="tx1">
                    <a:lumMod val="75000"/>
                    <a:lumOff val="25000"/>
                  </a:schemeClr>
                </a:solidFill>
                <a:latin typeface="Segoe UI Semilight" panose="020B0402040204020203" pitchFamily="34" charset="0"/>
                <a:cs typeface="Segoe UI Semilight" panose="020B0402040204020203" pitchFamily="34" charset="0"/>
              </a:defRPr>
            </a:lvl2pPr>
            <a:lvl3pPr algn="ctr">
              <a:defRPr sz="1800"/>
            </a:lvl3pPr>
            <a:lvl4pPr algn="ctr">
              <a:defRPr sz="1800">
                <a:latin typeface="+mn-lt"/>
              </a:defRPr>
            </a:lvl4pPr>
            <a:lvl5pPr algn="ct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6"/>
          </p:nvPr>
        </p:nvSpPr>
        <p:spPr>
          <a:xfrm>
            <a:off x="7313589" y="3493674"/>
            <a:ext cx="2377440" cy="2226763"/>
          </a:xfrm>
        </p:spPr>
        <p:txBody>
          <a:bodyPr lIns="146304" rIns="146304"/>
          <a:lstStyle>
            <a:lvl1pPr algn="ctr">
              <a:defRPr sz="2200">
                <a:gradFill>
                  <a:gsLst>
                    <a:gs pos="15000">
                      <a:schemeClr val="tx2"/>
                    </a:gs>
                    <a:gs pos="47000">
                      <a:schemeClr val="tx2"/>
                    </a:gs>
                  </a:gsLst>
                  <a:lin ang="5400000" scaled="1"/>
                </a:gradFill>
                <a:latin typeface="Segoe UI Semilight" panose="020B0402040204020203" pitchFamily="34" charset="0"/>
                <a:cs typeface="Segoe UI Semilight" panose="020B0402040204020203" pitchFamily="34" charset="0"/>
              </a:defRPr>
            </a:lvl1pPr>
            <a:lvl2pPr algn="ctr">
              <a:defRPr sz="2200">
                <a:solidFill>
                  <a:schemeClr val="tx1">
                    <a:lumMod val="75000"/>
                    <a:lumOff val="25000"/>
                  </a:schemeClr>
                </a:solidFill>
                <a:latin typeface="Segoe UI Semilight" panose="020B0402040204020203" pitchFamily="34" charset="0"/>
                <a:cs typeface="Segoe UI Semilight" panose="020B0402040204020203" pitchFamily="34" charset="0"/>
              </a:defRPr>
            </a:lvl2pPr>
            <a:lvl3pPr algn="ctr">
              <a:defRPr sz="1800"/>
            </a:lvl3pPr>
            <a:lvl4pPr algn="ctr">
              <a:defRPr sz="1800">
                <a:latin typeface="+mn-lt"/>
              </a:defRPr>
            </a:lvl4pPr>
            <a:lvl5pPr algn="ct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p:cNvSpPr>
            <a:spLocks noGrp="1"/>
          </p:cNvSpPr>
          <p:nvPr>
            <p:ph idx="17"/>
          </p:nvPr>
        </p:nvSpPr>
        <p:spPr>
          <a:xfrm>
            <a:off x="9728566" y="3493674"/>
            <a:ext cx="2377440" cy="2226763"/>
          </a:xfrm>
        </p:spPr>
        <p:txBody>
          <a:bodyPr lIns="146304" rIns="146304"/>
          <a:lstStyle>
            <a:lvl1pPr algn="ctr">
              <a:defRPr sz="2200">
                <a:gradFill>
                  <a:gsLst>
                    <a:gs pos="15000">
                      <a:schemeClr val="tx2"/>
                    </a:gs>
                    <a:gs pos="47000">
                      <a:schemeClr val="tx2"/>
                    </a:gs>
                  </a:gsLst>
                  <a:lin ang="5400000" scaled="1"/>
                </a:gradFill>
                <a:latin typeface="Segoe UI Semilight" panose="020B0402040204020203" pitchFamily="34" charset="0"/>
                <a:cs typeface="Segoe UI Semilight" panose="020B0402040204020203" pitchFamily="34" charset="0"/>
              </a:defRPr>
            </a:lvl1pPr>
            <a:lvl2pPr algn="ctr">
              <a:defRPr sz="2200">
                <a:solidFill>
                  <a:schemeClr val="tx1">
                    <a:lumMod val="75000"/>
                    <a:lumOff val="25000"/>
                  </a:schemeClr>
                </a:solidFill>
                <a:latin typeface="Segoe UI Semilight" panose="020B0402040204020203" pitchFamily="34" charset="0"/>
                <a:cs typeface="Segoe UI Semilight" panose="020B0402040204020203" pitchFamily="34" charset="0"/>
              </a:defRPr>
            </a:lvl2pPr>
            <a:lvl3pPr algn="ctr">
              <a:defRPr sz="1800"/>
            </a:lvl3pPr>
            <a:lvl4pPr algn="ctr">
              <a:defRPr sz="1800">
                <a:latin typeface="+mn-lt"/>
              </a:defRPr>
            </a:lvl4pPr>
            <a:lvl5pPr algn="ct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11"/>
          <p:cNvSpPr/>
          <p:nvPr userDrawn="1"/>
        </p:nvSpPr>
        <p:spPr>
          <a:xfrm>
            <a:off x="297258" y="3382066"/>
            <a:ext cx="1920240" cy="182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userDrawn="1"/>
        </p:nvSpPr>
        <p:spPr>
          <a:xfrm>
            <a:off x="2712235" y="3382066"/>
            <a:ext cx="1920240" cy="182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userDrawn="1"/>
        </p:nvSpPr>
        <p:spPr>
          <a:xfrm>
            <a:off x="7542189" y="3382066"/>
            <a:ext cx="1920240" cy="182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userDrawn="1"/>
        </p:nvSpPr>
        <p:spPr>
          <a:xfrm>
            <a:off x="9957166" y="3382066"/>
            <a:ext cx="1920240" cy="182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userDrawn="1"/>
        </p:nvSpPr>
        <p:spPr>
          <a:xfrm>
            <a:off x="5127212" y="3382066"/>
            <a:ext cx="1920240" cy="182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 Placeholder 7"/>
          <p:cNvSpPr>
            <a:spLocks noGrp="1"/>
          </p:cNvSpPr>
          <p:nvPr>
            <p:ph type="body" sz="quarter" idx="13" hasCustomPrompt="1"/>
          </p:nvPr>
        </p:nvSpPr>
        <p:spPr>
          <a:xfrm>
            <a:off x="0" y="470361"/>
            <a:ext cx="12192000" cy="535531"/>
          </a:xfrm>
        </p:spPr>
        <p:txBody>
          <a:bodyPr/>
          <a:lstStyle>
            <a:lvl1pPr marL="0" indent="0" algn="ctr" defTabSz="914400" rtl="0" eaLnBrk="1" latinLnBrk="0" hangingPunct="1">
              <a:lnSpc>
                <a:spcPct val="90000"/>
              </a:lnSpc>
              <a:spcBef>
                <a:spcPts val="1000"/>
              </a:spcBef>
              <a:buFont typeface="Arial" panose="020B0604020202020204" pitchFamily="34" charset="0"/>
              <a:buNone/>
              <a:defRPr lang="en-US" sz="3200" b="0" kern="1200" dirty="0">
                <a:solidFill>
                  <a:schemeClr val="tx1">
                    <a:lumMod val="85000"/>
                    <a:lumOff val="15000"/>
                  </a:schemeClr>
                </a:solidFill>
                <a:latin typeface="+mj-lt"/>
                <a:ea typeface="+mn-ea"/>
                <a:cs typeface="Segoe UI Semilight" panose="020B0402040204020203" pitchFamily="34"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dirty="0"/>
              <a:t>Click to edit master title style</a:t>
            </a:r>
          </a:p>
        </p:txBody>
      </p:sp>
      <p:sp>
        <p:nvSpPr>
          <p:cNvPr id="17" name="Content Placeholder 2"/>
          <p:cNvSpPr>
            <a:spLocks noGrp="1"/>
          </p:cNvSpPr>
          <p:nvPr>
            <p:ph idx="18" hasCustomPrompt="1"/>
          </p:nvPr>
        </p:nvSpPr>
        <p:spPr>
          <a:xfrm>
            <a:off x="68658" y="2577396"/>
            <a:ext cx="2377440" cy="840230"/>
          </a:xfrm>
        </p:spPr>
        <p:txBody>
          <a:bodyPr lIns="146304" rIns="146304"/>
          <a:lstStyle>
            <a:lvl1pPr marL="0" algn="ctr" defTabSz="914400" rtl="0" eaLnBrk="1" latinLnBrk="0" hangingPunct="1">
              <a:defRPr lang="en-US" sz="5400" kern="1200" dirty="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vl2pPr algn="ctr">
              <a:defRPr sz="2200">
                <a:solidFill>
                  <a:schemeClr val="tx1">
                    <a:lumMod val="75000"/>
                    <a:lumOff val="25000"/>
                  </a:schemeClr>
                </a:solidFill>
                <a:latin typeface="Segoe UI Semilight" panose="020B0402040204020203" pitchFamily="34" charset="0"/>
                <a:cs typeface="Segoe UI Semilight" panose="020B0402040204020203" pitchFamily="34" charset="0"/>
              </a:defRPr>
            </a:lvl2pPr>
            <a:lvl3pPr algn="ctr">
              <a:defRPr sz="1800"/>
            </a:lvl3pPr>
            <a:lvl4pPr algn="ctr">
              <a:defRPr sz="1800">
                <a:latin typeface="+mn-lt"/>
              </a:defRPr>
            </a:lvl4pPr>
            <a:lvl5pPr algn="ctr">
              <a:defRPr sz="1600">
                <a:latin typeface="+mn-lt"/>
              </a:defRPr>
            </a:lvl5pPr>
          </a:lstStyle>
          <a:p>
            <a:pPr lvl="0"/>
            <a:r>
              <a:rPr lang="en-US" dirty="0"/>
              <a:t>#</a:t>
            </a:r>
          </a:p>
        </p:txBody>
      </p:sp>
      <p:sp>
        <p:nvSpPr>
          <p:cNvPr id="18" name="Content Placeholder 2"/>
          <p:cNvSpPr>
            <a:spLocks noGrp="1"/>
          </p:cNvSpPr>
          <p:nvPr>
            <p:ph idx="19" hasCustomPrompt="1"/>
          </p:nvPr>
        </p:nvSpPr>
        <p:spPr>
          <a:xfrm>
            <a:off x="2483635" y="2577396"/>
            <a:ext cx="2377440" cy="840230"/>
          </a:xfrm>
        </p:spPr>
        <p:txBody>
          <a:bodyPr lIns="146304" rIns="146304"/>
          <a:lstStyle>
            <a:lvl1pPr algn="ctr">
              <a:defRPr lang="en-US" sz="5400" b="1" kern="1200" dirty="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vl2pPr algn="ctr">
              <a:defRPr sz="2200">
                <a:solidFill>
                  <a:schemeClr val="tx1">
                    <a:lumMod val="75000"/>
                    <a:lumOff val="25000"/>
                  </a:schemeClr>
                </a:solidFill>
                <a:latin typeface="Segoe UI Semilight" panose="020B0402040204020203" pitchFamily="34" charset="0"/>
                <a:cs typeface="Segoe UI Semilight" panose="020B0402040204020203" pitchFamily="34" charset="0"/>
              </a:defRPr>
            </a:lvl2pPr>
            <a:lvl3pPr algn="ctr">
              <a:defRPr sz="1800"/>
            </a:lvl3pPr>
            <a:lvl4pPr algn="ctr">
              <a:defRPr sz="1800">
                <a:latin typeface="+mn-lt"/>
              </a:defRPr>
            </a:lvl4pPr>
            <a:lvl5pPr algn="ctr">
              <a:defRPr sz="1600">
                <a:latin typeface="+mn-lt"/>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dirty="0"/>
              <a:t>#</a:t>
            </a:r>
          </a:p>
        </p:txBody>
      </p:sp>
      <p:sp>
        <p:nvSpPr>
          <p:cNvPr id="19" name="Content Placeholder 2"/>
          <p:cNvSpPr>
            <a:spLocks noGrp="1"/>
          </p:cNvSpPr>
          <p:nvPr>
            <p:ph idx="20" hasCustomPrompt="1"/>
          </p:nvPr>
        </p:nvSpPr>
        <p:spPr>
          <a:xfrm>
            <a:off x="4898612" y="2577396"/>
            <a:ext cx="2377440" cy="840230"/>
          </a:xfrm>
        </p:spPr>
        <p:txBody>
          <a:bodyPr vert="horz" wrap="square" lIns="146304" tIns="45720" rIns="146304" bIns="45720" rtlCol="0">
            <a:spAutoFit/>
          </a:bodyPr>
          <a:lstStyle>
            <a:lvl1pPr algn="ctr">
              <a:defRPr lang="en-US" sz="5400" dirty="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lgn="ctr"/>
            <a:r>
              <a:rPr lang="en-US" dirty="0"/>
              <a:t>#</a:t>
            </a:r>
          </a:p>
        </p:txBody>
      </p:sp>
      <p:sp>
        <p:nvSpPr>
          <p:cNvPr id="20" name="Content Placeholder 2"/>
          <p:cNvSpPr>
            <a:spLocks noGrp="1"/>
          </p:cNvSpPr>
          <p:nvPr>
            <p:ph idx="21" hasCustomPrompt="1"/>
          </p:nvPr>
        </p:nvSpPr>
        <p:spPr>
          <a:xfrm>
            <a:off x="7313589" y="2577396"/>
            <a:ext cx="2377440" cy="840230"/>
          </a:xfrm>
        </p:spPr>
        <p:txBody>
          <a:bodyPr vert="horz" wrap="square" lIns="146304" tIns="45720" rIns="146304" bIns="45720" rtlCol="0">
            <a:spAutoFit/>
          </a:bodyPr>
          <a:lstStyle>
            <a:lvl1pPr algn="ctr">
              <a:defRPr lang="en-US" sz="5400" dirty="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lgn="ctr"/>
            <a:r>
              <a:rPr lang="en-US" dirty="0"/>
              <a:t>#</a:t>
            </a:r>
          </a:p>
        </p:txBody>
      </p:sp>
      <p:sp>
        <p:nvSpPr>
          <p:cNvPr id="21" name="Content Placeholder 2"/>
          <p:cNvSpPr>
            <a:spLocks noGrp="1"/>
          </p:cNvSpPr>
          <p:nvPr>
            <p:ph idx="22" hasCustomPrompt="1"/>
          </p:nvPr>
        </p:nvSpPr>
        <p:spPr>
          <a:xfrm>
            <a:off x="9728566" y="2577396"/>
            <a:ext cx="2377440" cy="840230"/>
          </a:xfrm>
        </p:spPr>
        <p:txBody>
          <a:bodyPr vert="horz" wrap="square" lIns="146304" tIns="45720" rIns="146304" bIns="45720" rtlCol="0">
            <a:spAutoFit/>
          </a:bodyPr>
          <a:lstStyle>
            <a:lvl1pPr algn="ctr">
              <a:defRPr lang="en-US" sz="5400" dirty="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lgn="ctr"/>
            <a:r>
              <a:rPr lang="en-US" dirty="0"/>
              <a:t>#</a:t>
            </a:r>
          </a:p>
        </p:txBody>
      </p:sp>
    </p:spTree>
    <p:extLst>
      <p:ext uri="{BB962C8B-B14F-4D97-AF65-F5344CB8AC3E}">
        <p14:creationId xmlns:p14="http://schemas.microsoft.com/office/powerpoint/2010/main" val="324911818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decel="10000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ppt_x"/>
                                              </p:val>
                                            </p:tav>
                                            <p:tav tm="100000">
                                              <p:val>
                                                <p:strVal val="#ppt_x"/>
                                              </p:val>
                                            </p:tav>
                                          </p:tavLst>
                                        </p:anim>
                                        <p:anim calcmode="lin" valueType="num">
                                          <p:cBhvr additive="base">
                                            <p:cTn id="8" dur="75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1" fill="hold" grpId="0" nodeType="withEffect" p14:presetBounceEnd="32000">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 calcmode="lin" valueType="num" p14:bounceEnd="32000">
                                          <p:cBhvr additive="base">
                                            <p:cTn id="11" dur="750" fill="hold"/>
                                            <p:tgtEl>
                                              <p:spTgt spid="17">
                                                <p:txEl>
                                                  <p:pRg st="0" end="0"/>
                                                </p:txEl>
                                              </p:spTgt>
                                            </p:tgtEl>
                                            <p:attrNameLst>
                                              <p:attrName>ppt_x</p:attrName>
                                            </p:attrNameLst>
                                          </p:cBhvr>
                                          <p:tavLst>
                                            <p:tav tm="0">
                                              <p:val>
                                                <p:strVal val="#ppt_x"/>
                                              </p:val>
                                            </p:tav>
                                            <p:tav tm="100000">
                                              <p:val>
                                                <p:strVal val="#ppt_x"/>
                                              </p:val>
                                            </p:tav>
                                          </p:tavLst>
                                        </p:anim>
                                        <p:anim calcmode="lin" valueType="num" p14:bounceEnd="32000">
                                          <p:cBhvr additive="base">
                                            <p:cTn id="12" dur="750" fill="hold"/>
                                            <p:tgtEl>
                                              <p:spTgt spid="17">
                                                <p:txEl>
                                                  <p:pRg st="0" end="0"/>
                                                </p:txEl>
                                              </p:spTgt>
                                            </p:tgtEl>
                                            <p:attrNameLst>
                                              <p:attrName>ppt_y</p:attrName>
                                            </p:attrNameLst>
                                          </p:cBhvr>
                                          <p:tavLst>
                                            <p:tav tm="0">
                                              <p:val>
                                                <p:strVal val="0-#ppt_h/2"/>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750" fill="hold"/>
                                            <p:tgtEl>
                                              <p:spTgt spid="3"/>
                                            </p:tgtEl>
                                            <p:attrNameLst>
                                              <p:attrName>ppt_x</p:attrName>
                                            </p:attrNameLst>
                                          </p:cBhvr>
                                          <p:tavLst>
                                            <p:tav tm="0">
                                              <p:val>
                                                <p:strVal val="#ppt_x"/>
                                              </p:val>
                                            </p:tav>
                                            <p:tav tm="100000">
                                              <p:val>
                                                <p:strVal val="#ppt_x"/>
                                              </p:val>
                                            </p:tav>
                                          </p:tavLst>
                                        </p:anim>
                                        <p:anim calcmode="lin" valueType="num">
                                          <p:cBhvr additive="base">
                                            <p:cTn id="16" dur="75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decel="10000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750" fill="hold"/>
                                            <p:tgtEl>
                                              <p:spTgt spid="13"/>
                                            </p:tgtEl>
                                            <p:attrNameLst>
                                              <p:attrName>ppt_x</p:attrName>
                                            </p:attrNameLst>
                                          </p:cBhvr>
                                          <p:tavLst>
                                            <p:tav tm="0">
                                              <p:val>
                                                <p:strVal val="#ppt_x"/>
                                              </p:val>
                                            </p:tav>
                                            <p:tav tm="100000">
                                              <p:val>
                                                <p:strVal val="#ppt_x"/>
                                              </p:val>
                                            </p:tav>
                                          </p:tavLst>
                                        </p:anim>
                                        <p:anim calcmode="lin" valueType="num">
                                          <p:cBhvr additive="base">
                                            <p:cTn id="22" dur="750" fill="hold"/>
                                            <p:tgtEl>
                                              <p:spTgt spid="13"/>
                                            </p:tgtEl>
                                            <p:attrNameLst>
                                              <p:attrName>ppt_y</p:attrName>
                                            </p:attrNameLst>
                                          </p:cBhvr>
                                          <p:tavLst>
                                            <p:tav tm="0">
                                              <p:val>
                                                <p:strVal val="1+#ppt_h/2"/>
                                              </p:val>
                                            </p:tav>
                                            <p:tav tm="100000">
                                              <p:val>
                                                <p:strVal val="#ppt_y"/>
                                              </p:val>
                                            </p:tav>
                                          </p:tavLst>
                                        </p:anim>
                                      </p:childTnLst>
                                    </p:cTn>
                                  </p:par>
                                  <p:par>
                                    <p:cTn id="23" presetID="2" presetClass="entr" presetSubtype="1" fill="hold" grpId="0" nodeType="withEffect" p14:presetBounceEnd="32000">
                                      <p:stCondLst>
                                        <p:cond delay="0"/>
                                      </p:stCondLst>
                                      <p:childTnLst>
                                        <p:set>
                                          <p:cBhvr>
                                            <p:cTn id="24" dur="1" fill="hold">
                                              <p:stCondLst>
                                                <p:cond delay="0"/>
                                              </p:stCondLst>
                                            </p:cTn>
                                            <p:tgtEl>
                                              <p:spTgt spid="18">
                                                <p:txEl>
                                                  <p:pRg st="0" end="0"/>
                                                </p:txEl>
                                              </p:spTgt>
                                            </p:tgtEl>
                                            <p:attrNameLst>
                                              <p:attrName>style.visibility</p:attrName>
                                            </p:attrNameLst>
                                          </p:cBhvr>
                                          <p:to>
                                            <p:strVal val="visible"/>
                                          </p:to>
                                        </p:set>
                                        <p:anim calcmode="lin" valueType="num" p14:bounceEnd="32000">
                                          <p:cBhvr additive="base">
                                            <p:cTn id="25" dur="750" fill="hold"/>
                                            <p:tgtEl>
                                              <p:spTgt spid="18">
                                                <p:txEl>
                                                  <p:pRg st="0" end="0"/>
                                                </p:txEl>
                                              </p:spTgt>
                                            </p:tgtEl>
                                            <p:attrNameLst>
                                              <p:attrName>ppt_x</p:attrName>
                                            </p:attrNameLst>
                                          </p:cBhvr>
                                          <p:tavLst>
                                            <p:tav tm="0">
                                              <p:val>
                                                <p:strVal val="#ppt_x"/>
                                              </p:val>
                                            </p:tav>
                                            <p:tav tm="100000">
                                              <p:val>
                                                <p:strVal val="#ppt_x"/>
                                              </p:val>
                                            </p:tav>
                                          </p:tavLst>
                                        </p:anim>
                                        <p:anim calcmode="lin" valueType="num" p14:bounceEnd="32000">
                                          <p:cBhvr additive="base">
                                            <p:cTn id="26" dur="750" fill="hold"/>
                                            <p:tgtEl>
                                              <p:spTgt spid="18">
                                                <p:txEl>
                                                  <p:pRg st="0" end="0"/>
                                                </p:txEl>
                                              </p:spTgt>
                                            </p:tgtEl>
                                            <p:attrNameLst>
                                              <p:attrName>ppt_y</p:attrName>
                                            </p:attrNameLst>
                                          </p:cBhvr>
                                          <p:tavLst>
                                            <p:tav tm="0">
                                              <p:val>
                                                <p:strVal val="0-#ppt_h/2"/>
                                              </p:val>
                                            </p:tav>
                                            <p:tav tm="100000">
                                              <p:val>
                                                <p:strVal val="#ppt_y"/>
                                              </p:val>
                                            </p:tav>
                                          </p:tavLst>
                                        </p:anim>
                                      </p:childTnLst>
                                    </p:cTn>
                                  </p:par>
                                  <p:par>
                                    <p:cTn id="27" presetID="2" presetClass="entr" presetSubtype="4" decel="10000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750" fill="hold"/>
                                            <p:tgtEl>
                                              <p:spTgt spid="7"/>
                                            </p:tgtEl>
                                            <p:attrNameLst>
                                              <p:attrName>ppt_x</p:attrName>
                                            </p:attrNameLst>
                                          </p:cBhvr>
                                          <p:tavLst>
                                            <p:tav tm="0">
                                              <p:val>
                                                <p:strVal val="#ppt_x"/>
                                              </p:val>
                                            </p:tav>
                                            <p:tav tm="100000">
                                              <p:val>
                                                <p:strVal val="#ppt_x"/>
                                              </p:val>
                                            </p:tav>
                                          </p:tavLst>
                                        </p:anim>
                                        <p:anim calcmode="lin" valueType="num">
                                          <p:cBhvr additive="base">
                                            <p:cTn id="30" dur="75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decel="10000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750" fill="hold"/>
                                            <p:tgtEl>
                                              <p:spTgt spid="16"/>
                                            </p:tgtEl>
                                            <p:attrNameLst>
                                              <p:attrName>ppt_x</p:attrName>
                                            </p:attrNameLst>
                                          </p:cBhvr>
                                          <p:tavLst>
                                            <p:tav tm="0">
                                              <p:val>
                                                <p:strVal val="#ppt_x"/>
                                              </p:val>
                                            </p:tav>
                                            <p:tav tm="100000">
                                              <p:val>
                                                <p:strVal val="#ppt_x"/>
                                              </p:val>
                                            </p:tav>
                                          </p:tavLst>
                                        </p:anim>
                                        <p:anim calcmode="lin" valueType="num">
                                          <p:cBhvr additive="base">
                                            <p:cTn id="36" dur="750" fill="hold"/>
                                            <p:tgtEl>
                                              <p:spTgt spid="16"/>
                                            </p:tgtEl>
                                            <p:attrNameLst>
                                              <p:attrName>ppt_y</p:attrName>
                                            </p:attrNameLst>
                                          </p:cBhvr>
                                          <p:tavLst>
                                            <p:tav tm="0">
                                              <p:val>
                                                <p:strVal val="1+#ppt_h/2"/>
                                              </p:val>
                                            </p:tav>
                                            <p:tav tm="100000">
                                              <p:val>
                                                <p:strVal val="#ppt_y"/>
                                              </p:val>
                                            </p:tav>
                                          </p:tavLst>
                                        </p:anim>
                                      </p:childTnLst>
                                    </p:cTn>
                                  </p:par>
                                  <p:par>
                                    <p:cTn id="37" presetID="2" presetClass="entr" presetSubtype="1" fill="hold" grpId="0" nodeType="withEffect" p14:presetBounceEnd="32000">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14:bounceEnd="32000">
                                          <p:cBhvr additive="base">
                                            <p:cTn id="39" dur="750" fill="hold"/>
                                            <p:tgtEl>
                                              <p:spTgt spid="19"/>
                                            </p:tgtEl>
                                            <p:attrNameLst>
                                              <p:attrName>ppt_x</p:attrName>
                                            </p:attrNameLst>
                                          </p:cBhvr>
                                          <p:tavLst>
                                            <p:tav tm="0">
                                              <p:val>
                                                <p:strVal val="#ppt_x"/>
                                              </p:val>
                                            </p:tav>
                                            <p:tav tm="100000">
                                              <p:val>
                                                <p:strVal val="#ppt_x"/>
                                              </p:val>
                                            </p:tav>
                                          </p:tavLst>
                                        </p:anim>
                                        <p:anim calcmode="lin" valueType="num" p14:bounceEnd="32000">
                                          <p:cBhvr additive="base">
                                            <p:cTn id="40" dur="750" fill="hold"/>
                                            <p:tgtEl>
                                              <p:spTgt spid="19"/>
                                            </p:tgtEl>
                                            <p:attrNameLst>
                                              <p:attrName>ppt_y</p:attrName>
                                            </p:attrNameLst>
                                          </p:cBhvr>
                                          <p:tavLst>
                                            <p:tav tm="0">
                                              <p:val>
                                                <p:strVal val="0-#ppt_h/2"/>
                                              </p:val>
                                            </p:tav>
                                            <p:tav tm="100000">
                                              <p:val>
                                                <p:strVal val="#ppt_y"/>
                                              </p:val>
                                            </p:tav>
                                          </p:tavLst>
                                        </p:anim>
                                      </p:childTnLst>
                                    </p:cTn>
                                  </p:par>
                                  <p:par>
                                    <p:cTn id="41" presetID="2" presetClass="entr" presetSubtype="4" decel="10000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750" fill="hold"/>
                                            <p:tgtEl>
                                              <p:spTgt spid="9"/>
                                            </p:tgtEl>
                                            <p:attrNameLst>
                                              <p:attrName>ppt_x</p:attrName>
                                            </p:attrNameLst>
                                          </p:cBhvr>
                                          <p:tavLst>
                                            <p:tav tm="0">
                                              <p:val>
                                                <p:strVal val="#ppt_x"/>
                                              </p:val>
                                            </p:tav>
                                            <p:tav tm="100000">
                                              <p:val>
                                                <p:strVal val="#ppt_x"/>
                                              </p:val>
                                            </p:tav>
                                          </p:tavLst>
                                        </p:anim>
                                        <p:anim calcmode="lin" valueType="num">
                                          <p:cBhvr additive="base">
                                            <p:cTn id="44" dur="75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decel="10000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750" fill="hold"/>
                                            <p:tgtEl>
                                              <p:spTgt spid="14"/>
                                            </p:tgtEl>
                                            <p:attrNameLst>
                                              <p:attrName>ppt_x</p:attrName>
                                            </p:attrNameLst>
                                          </p:cBhvr>
                                          <p:tavLst>
                                            <p:tav tm="0">
                                              <p:val>
                                                <p:strVal val="#ppt_x"/>
                                              </p:val>
                                            </p:tav>
                                            <p:tav tm="100000">
                                              <p:val>
                                                <p:strVal val="#ppt_x"/>
                                              </p:val>
                                            </p:tav>
                                          </p:tavLst>
                                        </p:anim>
                                        <p:anim calcmode="lin" valueType="num">
                                          <p:cBhvr additive="base">
                                            <p:cTn id="50" dur="750" fill="hold"/>
                                            <p:tgtEl>
                                              <p:spTgt spid="14"/>
                                            </p:tgtEl>
                                            <p:attrNameLst>
                                              <p:attrName>ppt_y</p:attrName>
                                            </p:attrNameLst>
                                          </p:cBhvr>
                                          <p:tavLst>
                                            <p:tav tm="0">
                                              <p:val>
                                                <p:strVal val="1+#ppt_h/2"/>
                                              </p:val>
                                            </p:tav>
                                            <p:tav tm="100000">
                                              <p:val>
                                                <p:strVal val="#ppt_y"/>
                                              </p:val>
                                            </p:tav>
                                          </p:tavLst>
                                        </p:anim>
                                      </p:childTnLst>
                                    </p:cTn>
                                  </p:par>
                                  <p:par>
                                    <p:cTn id="51" presetID="2" presetClass="entr" presetSubtype="1" fill="hold" grpId="0" nodeType="withEffect" p14:presetBounceEnd="32000">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14:bounceEnd="32000">
                                          <p:cBhvr additive="base">
                                            <p:cTn id="53" dur="750" fill="hold"/>
                                            <p:tgtEl>
                                              <p:spTgt spid="20"/>
                                            </p:tgtEl>
                                            <p:attrNameLst>
                                              <p:attrName>ppt_x</p:attrName>
                                            </p:attrNameLst>
                                          </p:cBhvr>
                                          <p:tavLst>
                                            <p:tav tm="0">
                                              <p:val>
                                                <p:strVal val="#ppt_x"/>
                                              </p:val>
                                            </p:tav>
                                            <p:tav tm="100000">
                                              <p:val>
                                                <p:strVal val="#ppt_x"/>
                                              </p:val>
                                            </p:tav>
                                          </p:tavLst>
                                        </p:anim>
                                        <p:anim calcmode="lin" valueType="num" p14:bounceEnd="32000">
                                          <p:cBhvr additive="base">
                                            <p:cTn id="54" dur="750" fill="hold"/>
                                            <p:tgtEl>
                                              <p:spTgt spid="20"/>
                                            </p:tgtEl>
                                            <p:attrNameLst>
                                              <p:attrName>ppt_y</p:attrName>
                                            </p:attrNameLst>
                                          </p:cBhvr>
                                          <p:tavLst>
                                            <p:tav tm="0">
                                              <p:val>
                                                <p:strVal val="0-#ppt_h/2"/>
                                              </p:val>
                                            </p:tav>
                                            <p:tav tm="100000">
                                              <p:val>
                                                <p:strVal val="#ppt_y"/>
                                              </p:val>
                                            </p:tav>
                                          </p:tavLst>
                                        </p:anim>
                                      </p:childTnLst>
                                    </p:cTn>
                                  </p:par>
                                  <p:par>
                                    <p:cTn id="55" presetID="2" presetClass="entr" presetSubtype="4" decel="100000"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anim calcmode="lin" valueType="num">
                                          <p:cBhvr additive="base">
                                            <p:cTn id="57" dur="750" fill="hold"/>
                                            <p:tgtEl>
                                              <p:spTgt spid="10"/>
                                            </p:tgtEl>
                                            <p:attrNameLst>
                                              <p:attrName>ppt_x</p:attrName>
                                            </p:attrNameLst>
                                          </p:cBhvr>
                                          <p:tavLst>
                                            <p:tav tm="0">
                                              <p:val>
                                                <p:strVal val="#ppt_x"/>
                                              </p:val>
                                            </p:tav>
                                            <p:tav tm="100000">
                                              <p:val>
                                                <p:strVal val="#ppt_x"/>
                                              </p:val>
                                            </p:tav>
                                          </p:tavLst>
                                        </p:anim>
                                        <p:anim calcmode="lin" valueType="num">
                                          <p:cBhvr additive="base">
                                            <p:cTn id="58"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decel="10000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750" fill="hold"/>
                                            <p:tgtEl>
                                              <p:spTgt spid="15"/>
                                            </p:tgtEl>
                                            <p:attrNameLst>
                                              <p:attrName>ppt_x</p:attrName>
                                            </p:attrNameLst>
                                          </p:cBhvr>
                                          <p:tavLst>
                                            <p:tav tm="0">
                                              <p:val>
                                                <p:strVal val="#ppt_x"/>
                                              </p:val>
                                            </p:tav>
                                            <p:tav tm="100000">
                                              <p:val>
                                                <p:strVal val="#ppt_x"/>
                                              </p:val>
                                            </p:tav>
                                          </p:tavLst>
                                        </p:anim>
                                        <p:anim calcmode="lin" valueType="num">
                                          <p:cBhvr additive="base">
                                            <p:cTn id="64" dur="750" fill="hold"/>
                                            <p:tgtEl>
                                              <p:spTgt spid="15"/>
                                            </p:tgtEl>
                                            <p:attrNameLst>
                                              <p:attrName>ppt_y</p:attrName>
                                            </p:attrNameLst>
                                          </p:cBhvr>
                                          <p:tavLst>
                                            <p:tav tm="0">
                                              <p:val>
                                                <p:strVal val="1+#ppt_h/2"/>
                                              </p:val>
                                            </p:tav>
                                            <p:tav tm="100000">
                                              <p:val>
                                                <p:strVal val="#ppt_y"/>
                                              </p:val>
                                            </p:tav>
                                          </p:tavLst>
                                        </p:anim>
                                      </p:childTnLst>
                                    </p:cTn>
                                  </p:par>
                                  <p:par>
                                    <p:cTn id="65" presetID="2" presetClass="entr" presetSubtype="1" fill="hold" grpId="0" nodeType="withEffect" p14:presetBounceEnd="32000">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14:bounceEnd="32000">
                                          <p:cBhvr additive="base">
                                            <p:cTn id="67" dur="750" fill="hold"/>
                                            <p:tgtEl>
                                              <p:spTgt spid="21"/>
                                            </p:tgtEl>
                                            <p:attrNameLst>
                                              <p:attrName>ppt_x</p:attrName>
                                            </p:attrNameLst>
                                          </p:cBhvr>
                                          <p:tavLst>
                                            <p:tav tm="0">
                                              <p:val>
                                                <p:strVal val="#ppt_x"/>
                                              </p:val>
                                            </p:tav>
                                            <p:tav tm="100000">
                                              <p:val>
                                                <p:strVal val="#ppt_x"/>
                                              </p:val>
                                            </p:tav>
                                          </p:tavLst>
                                        </p:anim>
                                        <p:anim calcmode="lin" valueType="num" p14:bounceEnd="32000">
                                          <p:cBhvr additive="base">
                                            <p:cTn id="68" dur="750" fill="hold"/>
                                            <p:tgtEl>
                                              <p:spTgt spid="21"/>
                                            </p:tgtEl>
                                            <p:attrNameLst>
                                              <p:attrName>ppt_y</p:attrName>
                                            </p:attrNameLst>
                                          </p:cBhvr>
                                          <p:tavLst>
                                            <p:tav tm="0">
                                              <p:val>
                                                <p:strVal val="0-#ppt_h/2"/>
                                              </p:val>
                                            </p:tav>
                                            <p:tav tm="100000">
                                              <p:val>
                                                <p:strVal val="#ppt_y"/>
                                              </p:val>
                                            </p:tav>
                                          </p:tavLst>
                                        </p:anim>
                                      </p:childTnLst>
                                    </p:cTn>
                                  </p:par>
                                  <p:par>
                                    <p:cTn id="69" presetID="2" presetClass="entr" presetSubtype="4" decel="100000" fill="hold" grpId="0" nodeType="withEffect">
                                      <p:stCondLst>
                                        <p:cond delay="0"/>
                                      </p:stCondLst>
                                      <p:childTnLst>
                                        <p:set>
                                          <p:cBhvr>
                                            <p:cTn id="70" dur="1" fill="hold">
                                              <p:stCondLst>
                                                <p:cond delay="0"/>
                                              </p:stCondLst>
                                            </p:cTn>
                                            <p:tgtEl>
                                              <p:spTgt spid="11"/>
                                            </p:tgtEl>
                                            <p:attrNameLst>
                                              <p:attrName>style.visibility</p:attrName>
                                            </p:attrNameLst>
                                          </p:cBhvr>
                                          <p:to>
                                            <p:strVal val="visible"/>
                                          </p:to>
                                        </p:set>
                                        <p:anim calcmode="lin" valueType="num">
                                          <p:cBhvr additive="base">
                                            <p:cTn id="71" dur="750" fill="hold"/>
                                            <p:tgtEl>
                                              <p:spTgt spid="11"/>
                                            </p:tgtEl>
                                            <p:attrNameLst>
                                              <p:attrName>ppt_x</p:attrName>
                                            </p:attrNameLst>
                                          </p:cBhvr>
                                          <p:tavLst>
                                            <p:tav tm="0">
                                              <p:val>
                                                <p:strVal val="#ppt_x"/>
                                              </p:val>
                                            </p:tav>
                                            <p:tav tm="100000">
                                              <p:val>
                                                <p:strVal val="#ppt_x"/>
                                              </p:val>
                                            </p:tav>
                                          </p:tavLst>
                                        </p:anim>
                                        <p:anim calcmode="lin" valueType="num">
                                          <p:cBhvr additive="base">
                                            <p:cTn id="72" dur="75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p:tmplLst>
              <p:tmpl>
                <p:tnLst>
                  <p:par>
                    <p:cTn presetID="2" presetClass="entr" presetSubtype="4" decel="100000"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750" fill="hold"/>
                            <p:tgtEl>
                              <p:spTgt spid="3"/>
                            </p:tgtEl>
                            <p:attrNameLst>
                              <p:attrName>ppt_x</p:attrName>
                            </p:attrNameLst>
                          </p:cBhvr>
                          <p:tavLst>
                            <p:tav tm="0">
                              <p:val>
                                <p:strVal val="#ppt_x"/>
                              </p:val>
                            </p:tav>
                            <p:tav tm="100000">
                              <p:val>
                                <p:strVal val="#ppt_x"/>
                              </p:val>
                            </p:tav>
                          </p:tavLst>
                        </p:anim>
                        <p:anim calcmode="lin" valueType="num">
                          <p:cBhvr additive="base">
                            <p:cTn dur="750" fill="hold"/>
                            <p:tgtEl>
                              <p:spTgt spid="3"/>
                            </p:tgtEl>
                            <p:attrNameLst>
                              <p:attrName>ppt_y</p:attrName>
                            </p:attrNameLst>
                          </p:cBhvr>
                          <p:tavLst>
                            <p:tav tm="0">
                              <p:val>
                                <p:strVal val="1+#ppt_h/2"/>
                              </p:val>
                            </p:tav>
                            <p:tav tm="100000">
                              <p:val>
                                <p:strVal val="#ppt_y"/>
                              </p:val>
                            </p:tav>
                          </p:tavLst>
                        </p:anim>
                      </p:childTnLst>
                    </p:cTn>
                  </p:par>
                </p:tnLst>
              </p:tmpl>
            </p:tmplLst>
          </p:bldP>
          <p:bldP spid="7" grpId="0" uiExpand="1">
            <p:tmplLst>
              <p:tmpl>
                <p:tnLst>
                  <p:par>
                    <p:cTn presetID="2" presetClass="entr" presetSubtype="4" decel="100000" fill="hold" nodeType="with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750" fill="hold"/>
                            <p:tgtEl>
                              <p:spTgt spid="7"/>
                            </p:tgtEl>
                            <p:attrNameLst>
                              <p:attrName>ppt_x</p:attrName>
                            </p:attrNameLst>
                          </p:cBhvr>
                          <p:tavLst>
                            <p:tav tm="0">
                              <p:val>
                                <p:strVal val="#ppt_x"/>
                              </p:val>
                            </p:tav>
                            <p:tav tm="100000">
                              <p:val>
                                <p:strVal val="#ppt_x"/>
                              </p:val>
                            </p:tav>
                          </p:tavLst>
                        </p:anim>
                        <p:anim calcmode="lin" valueType="num">
                          <p:cBhvr additive="base">
                            <p:cTn dur="750" fill="hold"/>
                            <p:tgtEl>
                              <p:spTgt spid="7"/>
                            </p:tgtEl>
                            <p:attrNameLst>
                              <p:attrName>ppt_y</p:attrName>
                            </p:attrNameLst>
                          </p:cBhvr>
                          <p:tavLst>
                            <p:tav tm="0">
                              <p:val>
                                <p:strVal val="1+#ppt_h/2"/>
                              </p:val>
                            </p:tav>
                            <p:tav tm="100000">
                              <p:val>
                                <p:strVal val="#ppt_y"/>
                              </p:val>
                            </p:tav>
                          </p:tavLst>
                        </p:anim>
                      </p:childTnLst>
                    </p:cTn>
                  </p:par>
                </p:tnLst>
              </p:tmpl>
            </p:tmplLst>
          </p:bldP>
          <p:bldP spid="9" grpId="0">
            <p:tmplLst>
              <p:tmpl>
                <p:tnLst>
                  <p:par>
                    <p:cTn presetID="2" presetClass="entr" presetSubtype="4" decel="100000"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ppt_x"/>
                              </p:val>
                            </p:tav>
                            <p:tav tm="100000">
                              <p:val>
                                <p:strVal val="#ppt_x"/>
                              </p:val>
                            </p:tav>
                          </p:tavLst>
                        </p:anim>
                        <p:anim calcmode="lin" valueType="num">
                          <p:cBhvr additive="base">
                            <p:cTn dur="750" fill="hold"/>
                            <p:tgtEl>
                              <p:spTgt spid="9"/>
                            </p:tgtEl>
                            <p:attrNameLst>
                              <p:attrName>ppt_y</p:attrName>
                            </p:attrNameLst>
                          </p:cBhvr>
                          <p:tavLst>
                            <p:tav tm="0">
                              <p:val>
                                <p:strVal val="1+#ppt_h/2"/>
                              </p:val>
                            </p:tav>
                            <p:tav tm="100000">
                              <p:val>
                                <p:strVal val="#ppt_y"/>
                              </p:val>
                            </p:tav>
                          </p:tavLst>
                        </p:anim>
                      </p:childTnLst>
                    </p:cTn>
                  </p:par>
                </p:tnLst>
              </p:tmpl>
            </p:tmplLst>
          </p:bldP>
          <p:bldP spid="10" grpId="0">
            <p:tmplLst>
              <p:tmpl>
                <p:tnLst>
                  <p:par>
                    <p:cTn presetID="2" presetClass="entr" presetSubtype="4" decel="10000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750" fill="hold"/>
                            <p:tgtEl>
                              <p:spTgt spid="10"/>
                            </p:tgtEl>
                            <p:attrNameLst>
                              <p:attrName>ppt_x</p:attrName>
                            </p:attrNameLst>
                          </p:cBhvr>
                          <p:tavLst>
                            <p:tav tm="0">
                              <p:val>
                                <p:strVal val="#ppt_x"/>
                              </p:val>
                            </p:tav>
                            <p:tav tm="100000">
                              <p:val>
                                <p:strVal val="#ppt_x"/>
                              </p:val>
                            </p:tav>
                          </p:tavLst>
                        </p:anim>
                        <p:anim calcmode="lin" valueType="num">
                          <p:cBhvr additive="base">
                            <p:cTn dur="750" fill="hold"/>
                            <p:tgtEl>
                              <p:spTgt spid="10"/>
                            </p:tgtEl>
                            <p:attrNameLst>
                              <p:attrName>ppt_y</p:attrName>
                            </p:attrNameLst>
                          </p:cBhvr>
                          <p:tavLst>
                            <p:tav tm="0">
                              <p:val>
                                <p:strVal val="1+#ppt_h/2"/>
                              </p:val>
                            </p:tav>
                            <p:tav tm="100000">
                              <p:val>
                                <p:strVal val="#ppt_y"/>
                              </p:val>
                            </p:tav>
                          </p:tavLst>
                        </p:anim>
                      </p:childTnLst>
                    </p:cTn>
                  </p:par>
                </p:tnLst>
              </p:tmpl>
            </p:tmplLst>
          </p:bldP>
          <p:bldP spid="11" grpId="0">
            <p:tmplLst>
              <p:tmpl>
                <p:tnLst>
                  <p:par>
                    <p:cTn presetID="2" presetClass="entr" presetSubtype="4" decel="10000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ppt_x"/>
                              </p:val>
                            </p:tav>
                            <p:tav tm="100000">
                              <p:val>
                                <p:strVal val="#ppt_x"/>
                              </p:val>
                            </p:tav>
                          </p:tavLst>
                        </p:anim>
                        <p:anim calcmode="lin" valueType="num">
                          <p:cBhvr additive="base">
                            <p:cTn dur="750" fill="hold"/>
                            <p:tgtEl>
                              <p:spTgt spid="11"/>
                            </p:tgtEl>
                            <p:attrNameLst>
                              <p:attrName>ppt_y</p:attrName>
                            </p:attrNameLst>
                          </p:cBhvr>
                          <p:tavLst>
                            <p:tav tm="0">
                              <p:val>
                                <p:strVal val="1+#ppt_h/2"/>
                              </p:val>
                            </p:tav>
                            <p:tav tm="100000">
                              <p:val>
                                <p:strVal val="#ppt_y"/>
                              </p:val>
                            </p:tav>
                          </p:tavLst>
                        </p:anim>
                      </p:childTnLst>
                    </p:cTn>
                  </p:par>
                </p:tnLst>
              </p:tmpl>
            </p:tmplLst>
          </p:bldP>
          <p:bldP spid="12" grpId="0" animBg="1"/>
          <p:bldP spid="13" grpId="0" animBg="1"/>
          <p:bldP spid="14" grpId="0" animBg="1"/>
          <p:bldP spid="15" grpId="0" animBg="1"/>
          <p:bldP spid="16" grpId="0" animBg="1"/>
          <p:bldP spid="17" grpId="0" uiExpand="1" build="p">
            <p:tmplLst>
              <p:tmpl lvl="1">
                <p:tnLst>
                  <p:par>
                    <p:cTn presetID="2" presetClass="entr" presetSubtype="1" fill="hold" nodeType="withEffect" p14:presetBounceEnd="32000">
                      <p:stCondLst>
                        <p:cond delay="0"/>
                      </p:stCondLst>
                      <p:childTnLst>
                        <p:set>
                          <p:cBhvr>
                            <p:cTn dur="1" fill="hold">
                              <p:stCondLst>
                                <p:cond delay="0"/>
                              </p:stCondLst>
                            </p:cTn>
                            <p:tgtEl>
                              <p:spTgt spid="17"/>
                            </p:tgtEl>
                            <p:attrNameLst>
                              <p:attrName>style.visibility</p:attrName>
                            </p:attrNameLst>
                          </p:cBhvr>
                          <p:to>
                            <p:strVal val="visible"/>
                          </p:to>
                        </p:set>
                        <p:anim calcmode="lin" valueType="num" p14:bounceEnd="32000">
                          <p:cBhvr additive="base">
                            <p:cTn dur="750" fill="hold"/>
                            <p:tgtEl>
                              <p:spTgt spid="17"/>
                            </p:tgtEl>
                            <p:attrNameLst>
                              <p:attrName>ppt_x</p:attrName>
                            </p:attrNameLst>
                          </p:cBhvr>
                          <p:tavLst>
                            <p:tav tm="0">
                              <p:val>
                                <p:strVal val="#ppt_x"/>
                              </p:val>
                            </p:tav>
                            <p:tav tm="100000">
                              <p:val>
                                <p:strVal val="#ppt_x"/>
                              </p:val>
                            </p:tav>
                          </p:tavLst>
                        </p:anim>
                        <p:anim calcmode="lin" valueType="num" p14:bounceEnd="32000">
                          <p:cBhvr additive="base">
                            <p:cTn dur="750" fill="hold"/>
                            <p:tgtEl>
                              <p:spTgt spid="17"/>
                            </p:tgtEl>
                            <p:attrNameLst>
                              <p:attrName>ppt_y</p:attrName>
                            </p:attrNameLst>
                          </p:cBhvr>
                          <p:tavLst>
                            <p:tav tm="0">
                              <p:val>
                                <p:strVal val="0-#ppt_h/2"/>
                              </p:val>
                            </p:tav>
                            <p:tav tm="100000">
                              <p:val>
                                <p:strVal val="#ppt_y"/>
                              </p:val>
                            </p:tav>
                          </p:tavLst>
                        </p:anim>
                      </p:childTnLst>
                    </p:cTn>
                  </p:par>
                </p:tnLst>
              </p:tmpl>
              <p:tmpl lvl="2">
                <p:tnLst>
                  <p:par>
                    <p:cTn presetID="2" presetClass="entr" presetSubtype="4" decel="10000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750" fill="hold"/>
                            <p:tgtEl>
                              <p:spTgt spid="17"/>
                            </p:tgtEl>
                            <p:attrNameLst>
                              <p:attrName>ppt_x</p:attrName>
                            </p:attrNameLst>
                          </p:cBhvr>
                          <p:tavLst>
                            <p:tav tm="0">
                              <p:val>
                                <p:strVal val="#ppt_x"/>
                              </p:val>
                            </p:tav>
                            <p:tav tm="100000">
                              <p:val>
                                <p:strVal val="#ppt_x"/>
                              </p:val>
                            </p:tav>
                          </p:tavLst>
                        </p:anim>
                        <p:anim calcmode="lin" valueType="num">
                          <p:cBhvr additive="base">
                            <p:cTn dur="750" fill="hold"/>
                            <p:tgtEl>
                              <p:spTgt spid="17"/>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decel="10000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750" fill="hold"/>
                            <p:tgtEl>
                              <p:spTgt spid="17"/>
                            </p:tgtEl>
                            <p:attrNameLst>
                              <p:attrName>ppt_x</p:attrName>
                            </p:attrNameLst>
                          </p:cBhvr>
                          <p:tavLst>
                            <p:tav tm="0">
                              <p:val>
                                <p:strVal val="#ppt_x"/>
                              </p:val>
                            </p:tav>
                            <p:tav tm="100000">
                              <p:val>
                                <p:strVal val="#ppt_x"/>
                              </p:val>
                            </p:tav>
                          </p:tavLst>
                        </p:anim>
                        <p:anim calcmode="lin" valueType="num">
                          <p:cBhvr additive="base">
                            <p:cTn dur="750" fill="hold"/>
                            <p:tgtEl>
                              <p:spTgt spid="17"/>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decel="10000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750" fill="hold"/>
                            <p:tgtEl>
                              <p:spTgt spid="17"/>
                            </p:tgtEl>
                            <p:attrNameLst>
                              <p:attrName>ppt_x</p:attrName>
                            </p:attrNameLst>
                          </p:cBhvr>
                          <p:tavLst>
                            <p:tav tm="0">
                              <p:val>
                                <p:strVal val="#ppt_x"/>
                              </p:val>
                            </p:tav>
                            <p:tav tm="100000">
                              <p:val>
                                <p:strVal val="#ppt_x"/>
                              </p:val>
                            </p:tav>
                          </p:tavLst>
                        </p:anim>
                        <p:anim calcmode="lin" valueType="num">
                          <p:cBhvr additive="base">
                            <p:cTn dur="750" fill="hold"/>
                            <p:tgtEl>
                              <p:spTgt spid="17"/>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decel="10000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750" fill="hold"/>
                            <p:tgtEl>
                              <p:spTgt spid="17"/>
                            </p:tgtEl>
                            <p:attrNameLst>
                              <p:attrName>ppt_x</p:attrName>
                            </p:attrNameLst>
                          </p:cBhvr>
                          <p:tavLst>
                            <p:tav tm="0">
                              <p:val>
                                <p:strVal val="#ppt_x"/>
                              </p:val>
                            </p:tav>
                            <p:tav tm="100000">
                              <p:val>
                                <p:strVal val="#ppt_x"/>
                              </p:val>
                            </p:tav>
                          </p:tavLst>
                        </p:anim>
                        <p:anim calcmode="lin" valueType="num">
                          <p:cBhvr additive="base">
                            <p:cTn dur="750" fill="hold"/>
                            <p:tgtEl>
                              <p:spTgt spid="17"/>
                            </p:tgtEl>
                            <p:attrNameLst>
                              <p:attrName>ppt_y</p:attrName>
                            </p:attrNameLst>
                          </p:cBhvr>
                          <p:tavLst>
                            <p:tav tm="0">
                              <p:val>
                                <p:strVal val="1+#ppt_h/2"/>
                              </p:val>
                            </p:tav>
                            <p:tav tm="100000">
                              <p:val>
                                <p:strVal val="#ppt_y"/>
                              </p:val>
                            </p:tav>
                          </p:tavLst>
                        </p:anim>
                      </p:childTnLst>
                    </p:cTn>
                  </p:par>
                </p:tnLst>
              </p:tmpl>
            </p:tmplLst>
          </p:bldP>
          <p:bldP spid="18" grpId="0" uiExpand="1" build="p">
            <p:tmplLst>
              <p:tmpl lvl="1">
                <p:tnLst>
                  <p:par>
                    <p:cTn presetID="2" presetClass="entr" presetSubtype="1" fill="hold" nodeType="withEffect" p14:presetBounceEnd="32000">
                      <p:stCondLst>
                        <p:cond delay="0"/>
                      </p:stCondLst>
                      <p:childTnLst>
                        <p:set>
                          <p:cBhvr>
                            <p:cTn dur="1" fill="hold">
                              <p:stCondLst>
                                <p:cond delay="0"/>
                              </p:stCondLst>
                            </p:cTn>
                            <p:tgtEl>
                              <p:spTgt spid="18"/>
                            </p:tgtEl>
                            <p:attrNameLst>
                              <p:attrName>style.visibility</p:attrName>
                            </p:attrNameLst>
                          </p:cBhvr>
                          <p:to>
                            <p:strVal val="visible"/>
                          </p:to>
                        </p:set>
                        <p:anim calcmode="lin" valueType="num" p14:bounceEnd="32000">
                          <p:cBhvr additive="base">
                            <p:cTn dur="750" fill="hold"/>
                            <p:tgtEl>
                              <p:spTgt spid="18"/>
                            </p:tgtEl>
                            <p:attrNameLst>
                              <p:attrName>ppt_x</p:attrName>
                            </p:attrNameLst>
                          </p:cBhvr>
                          <p:tavLst>
                            <p:tav tm="0">
                              <p:val>
                                <p:strVal val="#ppt_x"/>
                              </p:val>
                            </p:tav>
                            <p:tav tm="100000">
                              <p:val>
                                <p:strVal val="#ppt_x"/>
                              </p:val>
                            </p:tav>
                          </p:tavLst>
                        </p:anim>
                        <p:anim calcmode="lin" valueType="num" p14:bounceEnd="32000">
                          <p:cBhvr additive="base">
                            <p:cTn dur="750" fill="hold"/>
                            <p:tgtEl>
                              <p:spTgt spid="18"/>
                            </p:tgtEl>
                            <p:attrNameLst>
                              <p:attrName>ppt_y</p:attrName>
                            </p:attrNameLst>
                          </p:cBhvr>
                          <p:tavLst>
                            <p:tav tm="0">
                              <p:val>
                                <p:strVal val="0-#ppt_h/2"/>
                              </p:val>
                            </p:tav>
                            <p:tav tm="100000">
                              <p:val>
                                <p:strVal val="#ppt_y"/>
                              </p:val>
                            </p:tav>
                          </p:tavLst>
                        </p:anim>
                      </p:childTnLst>
                    </p:cTn>
                  </p:par>
                </p:tnLst>
              </p:tmpl>
              <p:tmpl lvl="2">
                <p:tnLst>
                  <p:par>
                    <p:cTn presetID="2" presetClass="entr" presetSubtype="4" decel="10000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750" fill="hold"/>
                            <p:tgtEl>
                              <p:spTgt spid="18"/>
                            </p:tgtEl>
                            <p:attrNameLst>
                              <p:attrName>ppt_x</p:attrName>
                            </p:attrNameLst>
                          </p:cBhvr>
                          <p:tavLst>
                            <p:tav tm="0">
                              <p:val>
                                <p:strVal val="#ppt_x"/>
                              </p:val>
                            </p:tav>
                            <p:tav tm="100000">
                              <p:val>
                                <p:strVal val="#ppt_x"/>
                              </p:val>
                            </p:tav>
                          </p:tavLst>
                        </p:anim>
                        <p:anim calcmode="lin" valueType="num">
                          <p:cBhvr additive="base">
                            <p:cTn dur="750" fill="hold"/>
                            <p:tgtEl>
                              <p:spTgt spid="18"/>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decel="10000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750" fill="hold"/>
                            <p:tgtEl>
                              <p:spTgt spid="18"/>
                            </p:tgtEl>
                            <p:attrNameLst>
                              <p:attrName>ppt_x</p:attrName>
                            </p:attrNameLst>
                          </p:cBhvr>
                          <p:tavLst>
                            <p:tav tm="0">
                              <p:val>
                                <p:strVal val="#ppt_x"/>
                              </p:val>
                            </p:tav>
                            <p:tav tm="100000">
                              <p:val>
                                <p:strVal val="#ppt_x"/>
                              </p:val>
                            </p:tav>
                          </p:tavLst>
                        </p:anim>
                        <p:anim calcmode="lin" valueType="num">
                          <p:cBhvr additive="base">
                            <p:cTn dur="750" fill="hold"/>
                            <p:tgtEl>
                              <p:spTgt spid="18"/>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decel="10000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750" fill="hold"/>
                            <p:tgtEl>
                              <p:spTgt spid="18"/>
                            </p:tgtEl>
                            <p:attrNameLst>
                              <p:attrName>ppt_x</p:attrName>
                            </p:attrNameLst>
                          </p:cBhvr>
                          <p:tavLst>
                            <p:tav tm="0">
                              <p:val>
                                <p:strVal val="#ppt_x"/>
                              </p:val>
                            </p:tav>
                            <p:tav tm="100000">
                              <p:val>
                                <p:strVal val="#ppt_x"/>
                              </p:val>
                            </p:tav>
                          </p:tavLst>
                        </p:anim>
                        <p:anim calcmode="lin" valueType="num">
                          <p:cBhvr additive="base">
                            <p:cTn dur="750" fill="hold"/>
                            <p:tgtEl>
                              <p:spTgt spid="18"/>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decel="10000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750" fill="hold"/>
                            <p:tgtEl>
                              <p:spTgt spid="18"/>
                            </p:tgtEl>
                            <p:attrNameLst>
                              <p:attrName>ppt_x</p:attrName>
                            </p:attrNameLst>
                          </p:cBhvr>
                          <p:tavLst>
                            <p:tav tm="0">
                              <p:val>
                                <p:strVal val="#ppt_x"/>
                              </p:val>
                            </p:tav>
                            <p:tav tm="100000">
                              <p:val>
                                <p:strVal val="#ppt_x"/>
                              </p:val>
                            </p:tav>
                          </p:tavLst>
                        </p:anim>
                        <p:anim calcmode="lin" valueType="num">
                          <p:cBhvr additive="base">
                            <p:cTn dur="750" fill="hold"/>
                            <p:tgtEl>
                              <p:spTgt spid="18"/>
                            </p:tgtEl>
                            <p:attrNameLst>
                              <p:attrName>ppt_y</p:attrName>
                            </p:attrNameLst>
                          </p:cBhvr>
                          <p:tavLst>
                            <p:tav tm="0">
                              <p:val>
                                <p:strVal val="1+#ppt_h/2"/>
                              </p:val>
                            </p:tav>
                            <p:tav tm="100000">
                              <p:val>
                                <p:strVal val="#ppt_y"/>
                              </p:val>
                            </p:tav>
                          </p:tavLst>
                        </p:anim>
                      </p:childTnLst>
                    </p:cTn>
                  </p:par>
                </p:tnLst>
              </p:tmpl>
            </p:tmplLst>
          </p:bldP>
          <p:bldP spid="19" grpId="0">
            <p:tmplLst>
              <p:tmpl>
                <p:tnLst>
                  <p:par>
                    <p:cTn presetID="2" presetClass="entr" presetSubtype="1" fill="hold" nodeType="withEffect" p14:presetBounceEnd="32000">
                      <p:stCondLst>
                        <p:cond delay="0"/>
                      </p:stCondLst>
                      <p:childTnLst>
                        <p:set>
                          <p:cBhvr>
                            <p:cTn dur="1" fill="hold">
                              <p:stCondLst>
                                <p:cond delay="0"/>
                              </p:stCondLst>
                            </p:cTn>
                            <p:tgtEl>
                              <p:spTgt spid="19"/>
                            </p:tgtEl>
                            <p:attrNameLst>
                              <p:attrName>style.visibility</p:attrName>
                            </p:attrNameLst>
                          </p:cBhvr>
                          <p:to>
                            <p:strVal val="visible"/>
                          </p:to>
                        </p:set>
                        <p:anim calcmode="lin" valueType="num" p14:bounceEnd="32000">
                          <p:cBhvr additive="base">
                            <p:cTn dur="750" fill="hold"/>
                            <p:tgtEl>
                              <p:spTgt spid="19"/>
                            </p:tgtEl>
                            <p:attrNameLst>
                              <p:attrName>ppt_x</p:attrName>
                            </p:attrNameLst>
                          </p:cBhvr>
                          <p:tavLst>
                            <p:tav tm="0">
                              <p:val>
                                <p:strVal val="#ppt_x"/>
                              </p:val>
                            </p:tav>
                            <p:tav tm="100000">
                              <p:val>
                                <p:strVal val="#ppt_x"/>
                              </p:val>
                            </p:tav>
                          </p:tavLst>
                        </p:anim>
                        <p:anim calcmode="lin" valueType="num" p14:bounceEnd="32000">
                          <p:cBhvr additive="base">
                            <p:cTn dur="750" fill="hold"/>
                            <p:tgtEl>
                              <p:spTgt spid="19"/>
                            </p:tgtEl>
                            <p:attrNameLst>
                              <p:attrName>ppt_y</p:attrName>
                            </p:attrNameLst>
                          </p:cBhvr>
                          <p:tavLst>
                            <p:tav tm="0">
                              <p:val>
                                <p:strVal val="0-#ppt_h/2"/>
                              </p:val>
                            </p:tav>
                            <p:tav tm="100000">
                              <p:val>
                                <p:strVal val="#ppt_y"/>
                              </p:val>
                            </p:tav>
                          </p:tavLst>
                        </p:anim>
                      </p:childTnLst>
                    </p:cTn>
                  </p:par>
                </p:tnLst>
              </p:tmpl>
            </p:tmplLst>
          </p:bldP>
          <p:bldP spid="20" grpId="0">
            <p:tmplLst>
              <p:tmpl>
                <p:tnLst>
                  <p:par>
                    <p:cTn presetID="2" presetClass="entr" presetSubtype="1" fill="hold" nodeType="withEffect" p14:presetBounceEnd="32000">
                      <p:stCondLst>
                        <p:cond delay="0"/>
                      </p:stCondLst>
                      <p:childTnLst>
                        <p:set>
                          <p:cBhvr>
                            <p:cTn dur="1" fill="hold">
                              <p:stCondLst>
                                <p:cond delay="0"/>
                              </p:stCondLst>
                            </p:cTn>
                            <p:tgtEl>
                              <p:spTgt spid="20"/>
                            </p:tgtEl>
                            <p:attrNameLst>
                              <p:attrName>style.visibility</p:attrName>
                            </p:attrNameLst>
                          </p:cBhvr>
                          <p:to>
                            <p:strVal val="visible"/>
                          </p:to>
                        </p:set>
                        <p:anim calcmode="lin" valueType="num" p14:bounceEnd="32000">
                          <p:cBhvr additive="base">
                            <p:cTn dur="750" fill="hold"/>
                            <p:tgtEl>
                              <p:spTgt spid="20"/>
                            </p:tgtEl>
                            <p:attrNameLst>
                              <p:attrName>ppt_x</p:attrName>
                            </p:attrNameLst>
                          </p:cBhvr>
                          <p:tavLst>
                            <p:tav tm="0">
                              <p:val>
                                <p:strVal val="#ppt_x"/>
                              </p:val>
                            </p:tav>
                            <p:tav tm="100000">
                              <p:val>
                                <p:strVal val="#ppt_x"/>
                              </p:val>
                            </p:tav>
                          </p:tavLst>
                        </p:anim>
                        <p:anim calcmode="lin" valueType="num" p14:bounceEnd="32000">
                          <p:cBhvr additive="base">
                            <p:cTn dur="750" fill="hold"/>
                            <p:tgtEl>
                              <p:spTgt spid="20"/>
                            </p:tgtEl>
                            <p:attrNameLst>
                              <p:attrName>ppt_y</p:attrName>
                            </p:attrNameLst>
                          </p:cBhvr>
                          <p:tavLst>
                            <p:tav tm="0">
                              <p:val>
                                <p:strVal val="0-#ppt_h/2"/>
                              </p:val>
                            </p:tav>
                            <p:tav tm="100000">
                              <p:val>
                                <p:strVal val="#ppt_y"/>
                              </p:val>
                            </p:tav>
                          </p:tavLst>
                        </p:anim>
                      </p:childTnLst>
                    </p:cTn>
                  </p:par>
                </p:tnLst>
              </p:tmpl>
            </p:tmplLst>
          </p:bldP>
          <p:bldP spid="21" grpId="0">
            <p:tmplLst>
              <p:tmpl>
                <p:tnLst>
                  <p:par>
                    <p:cTn presetID="2" presetClass="entr" presetSubtype="1" fill="hold" nodeType="withEffect" p14:presetBounceEnd="32000">
                      <p:stCondLst>
                        <p:cond delay="0"/>
                      </p:stCondLst>
                      <p:childTnLst>
                        <p:set>
                          <p:cBhvr>
                            <p:cTn dur="1" fill="hold">
                              <p:stCondLst>
                                <p:cond delay="0"/>
                              </p:stCondLst>
                            </p:cTn>
                            <p:tgtEl>
                              <p:spTgt spid="21"/>
                            </p:tgtEl>
                            <p:attrNameLst>
                              <p:attrName>style.visibility</p:attrName>
                            </p:attrNameLst>
                          </p:cBhvr>
                          <p:to>
                            <p:strVal val="visible"/>
                          </p:to>
                        </p:set>
                        <p:anim calcmode="lin" valueType="num" p14:bounceEnd="32000">
                          <p:cBhvr additive="base">
                            <p:cTn dur="750" fill="hold"/>
                            <p:tgtEl>
                              <p:spTgt spid="21"/>
                            </p:tgtEl>
                            <p:attrNameLst>
                              <p:attrName>ppt_x</p:attrName>
                            </p:attrNameLst>
                          </p:cBhvr>
                          <p:tavLst>
                            <p:tav tm="0">
                              <p:val>
                                <p:strVal val="#ppt_x"/>
                              </p:val>
                            </p:tav>
                            <p:tav tm="100000">
                              <p:val>
                                <p:strVal val="#ppt_x"/>
                              </p:val>
                            </p:tav>
                          </p:tavLst>
                        </p:anim>
                        <p:anim calcmode="lin" valueType="num" p14:bounceEnd="32000">
                          <p:cBhvr additive="base">
                            <p:cTn dur="750" fill="hold"/>
                            <p:tgtEl>
                              <p:spTgt spid="21"/>
                            </p:tgtEl>
                            <p:attrNameLst>
                              <p:attrName>ppt_y</p:attrName>
                            </p:attrNameLst>
                          </p:cBhvr>
                          <p:tavLst>
                            <p:tav tm="0">
                              <p:val>
                                <p:strVal val="0-#ppt_h/2"/>
                              </p:val>
                            </p:tav>
                            <p:tav tm="100000">
                              <p:val>
                                <p:strVal val="#ppt_y"/>
                              </p:val>
                            </p:tav>
                          </p:tavLst>
                        </p:anim>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decel="10000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ppt_x"/>
                                              </p:val>
                                            </p:tav>
                                            <p:tav tm="100000">
                                              <p:val>
                                                <p:strVal val="#ppt_x"/>
                                              </p:val>
                                            </p:tav>
                                          </p:tavLst>
                                        </p:anim>
                                        <p:anim calcmode="lin" valueType="num">
                                          <p:cBhvr additive="base">
                                            <p:cTn id="8" dur="75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 calcmode="lin" valueType="num">
                                          <p:cBhvr additive="base">
                                            <p:cTn id="11" dur="75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12" dur="750" fill="hold"/>
                                            <p:tgtEl>
                                              <p:spTgt spid="17">
                                                <p:txEl>
                                                  <p:pRg st="0" end="0"/>
                                                </p:txEl>
                                              </p:spTgt>
                                            </p:tgtEl>
                                            <p:attrNameLst>
                                              <p:attrName>ppt_y</p:attrName>
                                            </p:attrNameLst>
                                          </p:cBhvr>
                                          <p:tavLst>
                                            <p:tav tm="0">
                                              <p:val>
                                                <p:strVal val="0-#ppt_h/2"/>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750" fill="hold"/>
                                            <p:tgtEl>
                                              <p:spTgt spid="3"/>
                                            </p:tgtEl>
                                            <p:attrNameLst>
                                              <p:attrName>ppt_x</p:attrName>
                                            </p:attrNameLst>
                                          </p:cBhvr>
                                          <p:tavLst>
                                            <p:tav tm="0">
                                              <p:val>
                                                <p:strVal val="#ppt_x"/>
                                              </p:val>
                                            </p:tav>
                                            <p:tav tm="100000">
                                              <p:val>
                                                <p:strVal val="#ppt_x"/>
                                              </p:val>
                                            </p:tav>
                                          </p:tavLst>
                                        </p:anim>
                                        <p:anim calcmode="lin" valueType="num">
                                          <p:cBhvr additive="base">
                                            <p:cTn id="16" dur="75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decel="10000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750" fill="hold"/>
                                            <p:tgtEl>
                                              <p:spTgt spid="13"/>
                                            </p:tgtEl>
                                            <p:attrNameLst>
                                              <p:attrName>ppt_x</p:attrName>
                                            </p:attrNameLst>
                                          </p:cBhvr>
                                          <p:tavLst>
                                            <p:tav tm="0">
                                              <p:val>
                                                <p:strVal val="#ppt_x"/>
                                              </p:val>
                                            </p:tav>
                                            <p:tav tm="100000">
                                              <p:val>
                                                <p:strVal val="#ppt_x"/>
                                              </p:val>
                                            </p:tav>
                                          </p:tavLst>
                                        </p:anim>
                                        <p:anim calcmode="lin" valueType="num">
                                          <p:cBhvr additive="base">
                                            <p:cTn id="22" dur="750" fill="hold"/>
                                            <p:tgtEl>
                                              <p:spTgt spid="13"/>
                                            </p:tgtEl>
                                            <p:attrNameLst>
                                              <p:attrName>ppt_y</p:attrName>
                                            </p:attrNameLst>
                                          </p:cBhvr>
                                          <p:tavLst>
                                            <p:tav tm="0">
                                              <p:val>
                                                <p:strVal val="1+#ppt_h/2"/>
                                              </p:val>
                                            </p:tav>
                                            <p:tav tm="100000">
                                              <p:val>
                                                <p:strVal val="#ppt_y"/>
                                              </p:val>
                                            </p:tav>
                                          </p:tavLst>
                                        </p:anim>
                                      </p:childTnLst>
                                    </p:cTn>
                                  </p:par>
                                  <p:par>
                                    <p:cTn id="23" presetID="2" presetClass="entr" presetSubtype="1" fill="hold" grpId="0" nodeType="withEffect">
                                      <p:stCondLst>
                                        <p:cond delay="0"/>
                                      </p:stCondLst>
                                      <p:childTnLst>
                                        <p:set>
                                          <p:cBhvr>
                                            <p:cTn id="24" dur="1" fill="hold">
                                              <p:stCondLst>
                                                <p:cond delay="0"/>
                                              </p:stCondLst>
                                            </p:cTn>
                                            <p:tgtEl>
                                              <p:spTgt spid="18">
                                                <p:txEl>
                                                  <p:pRg st="0" end="0"/>
                                                </p:txEl>
                                              </p:spTgt>
                                            </p:tgtEl>
                                            <p:attrNameLst>
                                              <p:attrName>style.visibility</p:attrName>
                                            </p:attrNameLst>
                                          </p:cBhvr>
                                          <p:to>
                                            <p:strVal val="visible"/>
                                          </p:to>
                                        </p:set>
                                        <p:anim calcmode="lin" valueType="num">
                                          <p:cBhvr additive="base">
                                            <p:cTn id="25" dur="75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26" dur="750" fill="hold"/>
                                            <p:tgtEl>
                                              <p:spTgt spid="18">
                                                <p:txEl>
                                                  <p:pRg st="0" end="0"/>
                                                </p:txEl>
                                              </p:spTgt>
                                            </p:tgtEl>
                                            <p:attrNameLst>
                                              <p:attrName>ppt_y</p:attrName>
                                            </p:attrNameLst>
                                          </p:cBhvr>
                                          <p:tavLst>
                                            <p:tav tm="0">
                                              <p:val>
                                                <p:strVal val="0-#ppt_h/2"/>
                                              </p:val>
                                            </p:tav>
                                            <p:tav tm="100000">
                                              <p:val>
                                                <p:strVal val="#ppt_y"/>
                                              </p:val>
                                            </p:tav>
                                          </p:tavLst>
                                        </p:anim>
                                      </p:childTnLst>
                                    </p:cTn>
                                  </p:par>
                                  <p:par>
                                    <p:cTn id="27" presetID="2" presetClass="entr" presetSubtype="4" decel="10000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750" fill="hold"/>
                                            <p:tgtEl>
                                              <p:spTgt spid="7"/>
                                            </p:tgtEl>
                                            <p:attrNameLst>
                                              <p:attrName>ppt_x</p:attrName>
                                            </p:attrNameLst>
                                          </p:cBhvr>
                                          <p:tavLst>
                                            <p:tav tm="0">
                                              <p:val>
                                                <p:strVal val="#ppt_x"/>
                                              </p:val>
                                            </p:tav>
                                            <p:tav tm="100000">
                                              <p:val>
                                                <p:strVal val="#ppt_x"/>
                                              </p:val>
                                            </p:tav>
                                          </p:tavLst>
                                        </p:anim>
                                        <p:anim calcmode="lin" valueType="num">
                                          <p:cBhvr additive="base">
                                            <p:cTn id="30" dur="75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decel="10000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750" fill="hold"/>
                                            <p:tgtEl>
                                              <p:spTgt spid="16"/>
                                            </p:tgtEl>
                                            <p:attrNameLst>
                                              <p:attrName>ppt_x</p:attrName>
                                            </p:attrNameLst>
                                          </p:cBhvr>
                                          <p:tavLst>
                                            <p:tav tm="0">
                                              <p:val>
                                                <p:strVal val="#ppt_x"/>
                                              </p:val>
                                            </p:tav>
                                            <p:tav tm="100000">
                                              <p:val>
                                                <p:strVal val="#ppt_x"/>
                                              </p:val>
                                            </p:tav>
                                          </p:tavLst>
                                        </p:anim>
                                        <p:anim calcmode="lin" valueType="num">
                                          <p:cBhvr additive="base">
                                            <p:cTn id="36" dur="750" fill="hold"/>
                                            <p:tgtEl>
                                              <p:spTgt spid="16"/>
                                            </p:tgtEl>
                                            <p:attrNameLst>
                                              <p:attrName>ppt_y</p:attrName>
                                            </p:attrNameLst>
                                          </p:cBhvr>
                                          <p:tavLst>
                                            <p:tav tm="0">
                                              <p:val>
                                                <p:strVal val="1+#ppt_h/2"/>
                                              </p:val>
                                            </p:tav>
                                            <p:tav tm="100000">
                                              <p:val>
                                                <p:strVal val="#ppt_y"/>
                                              </p:val>
                                            </p:tav>
                                          </p:tavLst>
                                        </p:anim>
                                      </p:childTnLst>
                                    </p:cTn>
                                  </p:par>
                                  <p:par>
                                    <p:cTn id="37" presetID="2" presetClass="entr" presetSubtype="1"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additive="base">
                                            <p:cTn id="39" dur="750" fill="hold"/>
                                            <p:tgtEl>
                                              <p:spTgt spid="19"/>
                                            </p:tgtEl>
                                            <p:attrNameLst>
                                              <p:attrName>ppt_x</p:attrName>
                                            </p:attrNameLst>
                                          </p:cBhvr>
                                          <p:tavLst>
                                            <p:tav tm="0">
                                              <p:val>
                                                <p:strVal val="#ppt_x"/>
                                              </p:val>
                                            </p:tav>
                                            <p:tav tm="100000">
                                              <p:val>
                                                <p:strVal val="#ppt_x"/>
                                              </p:val>
                                            </p:tav>
                                          </p:tavLst>
                                        </p:anim>
                                        <p:anim calcmode="lin" valueType="num">
                                          <p:cBhvr additive="base">
                                            <p:cTn id="40" dur="750" fill="hold"/>
                                            <p:tgtEl>
                                              <p:spTgt spid="19"/>
                                            </p:tgtEl>
                                            <p:attrNameLst>
                                              <p:attrName>ppt_y</p:attrName>
                                            </p:attrNameLst>
                                          </p:cBhvr>
                                          <p:tavLst>
                                            <p:tav tm="0">
                                              <p:val>
                                                <p:strVal val="0-#ppt_h/2"/>
                                              </p:val>
                                            </p:tav>
                                            <p:tav tm="100000">
                                              <p:val>
                                                <p:strVal val="#ppt_y"/>
                                              </p:val>
                                            </p:tav>
                                          </p:tavLst>
                                        </p:anim>
                                      </p:childTnLst>
                                    </p:cTn>
                                  </p:par>
                                  <p:par>
                                    <p:cTn id="41" presetID="2" presetClass="entr" presetSubtype="4" decel="10000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750" fill="hold"/>
                                            <p:tgtEl>
                                              <p:spTgt spid="9"/>
                                            </p:tgtEl>
                                            <p:attrNameLst>
                                              <p:attrName>ppt_x</p:attrName>
                                            </p:attrNameLst>
                                          </p:cBhvr>
                                          <p:tavLst>
                                            <p:tav tm="0">
                                              <p:val>
                                                <p:strVal val="#ppt_x"/>
                                              </p:val>
                                            </p:tav>
                                            <p:tav tm="100000">
                                              <p:val>
                                                <p:strVal val="#ppt_x"/>
                                              </p:val>
                                            </p:tav>
                                          </p:tavLst>
                                        </p:anim>
                                        <p:anim calcmode="lin" valueType="num">
                                          <p:cBhvr additive="base">
                                            <p:cTn id="44" dur="75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decel="10000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750" fill="hold"/>
                                            <p:tgtEl>
                                              <p:spTgt spid="14"/>
                                            </p:tgtEl>
                                            <p:attrNameLst>
                                              <p:attrName>ppt_x</p:attrName>
                                            </p:attrNameLst>
                                          </p:cBhvr>
                                          <p:tavLst>
                                            <p:tav tm="0">
                                              <p:val>
                                                <p:strVal val="#ppt_x"/>
                                              </p:val>
                                            </p:tav>
                                            <p:tav tm="100000">
                                              <p:val>
                                                <p:strVal val="#ppt_x"/>
                                              </p:val>
                                            </p:tav>
                                          </p:tavLst>
                                        </p:anim>
                                        <p:anim calcmode="lin" valueType="num">
                                          <p:cBhvr additive="base">
                                            <p:cTn id="50" dur="750" fill="hold"/>
                                            <p:tgtEl>
                                              <p:spTgt spid="14"/>
                                            </p:tgtEl>
                                            <p:attrNameLst>
                                              <p:attrName>ppt_y</p:attrName>
                                            </p:attrNameLst>
                                          </p:cBhvr>
                                          <p:tavLst>
                                            <p:tav tm="0">
                                              <p:val>
                                                <p:strVal val="1+#ppt_h/2"/>
                                              </p:val>
                                            </p:tav>
                                            <p:tav tm="100000">
                                              <p:val>
                                                <p:strVal val="#ppt_y"/>
                                              </p:val>
                                            </p:tav>
                                          </p:tavLst>
                                        </p:anim>
                                      </p:childTnLst>
                                    </p:cTn>
                                  </p:par>
                                  <p:par>
                                    <p:cTn id="51" presetID="2" presetClass="entr" presetSubtype="1"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750" fill="hold"/>
                                            <p:tgtEl>
                                              <p:spTgt spid="20"/>
                                            </p:tgtEl>
                                            <p:attrNameLst>
                                              <p:attrName>ppt_x</p:attrName>
                                            </p:attrNameLst>
                                          </p:cBhvr>
                                          <p:tavLst>
                                            <p:tav tm="0">
                                              <p:val>
                                                <p:strVal val="#ppt_x"/>
                                              </p:val>
                                            </p:tav>
                                            <p:tav tm="100000">
                                              <p:val>
                                                <p:strVal val="#ppt_x"/>
                                              </p:val>
                                            </p:tav>
                                          </p:tavLst>
                                        </p:anim>
                                        <p:anim calcmode="lin" valueType="num">
                                          <p:cBhvr additive="base">
                                            <p:cTn id="54" dur="750" fill="hold"/>
                                            <p:tgtEl>
                                              <p:spTgt spid="20"/>
                                            </p:tgtEl>
                                            <p:attrNameLst>
                                              <p:attrName>ppt_y</p:attrName>
                                            </p:attrNameLst>
                                          </p:cBhvr>
                                          <p:tavLst>
                                            <p:tav tm="0">
                                              <p:val>
                                                <p:strVal val="0-#ppt_h/2"/>
                                              </p:val>
                                            </p:tav>
                                            <p:tav tm="100000">
                                              <p:val>
                                                <p:strVal val="#ppt_y"/>
                                              </p:val>
                                            </p:tav>
                                          </p:tavLst>
                                        </p:anim>
                                      </p:childTnLst>
                                    </p:cTn>
                                  </p:par>
                                  <p:par>
                                    <p:cTn id="55" presetID="2" presetClass="entr" presetSubtype="4" decel="100000"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anim calcmode="lin" valueType="num">
                                          <p:cBhvr additive="base">
                                            <p:cTn id="57" dur="750" fill="hold"/>
                                            <p:tgtEl>
                                              <p:spTgt spid="10"/>
                                            </p:tgtEl>
                                            <p:attrNameLst>
                                              <p:attrName>ppt_x</p:attrName>
                                            </p:attrNameLst>
                                          </p:cBhvr>
                                          <p:tavLst>
                                            <p:tav tm="0">
                                              <p:val>
                                                <p:strVal val="#ppt_x"/>
                                              </p:val>
                                            </p:tav>
                                            <p:tav tm="100000">
                                              <p:val>
                                                <p:strVal val="#ppt_x"/>
                                              </p:val>
                                            </p:tav>
                                          </p:tavLst>
                                        </p:anim>
                                        <p:anim calcmode="lin" valueType="num">
                                          <p:cBhvr additive="base">
                                            <p:cTn id="58"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decel="10000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750" fill="hold"/>
                                            <p:tgtEl>
                                              <p:spTgt spid="15"/>
                                            </p:tgtEl>
                                            <p:attrNameLst>
                                              <p:attrName>ppt_x</p:attrName>
                                            </p:attrNameLst>
                                          </p:cBhvr>
                                          <p:tavLst>
                                            <p:tav tm="0">
                                              <p:val>
                                                <p:strVal val="#ppt_x"/>
                                              </p:val>
                                            </p:tav>
                                            <p:tav tm="100000">
                                              <p:val>
                                                <p:strVal val="#ppt_x"/>
                                              </p:val>
                                            </p:tav>
                                          </p:tavLst>
                                        </p:anim>
                                        <p:anim calcmode="lin" valueType="num">
                                          <p:cBhvr additive="base">
                                            <p:cTn id="64" dur="750" fill="hold"/>
                                            <p:tgtEl>
                                              <p:spTgt spid="15"/>
                                            </p:tgtEl>
                                            <p:attrNameLst>
                                              <p:attrName>ppt_y</p:attrName>
                                            </p:attrNameLst>
                                          </p:cBhvr>
                                          <p:tavLst>
                                            <p:tav tm="0">
                                              <p:val>
                                                <p:strVal val="1+#ppt_h/2"/>
                                              </p:val>
                                            </p:tav>
                                            <p:tav tm="100000">
                                              <p:val>
                                                <p:strVal val="#ppt_y"/>
                                              </p:val>
                                            </p:tav>
                                          </p:tavLst>
                                        </p:anim>
                                      </p:childTnLst>
                                    </p:cTn>
                                  </p:par>
                                  <p:par>
                                    <p:cTn id="65" presetID="2" presetClass="entr" presetSubtype="1"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750" fill="hold"/>
                                            <p:tgtEl>
                                              <p:spTgt spid="21"/>
                                            </p:tgtEl>
                                            <p:attrNameLst>
                                              <p:attrName>ppt_x</p:attrName>
                                            </p:attrNameLst>
                                          </p:cBhvr>
                                          <p:tavLst>
                                            <p:tav tm="0">
                                              <p:val>
                                                <p:strVal val="#ppt_x"/>
                                              </p:val>
                                            </p:tav>
                                            <p:tav tm="100000">
                                              <p:val>
                                                <p:strVal val="#ppt_x"/>
                                              </p:val>
                                            </p:tav>
                                          </p:tavLst>
                                        </p:anim>
                                        <p:anim calcmode="lin" valueType="num">
                                          <p:cBhvr additive="base">
                                            <p:cTn id="68" dur="750" fill="hold"/>
                                            <p:tgtEl>
                                              <p:spTgt spid="21"/>
                                            </p:tgtEl>
                                            <p:attrNameLst>
                                              <p:attrName>ppt_y</p:attrName>
                                            </p:attrNameLst>
                                          </p:cBhvr>
                                          <p:tavLst>
                                            <p:tav tm="0">
                                              <p:val>
                                                <p:strVal val="0-#ppt_h/2"/>
                                              </p:val>
                                            </p:tav>
                                            <p:tav tm="100000">
                                              <p:val>
                                                <p:strVal val="#ppt_y"/>
                                              </p:val>
                                            </p:tav>
                                          </p:tavLst>
                                        </p:anim>
                                      </p:childTnLst>
                                    </p:cTn>
                                  </p:par>
                                  <p:par>
                                    <p:cTn id="69" presetID="2" presetClass="entr" presetSubtype="4" decel="100000" fill="hold" grpId="0" nodeType="withEffect">
                                      <p:stCondLst>
                                        <p:cond delay="0"/>
                                      </p:stCondLst>
                                      <p:childTnLst>
                                        <p:set>
                                          <p:cBhvr>
                                            <p:cTn id="70" dur="1" fill="hold">
                                              <p:stCondLst>
                                                <p:cond delay="0"/>
                                              </p:stCondLst>
                                            </p:cTn>
                                            <p:tgtEl>
                                              <p:spTgt spid="11"/>
                                            </p:tgtEl>
                                            <p:attrNameLst>
                                              <p:attrName>style.visibility</p:attrName>
                                            </p:attrNameLst>
                                          </p:cBhvr>
                                          <p:to>
                                            <p:strVal val="visible"/>
                                          </p:to>
                                        </p:set>
                                        <p:anim calcmode="lin" valueType="num">
                                          <p:cBhvr additive="base">
                                            <p:cTn id="71" dur="750" fill="hold"/>
                                            <p:tgtEl>
                                              <p:spTgt spid="11"/>
                                            </p:tgtEl>
                                            <p:attrNameLst>
                                              <p:attrName>ppt_x</p:attrName>
                                            </p:attrNameLst>
                                          </p:cBhvr>
                                          <p:tavLst>
                                            <p:tav tm="0">
                                              <p:val>
                                                <p:strVal val="#ppt_x"/>
                                              </p:val>
                                            </p:tav>
                                            <p:tav tm="100000">
                                              <p:val>
                                                <p:strVal val="#ppt_x"/>
                                              </p:val>
                                            </p:tav>
                                          </p:tavLst>
                                        </p:anim>
                                        <p:anim calcmode="lin" valueType="num">
                                          <p:cBhvr additive="base">
                                            <p:cTn id="72" dur="75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p:tmplLst>
              <p:tmpl>
                <p:tnLst>
                  <p:par>
                    <p:cTn presetID="2" presetClass="entr" presetSubtype="4" decel="100000"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750" fill="hold"/>
                            <p:tgtEl>
                              <p:spTgt spid="3"/>
                            </p:tgtEl>
                            <p:attrNameLst>
                              <p:attrName>ppt_x</p:attrName>
                            </p:attrNameLst>
                          </p:cBhvr>
                          <p:tavLst>
                            <p:tav tm="0">
                              <p:val>
                                <p:strVal val="#ppt_x"/>
                              </p:val>
                            </p:tav>
                            <p:tav tm="100000">
                              <p:val>
                                <p:strVal val="#ppt_x"/>
                              </p:val>
                            </p:tav>
                          </p:tavLst>
                        </p:anim>
                        <p:anim calcmode="lin" valueType="num">
                          <p:cBhvr additive="base">
                            <p:cTn dur="750" fill="hold"/>
                            <p:tgtEl>
                              <p:spTgt spid="3"/>
                            </p:tgtEl>
                            <p:attrNameLst>
                              <p:attrName>ppt_y</p:attrName>
                            </p:attrNameLst>
                          </p:cBhvr>
                          <p:tavLst>
                            <p:tav tm="0">
                              <p:val>
                                <p:strVal val="1+#ppt_h/2"/>
                              </p:val>
                            </p:tav>
                            <p:tav tm="100000">
                              <p:val>
                                <p:strVal val="#ppt_y"/>
                              </p:val>
                            </p:tav>
                          </p:tavLst>
                        </p:anim>
                      </p:childTnLst>
                    </p:cTn>
                  </p:par>
                </p:tnLst>
              </p:tmpl>
            </p:tmplLst>
          </p:bldP>
          <p:bldP spid="7" grpId="0" uiExpand="1">
            <p:tmplLst>
              <p:tmpl>
                <p:tnLst>
                  <p:par>
                    <p:cTn presetID="2" presetClass="entr" presetSubtype="4" decel="100000" fill="hold" nodeType="with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750" fill="hold"/>
                            <p:tgtEl>
                              <p:spTgt spid="7"/>
                            </p:tgtEl>
                            <p:attrNameLst>
                              <p:attrName>ppt_x</p:attrName>
                            </p:attrNameLst>
                          </p:cBhvr>
                          <p:tavLst>
                            <p:tav tm="0">
                              <p:val>
                                <p:strVal val="#ppt_x"/>
                              </p:val>
                            </p:tav>
                            <p:tav tm="100000">
                              <p:val>
                                <p:strVal val="#ppt_x"/>
                              </p:val>
                            </p:tav>
                          </p:tavLst>
                        </p:anim>
                        <p:anim calcmode="lin" valueType="num">
                          <p:cBhvr additive="base">
                            <p:cTn dur="750" fill="hold"/>
                            <p:tgtEl>
                              <p:spTgt spid="7"/>
                            </p:tgtEl>
                            <p:attrNameLst>
                              <p:attrName>ppt_y</p:attrName>
                            </p:attrNameLst>
                          </p:cBhvr>
                          <p:tavLst>
                            <p:tav tm="0">
                              <p:val>
                                <p:strVal val="1+#ppt_h/2"/>
                              </p:val>
                            </p:tav>
                            <p:tav tm="100000">
                              <p:val>
                                <p:strVal val="#ppt_y"/>
                              </p:val>
                            </p:tav>
                          </p:tavLst>
                        </p:anim>
                      </p:childTnLst>
                    </p:cTn>
                  </p:par>
                </p:tnLst>
              </p:tmpl>
            </p:tmplLst>
          </p:bldP>
          <p:bldP spid="9" grpId="0">
            <p:tmplLst>
              <p:tmpl>
                <p:tnLst>
                  <p:par>
                    <p:cTn presetID="2" presetClass="entr" presetSubtype="4" decel="100000"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ppt_x"/>
                              </p:val>
                            </p:tav>
                            <p:tav tm="100000">
                              <p:val>
                                <p:strVal val="#ppt_x"/>
                              </p:val>
                            </p:tav>
                          </p:tavLst>
                        </p:anim>
                        <p:anim calcmode="lin" valueType="num">
                          <p:cBhvr additive="base">
                            <p:cTn dur="750" fill="hold"/>
                            <p:tgtEl>
                              <p:spTgt spid="9"/>
                            </p:tgtEl>
                            <p:attrNameLst>
                              <p:attrName>ppt_y</p:attrName>
                            </p:attrNameLst>
                          </p:cBhvr>
                          <p:tavLst>
                            <p:tav tm="0">
                              <p:val>
                                <p:strVal val="1+#ppt_h/2"/>
                              </p:val>
                            </p:tav>
                            <p:tav tm="100000">
                              <p:val>
                                <p:strVal val="#ppt_y"/>
                              </p:val>
                            </p:tav>
                          </p:tavLst>
                        </p:anim>
                      </p:childTnLst>
                    </p:cTn>
                  </p:par>
                </p:tnLst>
              </p:tmpl>
            </p:tmplLst>
          </p:bldP>
          <p:bldP spid="10" grpId="0">
            <p:tmplLst>
              <p:tmpl>
                <p:tnLst>
                  <p:par>
                    <p:cTn presetID="2" presetClass="entr" presetSubtype="4" decel="10000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750" fill="hold"/>
                            <p:tgtEl>
                              <p:spTgt spid="10"/>
                            </p:tgtEl>
                            <p:attrNameLst>
                              <p:attrName>ppt_x</p:attrName>
                            </p:attrNameLst>
                          </p:cBhvr>
                          <p:tavLst>
                            <p:tav tm="0">
                              <p:val>
                                <p:strVal val="#ppt_x"/>
                              </p:val>
                            </p:tav>
                            <p:tav tm="100000">
                              <p:val>
                                <p:strVal val="#ppt_x"/>
                              </p:val>
                            </p:tav>
                          </p:tavLst>
                        </p:anim>
                        <p:anim calcmode="lin" valueType="num">
                          <p:cBhvr additive="base">
                            <p:cTn dur="750" fill="hold"/>
                            <p:tgtEl>
                              <p:spTgt spid="10"/>
                            </p:tgtEl>
                            <p:attrNameLst>
                              <p:attrName>ppt_y</p:attrName>
                            </p:attrNameLst>
                          </p:cBhvr>
                          <p:tavLst>
                            <p:tav tm="0">
                              <p:val>
                                <p:strVal val="1+#ppt_h/2"/>
                              </p:val>
                            </p:tav>
                            <p:tav tm="100000">
                              <p:val>
                                <p:strVal val="#ppt_y"/>
                              </p:val>
                            </p:tav>
                          </p:tavLst>
                        </p:anim>
                      </p:childTnLst>
                    </p:cTn>
                  </p:par>
                </p:tnLst>
              </p:tmpl>
            </p:tmplLst>
          </p:bldP>
          <p:bldP spid="11" grpId="0">
            <p:tmplLst>
              <p:tmpl>
                <p:tnLst>
                  <p:par>
                    <p:cTn presetID="2" presetClass="entr" presetSubtype="4" decel="10000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ppt_x"/>
                              </p:val>
                            </p:tav>
                            <p:tav tm="100000">
                              <p:val>
                                <p:strVal val="#ppt_x"/>
                              </p:val>
                            </p:tav>
                          </p:tavLst>
                        </p:anim>
                        <p:anim calcmode="lin" valueType="num">
                          <p:cBhvr additive="base">
                            <p:cTn dur="750" fill="hold"/>
                            <p:tgtEl>
                              <p:spTgt spid="11"/>
                            </p:tgtEl>
                            <p:attrNameLst>
                              <p:attrName>ppt_y</p:attrName>
                            </p:attrNameLst>
                          </p:cBhvr>
                          <p:tavLst>
                            <p:tav tm="0">
                              <p:val>
                                <p:strVal val="1+#ppt_h/2"/>
                              </p:val>
                            </p:tav>
                            <p:tav tm="100000">
                              <p:val>
                                <p:strVal val="#ppt_y"/>
                              </p:val>
                            </p:tav>
                          </p:tavLst>
                        </p:anim>
                      </p:childTnLst>
                    </p:cTn>
                  </p:par>
                </p:tnLst>
              </p:tmpl>
            </p:tmplLst>
          </p:bldP>
          <p:bldP spid="12" grpId="0" animBg="1"/>
          <p:bldP spid="13" grpId="0" animBg="1"/>
          <p:bldP spid="14" grpId="0" animBg="1"/>
          <p:bldP spid="15" grpId="0" animBg="1"/>
          <p:bldP spid="16" grpId="0" animBg="1"/>
          <p:bldP spid="17" grpId="0" uiExpand="1" build="p">
            <p:tmplLst>
              <p:tmpl lvl="1">
                <p:tnLst>
                  <p:par>
                    <p:cTn presetID="2" presetClass="entr" presetSubtype="1" fill="hold" nodeType="with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750" fill="hold"/>
                            <p:tgtEl>
                              <p:spTgt spid="17"/>
                            </p:tgtEl>
                            <p:attrNameLst>
                              <p:attrName>ppt_x</p:attrName>
                            </p:attrNameLst>
                          </p:cBhvr>
                          <p:tavLst>
                            <p:tav tm="0">
                              <p:val>
                                <p:strVal val="#ppt_x"/>
                              </p:val>
                            </p:tav>
                            <p:tav tm="100000">
                              <p:val>
                                <p:strVal val="#ppt_x"/>
                              </p:val>
                            </p:tav>
                          </p:tavLst>
                        </p:anim>
                        <p:anim calcmode="lin" valueType="num">
                          <p:cBhvr additive="base">
                            <p:cTn dur="750" fill="hold"/>
                            <p:tgtEl>
                              <p:spTgt spid="17"/>
                            </p:tgtEl>
                            <p:attrNameLst>
                              <p:attrName>ppt_y</p:attrName>
                            </p:attrNameLst>
                          </p:cBhvr>
                          <p:tavLst>
                            <p:tav tm="0">
                              <p:val>
                                <p:strVal val="0-#ppt_h/2"/>
                              </p:val>
                            </p:tav>
                            <p:tav tm="100000">
                              <p:val>
                                <p:strVal val="#ppt_y"/>
                              </p:val>
                            </p:tav>
                          </p:tavLst>
                        </p:anim>
                      </p:childTnLst>
                    </p:cTn>
                  </p:par>
                </p:tnLst>
              </p:tmpl>
              <p:tmpl lvl="2">
                <p:tnLst>
                  <p:par>
                    <p:cTn presetID="2" presetClass="entr" presetSubtype="4" decel="10000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750" fill="hold"/>
                            <p:tgtEl>
                              <p:spTgt spid="17"/>
                            </p:tgtEl>
                            <p:attrNameLst>
                              <p:attrName>ppt_x</p:attrName>
                            </p:attrNameLst>
                          </p:cBhvr>
                          <p:tavLst>
                            <p:tav tm="0">
                              <p:val>
                                <p:strVal val="#ppt_x"/>
                              </p:val>
                            </p:tav>
                            <p:tav tm="100000">
                              <p:val>
                                <p:strVal val="#ppt_x"/>
                              </p:val>
                            </p:tav>
                          </p:tavLst>
                        </p:anim>
                        <p:anim calcmode="lin" valueType="num">
                          <p:cBhvr additive="base">
                            <p:cTn dur="750" fill="hold"/>
                            <p:tgtEl>
                              <p:spTgt spid="17"/>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decel="10000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750" fill="hold"/>
                            <p:tgtEl>
                              <p:spTgt spid="17"/>
                            </p:tgtEl>
                            <p:attrNameLst>
                              <p:attrName>ppt_x</p:attrName>
                            </p:attrNameLst>
                          </p:cBhvr>
                          <p:tavLst>
                            <p:tav tm="0">
                              <p:val>
                                <p:strVal val="#ppt_x"/>
                              </p:val>
                            </p:tav>
                            <p:tav tm="100000">
                              <p:val>
                                <p:strVal val="#ppt_x"/>
                              </p:val>
                            </p:tav>
                          </p:tavLst>
                        </p:anim>
                        <p:anim calcmode="lin" valueType="num">
                          <p:cBhvr additive="base">
                            <p:cTn dur="750" fill="hold"/>
                            <p:tgtEl>
                              <p:spTgt spid="17"/>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decel="10000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750" fill="hold"/>
                            <p:tgtEl>
                              <p:spTgt spid="17"/>
                            </p:tgtEl>
                            <p:attrNameLst>
                              <p:attrName>ppt_x</p:attrName>
                            </p:attrNameLst>
                          </p:cBhvr>
                          <p:tavLst>
                            <p:tav tm="0">
                              <p:val>
                                <p:strVal val="#ppt_x"/>
                              </p:val>
                            </p:tav>
                            <p:tav tm="100000">
                              <p:val>
                                <p:strVal val="#ppt_x"/>
                              </p:val>
                            </p:tav>
                          </p:tavLst>
                        </p:anim>
                        <p:anim calcmode="lin" valueType="num">
                          <p:cBhvr additive="base">
                            <p:cTn dur="750" fill="hold"/>
                            <p:tgtEl>
                              <p:spTgt spid="17"/>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decel="10000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750" fill="hold"/>
                            <p:tgtEl>
                              <p:spTgt spid="17"/>
                            </p:tgtEl>
                            <p:attrNameLst>
                              <p:attrName>ppt_x</p:attrName>
                            </p:attrNameLst>
                          </p:cBhvr>
                          <p:tavLst>
                            <p:tav tm="0">
                              <p:val>
                                <p:strVal val="#ppt_x"/>
                              </p:val>
                            </p:tav>
                            <p:tav tm="100000">
                              <p:val>
                                <p:strVal val="#ppt_x"/>
                              </p:val>
                            </p:tav>
                          </p:tavLst>
                        </p:anim>
                        <p:anim calcmode="lin" valueType="num">
                          <p:cBhvr additive="base">
                            <p:cTn dur="750" fill="hold"/>
                            <p:tgtEl>
                              <p:spTgt spid="17"/>
                            </p:tgtEl>
                            <p:attrNameLst>
                              <p:attrName>ppt_y</p:attrName>
                            </p:attrNameLst>
                          </p:cBhvr>
                          <p:tavLst>
                            <p:tav tm="0">
                              <p:val>
                                <p:strVal val="1+#ppt_h/2"/>
                              </p:val>
                            </p:tav>
                            <p:tav tm="100000">
                              <p:val>
                                <p:strVal val="#ppt_y"/>
                              </p:val>
                            </p:tav>
                          </p:tavLst>
                        </p:anim>
                      </p:childTnLst>
                    </p:cTn>
                  </p:par>
                </p:tnLst>
              </p:tmpl>
            </p:tmplLst>
          </p:bldP>
          <p:bldP spid="18" grpId="0" uiExpand="1" build="p">
            <p:tmplLst>
              <p:tmpl lvl="1">
                <p:tnLst>
                  <p:par>
                    <p:cTn presetID="2" presetClass="entr" presetSubtype="1" fill="hold" nodeType="with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750" fill="hold"/>
                            <p:tgtEl>
                              <p:spTgt spid="18"/>
                            </p:tgtEl>
                            <p:attrNameLst>
                              <p:attrName>ppt_x</p:attrName>
                            </p:attrNameLst>
                          </p:cBhvr>
                          <p:tavLst>
                            <p:tav tm="0">
                              <p:val>
                                <p:strVal val="#ppt_x"/>
                              </p:val>
                            </p:tav>
                            <p:tav tm="100000">
                              <p:val>
                                <p:strVal val="#ppt_x"/>
                              </p:val>
                            </p:tav>
                          </p:tavLst>
                        </p:anim>
                        <p:anim calcmode="lin" valueType="num">
                          <p:cBhvr additive="base">
                            <p:cTn dur="750" fill="hold"/>
                            <p:tgtEl>
                              <p:spTgt spid="18"/>
                            </p:tgtEl>
                            <p:attrNameLst>
                              <p:attrName>ppt_y</p:attrName>
                            </p:attrNameLst>
                          </p:cBhvr>
                          <p:tavLst>
                            <p:tav tm="0">
                              <p:val>
                                <p:strVal val="0-#ppt_h/2"/>
                              </p:val>
                            </p:tav>
                            <p:tav tm="100000">
                              <p:val>
                                <p:strVal val="#ppt_y"/>
                              </p:val>
                            </p:tav>
                          </p:tavLst>
                        </p:anim>
                      </p:childTnLst>
                    </p:cTn>
                  </p:par>
                </p:tnLst>
              </p:tmpl>
              <p:tmpl lvl="2">
                <p:tnLst>
                  <p:par>
                    <p:cTn presetID="2" presetClass="entr" presetSubtype="4" decel="10000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750" fill="hold"/>
                            <p:tgtEl>
                              <p:spTgt spid="18"/>
                            </p:tgtEl>
                            <p:attrNameLst>
                              <p:attrName>ppt_x</p:attrName>
                            </p:attrNameLst>
                          </p:cBhvr>
                          <p:tavLst>
                            <p:tav tm="0">
                              <p:val>
                                <p:strVal val="#ppt_x"/>
                              </p:val>
                            </p:tav>
                            <p:tav tm="100000">
                              <p:val>
                                <p:strVal val="#ppt_x"/>
                              </p:val>
                            </p:tav>
                          </p:tavLst>
                        </p:anim>
                        <p:anim calcmode="lin" valueType="num">
                          <p:cBhvr additive="base">
                            <p:cTn dur="750" fill="hold"/>
                            <p:tgtEl>
                              <p:spTgt spid="18"/>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decel="10000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750" fill="hold"/>
                            <p:tgtEl>
                              <p:spTgt spid="18"/>
                            </p:tgtEl>
                            <p:attrNameLst>
                              <p:attrName>ppt_x</p:attrName>
                            </p:attrNameLst>
                          </p:cBhvr>
                          <p:tavLst>
                            <p:tav tm="0">
                              <p:val>
                                <p:strVal val="#ppt_x"/>
                              </p:val>
                            </p:tav>
                            <p:tav tm="100000">
                              <p:val>
                                <p:strVal val="#ppt_x"/>
                              </p:val>
                            </p:tav>
                          </p:tavLst>
                        </p:anim>
                        <p:anim calcmode="lin" valueType="num">
                          <p:cBhvr additive="base">
                            <p:cTn dur="750" fill="hold"/>
                            <p:tgtEl>
                              <p:spTgt spid="18"/>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decel="10000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750" fill="hold"/>
                            <p:tgtEl>
                              <p:spTgt spid="18"/>
                            </p:tgtEl>
                            <p:attrNameLst>
                              <p:attrName>ppt_x</p:attrName>
                            </p:attrNameLst>
                          </p:cBhvr>
                          <p:tavLst>
                            <p:tav tm="0">
                              <p:val>
                                <p:strVal val="#ppt_x"/>
                              </p:val>
                            </p:tav>
                            <p:tav tm="100000">
                              <p:val>
                                <p:strVal val="#ppt_x"/>
                              </p:val>
                            </p:tav>
                          </p:tavLst>
                        </p:anim>
                        <p:anim calcmode="lin" valueType="num">
                          <p:cBhvr additive="base">
                            <p:cTn dur="750" fill="hold"/>
                            <p:tgtEl>
                              <p:spTgt spid="18"/>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decel="10000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750" fill="hold"/>
                            <p:tgtEl>
                              <p:spTgt spid="18"/>
                            </p:tgtEl>
                            <p:attrNameLst>
                              <p:attrName>ppt_x</p:attrName>
                            </p:attrNameLst>
                          </p:cBhvr>
                          <p:tavLst>
                            <p:tav tm="0">
                              <p:val>
                                <p:strVal val="#ppt_x"/>
                              </p:val>
                            </p:tav>
                            <p:tav tm="100000">
                              <p:val>
                                <p:strVal val="#ppt_x"/>
                              </p:val>
                            </p:tav>
                          </p:tavLst>
                        </p:anim>
                        <p:anim calcmode="lin" valueType="num">
                          <p:cBhvr additive="base">
                            <p:cTn dur="750" fill="hold"/>
                            <p:tgtEl>
                              <p:spTgt spid="18"/>
                            </p:tgtEl>
                            <p:attrNameLst>
                              <p:attrName>ppt_y</p:attrName>
                            </p:attrNameLst>
                          </p:cBhvr>
                          <p:tavLst>
                            <p:tav tm="0">
                              <p:val>
                                <p:strVal val="1+#ppt_h/2"/>
                              </p:val>
                            </p:tav>
                            <p:tav tm="100000">
                              <p:val>
                                <p:strVal val="#ppt_y"/>
                              </p:val>
                            </p:tav>
                          </p:tavLst>
                        </p:anim>
                      </p:childTnLst>
                    </p:cTn>
                  </p:par>
                </p:tnLst>
              </p:tmpl>
            </p:tmplLst>
          </p:bldP>
          <p:bldP spid="19" grpId="0">
            <p:tmplLst>
              <p:tmpl>
                <p:tnLst>
                  <p:par>
                    <p:cTn presetID="2" presetClass="entr" presetSubtype="1" fill="hold" nodeType="withEffect">
                      <p:stCondLst>
                        <p:cond delay="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750" fill="hold"/>
                            <p:tgtEl>
                              <p:spTgt spid="19"/>
                            </p:tgtEl>
                            <p:attrNameLst>
                              <p:attrName>ppt_x</p:attrName>
                            </p:attrNameLst>
                          </p:cBhvr>
                          <p:tavLst>
                            <p:tav tm="0">
                              <p:val>
                                <p:strVal val="#ppt_x"/>
                              </p:val>
                            </p:tav>
                            <p:tav tm="100000">
                              <p:val>
                                <p:strVal val="#ppt_x"/>
                              </p:val>
                            </p:tav>
                          </p:tavLst>
                        </p:anim>
                        <p:anim calcmode="lin" valueType="num">
                          <p:cBhvr additive="base">
                            <p:cTn dur="750" fill="hold"/>
                            <p:tgtEl>
                              <p:spTgt spid="19"/>
                            </p:tgtEl>
                            <p:attrNameLst>
                              <p:attrName>ppt_y</p:attrName>
                            </p:attrNameLst>
                          </p:cBhvr>
                          <p:tavLst>
                            <p:tav tm="0">
                              <p:val>
                                <p:strVal val="0-#ppt_h/2"/>
                              </p:val>
                            </p:tav>
                            <p:tav tm="100000">
                              <p:val>
                                <p:strVal val="#ppt_y"/>
                              </p:val>
                            </p:tav>
                          </p:tavLst>
                        </p:anim>
                      </p:childTnLst>
                    </p:cTn>
                  </p:par>
                </p:tnLst>
              </p:tmpl>
            </p:tmplLst>
          </p:bldP>
          <p:bldP spid="20" grpId="0">
            <p:tmplLst>
              <p:tmpl>
                <p:tnLst>
                  <p:par>
                    <p:cTn presetID="2" presetClass="entr" presetSubtype="1"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750" fill="hold"/>
                            <p:tgtEl>
                              <p:spTgt spid="20"/>
                            </p:tgtEl>
                            <p:attrNameLst>
                              <p:attrName>ppt_x</p:attrName>
                            </p:attrNameLst>
                          </p:cBhvr>
                          <p:tavLst>
                            <p:tav tm="0">
                              <p:val>
                                <p:strVal val="#ppt_x"/>
                              </p:val>
                            </p:tav>
                            <p:tav tm="100000">
                              <p:val>
                                <p:strVal val="#ppt_x"/>
                              </p:val>
                            </p:tav>
                          </p:tavLst>
                        </p:anim>
                        <p:anim calcmode="lin" valueType="num">
                          <p:cBhvr additive="base">
                            <p:cTn dur="750" fill="hold"/>
                            <p:tgtEl>
                              <p:spTgt spid="20"/>
                            </p:tgtEl>
                            <p:attrNameLst>
                              <p:attrName>ppt_y</p:attrName>
                            </p:attrNameLst>
                          </p:cBhvr>
                          <p:tavLst>
                            <p:tav tm="0">
                              <p:val>
                                <p:strVal val="0-#ppt_h/2"/>
                              </p:val>
                            </p:tav>
                            <p:tav tm="100000">
                              <p:val>
                                <p:strVal val="#ppt_y"/>
                              </p:val>
                            </p:tav>
                          </p:tavLst>
                        </p:anim>
                      </p:childTnLst>
                    </p:cTn>
                  </p:par>
                </p:tnLst>
              </p:tmpl>
            </p:tmplLst>
          </p:bldP>
          <p:bldP spid="21" grpId="0">
            <p:tmplLst>
              <p:tmpl>
                <p:tnLst>
                  <p:par>
                    <p:cTn presetID="2" presetClass="entr" presetSubtype="1" fill="hold" nodeType="with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750" fill="hold"/>
                            <p:tgtEl>
                              <p:spTgt spid="21"/>
                            </p:tgtEl>
                            <p:attrNameLst>
                              <p:attrName>ppt_x</p:attrName>
                            </p:attrNameLst>
                          </p:cBhvr>
                          <p:tavLst>
                            <p:tav tm="0">
                              <p:val>
                                <p:strVal val="#ppt_x"/>
                              </p:val>
                            </p:tav>
                            <p:tav tm="100000">
                              <p:val>
                                <p:strVal val="#ppt_x"/>
                              </p:val>
                            </p:tav>
                          </p:tavLst>
                        </p:anim>
                        <p:anim calcmode="lin" valueType="num">
                          <p:cBhvr additive="base">
                            <p:cTn dur="750" fill="hold"/>
                            <p:tgtEl>
                              <p:spTgt spid="21"/>
                            </p:tgtEl>
                            <p:attrNameLst>
                              <p:attrName>ppt_y</p:attrName>
                            </p:attrNameLst>
                          </p:cBhvr>
                          <p:tavLst>
                            <p:tav tm="0">
                              <p:val>
                                <p:strVal val="0-#ppt_h/2"/>
                              </p:val>
                            </p:tav>
                            <p:tav tm="100000">
                              <p:val>
                                <p:strVal val="#ppt_y"/>
                              </p:val>
                            </p:tav>
                          </p:tavLst>
                        </p:anim>
                      </p:childTnLst>
                    </p:cTn>
                  </p:par>
                </p:tnLst>
              </p:tmpl>
            </p:tmplLst>
          </p:bldP>
        </p:bldLst>
      </p:timing>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50-50 Right Photo Layout">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ltGray">
          <a:xfrm>
            <a:off x="6129304" y="0"/>
            <a:ext cx="6062696" cy="6856100"/>
          </a:xfrm>
          <a:blipFill>
            <a:blip r:embed="rId2"/>
            <a:srcRect/>
            <a:stretch>
              <a:fillRect/>
            </a:stretch>
          </a:blipFill>
        </p:spPr>
        <p:txBody>
          <a:bodyPr tIns="548640" anchor="ctr" anchorCtr="0">
            <a:noAutofit/>
          </a:bodyPr>
          <a:lstStyle>
            <a:lvl1pPr marL="0" indent="0" algn="ctr">
              <a:buNone/>
              <a:defRPr sz="3600" b="1" cap="none" baseline="0">
                <a:solidFill>
                  <a:srgbClr val="FFC000"/>
                </a:solidFill>
                <a:latin typeface="+mn-lt"/>
              </a:defRPr>
            </a:lvl1pPr>
          </a:lstStyle>
          <a:p>
            <a:r>
              <a:rPr lang="en-US" dirty="0"/>
              <a:t>Click icon to add pictures or go online at…</a:t>
            </a:r>
          </a:p>
        </p:txBody>
      </p:sp>
      <p:sp>
        <p:nvSpPr>
          <p:cNvPr id="6" name="Content Placeholder 2"/>
          <p:cNvSpPr>
            <a:spLocks noGrp="1"/>
          </p:cNvSpPr>
          <p:nvPr>
            <p:ph idx="18" hasCustomPrompt="1"/>
          </p:nvPr>
        </p:nvSpPr>
        <p:spPr>
          <a:xfrm>
            <a:off x="1875949" y="419100"/>
            <a:ext cx="2377440" cy="840230"/>
          </a:xfrm>
        </p:spPr>
        <p:txBody>
          <a:bodyPr lIns="146304" rIns="146304"/>
          <a:lstStyle>
            <a:lvl1pPr marL="0" algn="ctr" defTabSz="914400" rtl="0" eaLnBrk="1" latinLnBrk="0" hangingPunct="1">
              <a:defRPr lang="en-US" sz="5400" kern="1200" dirty="0">
                <a:solidFill>
                  <a:schemeClr val="accent4"/>
                </a:solidFill>
                <a:latin typeface="Segoe UI Black" panose="020B0A02040204020203" pitchFamily="34" charset="0"/>
                <a:ea typeface="Segoe UI Black" panose="020B0A02040204020203" pitchFamily="34" charset="0"/>
                <a:cs typeface="Segoe UI Black" panose="020B0A02040204020203" pitchFamily="34" charset="0"/>
              </a:defRPr>
            </a:lvl1pPr>
            <a:lvl2pPr algn="ctr">
              <a:defRPr sz="2200">
                <a:solidFill>
                  <a:schemeClr val="tx1">
                    <a:lumMod val="75000"/>
                    <a:lumOff val="25000"/>
                  </a:schemeClr>
                </a:solidFill>
                <a:latin typeface="Segoe UI Semilight" panose="020B0402040204020203" pitchFamily="34" charset="0"/>
                <a:cs typeface="Segoe UI Semilight" panose="020B0402040204020203" pitchFamily="34" charset="0"/>
              </a:defRPr>
            </a:lvl2pPr>
            <a:lvl3pPr algn="ctr">
              <a:defRPr sz="1800"/>
            </a:lvl3pPr>
            <a:lvl4pPr algn="ctr">
              <a:defRPr sz="1800">
                <a:latin typeface="+mn-lt"/>
              </a:defRPr>
            </a:lvl4pPr>
            <a:lvl5pPr algn="ctr">
              <a:defRPr sz="1600">
                <a:latin typeface="+mn-lt"/>
              </a:defRPr>
            </a:lvl5pPr>
          </a:lstStyle>
          <a:p>
            <a:pPr lvl="0"/>
            <a:r>
              <a:rPr lang="en-US" dirty="0"/>
              <a:t>#</a:t>
            </a:r>
          </a:p>
        </p:txBody>
      </p:sp>
      <p:sp>
        <p:nvSpPr>
          <p:cNvPr id="8" name="Text Placeholder 6"/>
          <p:cNvSpPr>
            <a:spLocks noGrp="1"/>
          </p:cNvSpPr>
          <p:nvPr>
            <p:ph type="body" sz="quarter" idx="11"/>
          </p:nvPr>
        </p:nvSpPr>
        <p:spPr>
          <a:xfrm>
            <a:off x="0" y="3428050"/>
            <a:ext cx="6129304" cy="2754087"/>
          </a:xfrm>
        </p:spPr>
        <p:txBody>
          <a:bodyPr anchor="t" anchorCtr="0"/>
          <a:lstStyle>
            <a:lvl1pPr algn="ctr" defTabSz="914400" rtl="0" eaLnBrk="1" latinLnBrk="0" hangingPunct="1">
              <a:lnSpc>
                <a:spcPct val="90000"/>
              </a:lnSpc>
              <a:spcBef>
                <a:spcPct val="0"/>
              </a:spcBef>
              <a:spcAft>
                <a:spcPts val="3000"/>
              </a:spcAft>
              <a:buNone/>
              <a:defRPr lang="en-US" sz="3600" b="0" i="0" kern="1200" spc="0" baseline="0" dirty="0">
                <a:gradFill>
                  <a:gsLst>
                    <a:gs pos="0">
                      <a:schemeClr val="tx2"/>
                    </a:gs>
                    <a:gs pos="100000">
                      <a:schemeClr val="tx2"/>
                    </a:gs>
                  </a:gsLst>
                  <a:lin ang="5400000" scaled="1"/>
                </a:gradFill>
                <a:latin typeface="Segoe UI Semibold" panose="020B0702040204020203" pitchFamily="34" charset="0"/>
                <a:ea typeface="+mn-ea"/>
                <a:cs typeface="Segoe UI Semibold" panose="020B0702040204020203" pitchFamily="34" charset="0"/>
              </a:defRPr>
            </a:lvl1pPr>
            <a:lvl2pPr algn="ctr">
              <a:defRPr sz="2800"/>
            </a:lvl2pPr>
            <a:lvl3pPr algn="ctr">
              <a:defRPr lang="en-US" sz="2400" b="0" kern="1200" dirty="0">
                <a:solidFill>
                  <a:schemeClr val="tx1">
                    <a:lumMod val="85000"/>
                    <a:lumOff val="15000"/>
                  </a:schemeClr>
                </a:solidFill>
                <a:latin typeface="+mn-lt"/>
                <a:ea typeface="+mn-ea"/>
                <a:cs typeface="+mn-cs"/>
              </a:defRPr>
            </a:lvl3pPr>
            <a:lvl4pPr algn="ctr">
              <a:defRPr sz="2000" b="1"/>
            </a:lvl4pPr>
            <a:lvl5pPr algn="ct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
          <p:cNvSpPr>
            <a:spLocks noGrp="1"/>
          </p:cNvSpPr>
          <p:nvPr>
            <p:ph type="body" sz="quarter" idx="19"/>
          </p:nvPr>
        </p:nvSpPr>
        <p:spPr>
          <a:xfrm>
            <a:off x="0" y="1554163"/>
            <a:ext cx="6096000" cy="535531"/>
          </a:xfrm>
        </p:spPr>
        <p:txBody>
          <a:bodyPr/>
          <a:lstStyle>
            <a:lvl1pPr algn="ctr">
              <a:defRPr sz="3600" b="0">
                <a:latin typeface="+mj-lt"/>
              </a:defRPr>
            </a:lvl1pPr>
            <a:lvl2pPr algn="ctr">
              <a:defRPr lang="en-US" sz="3200" b="0" kern="1200" dirty="0" smtClean="0">
                <a:solidFill>
                  <a:schemeClr val="tx1">
                    <a:lumMod val="65000"/>
                    <a:lumOff val="35000"/>
                  </a:schemeClr>
                </a:solidFill>
                <a:latin typeface="+mj-lt"/>
                <a:ea typeface="+mn-ea"/>
                <a:cs typeface="+mn-cs"/>
              </a:defRPr>
            </a:lvl2pPr>
            <a:lvl3pPr algn="ctr">
              <a:defRPr/>
            </a:lvl3pPr>
            <a:lvl4pPr algn="ctr">
              <a:defRPr/>
            </a:lvl4pPr>
            <a:lvl5pPr algn="ctr">
              <a:defRPr/>
            </a:lvl5pPr>
          </a:lstStyle>
          <a:p>
            <a:pPr marL="0" lvl="0" indent="0" algn="ctr" defTabSz="914400" rtl="0" eaLnBrk="1" latinLnBrk="0" hangingPunct="1">
              <a:lnSpc>
                <a:spcPct val="90000"/>
              </a:lnSpc>
              <a:spcBef>
                <a:spcPts val="500"/>
              </a:spcBef>
              <a:buFont typeface="Arial" panose="020B0604020202020204" pitchFamily="34" charset="0"/>
              <a:buNone/>
            </a:pPr>
            <a:r>
              <a:rPr lang="en-US"/>
              <a:t>Click to edit Master text styles</a:t>
            </a:r>
          </a:p>
        </p:txBody>
      </p:sp>
      <p:sp>
        <p:nvSpPr>
          <p:cNvPr id="10" name="Slide Number Placeholder 7"/>
          <p:cNvSpPr>
            <a:spLocks noGrp="1"/>
          </p:cNvSpPr>
          <p:nvPr>
            <p:ph type="sldNum" sz="quarter" idx="4"/>
          </p:nvPr>
        </p:nvSpPr>
        <p:spPr>
          <a:xfrm>
            <a:off x="11668594" y="6484937"/>
            <a:ext cx="523406" cy="365125"/>
          </a:xfrm>
          <a:prstGeom prst="rect">
            <a:avLst/>
          </a:prstGeom>
        </p:spPr>
        <p:txBody>
          <a:bodyPr vert="horz" wrap="none" lIns="91440" tIns="45720" rIns="91440" bIns="45720" rtlCol="0" anchor="ctr"/>
          <a:lstStyle>
            <a:lvl1pPr algn="r">
              <a:defRPr sz="1200">
                <a:solidFill>
                  <a:schemeClr val="bg1"/>
                </a:solidFill>
              </a:defRPr>
            </a:lvl1pPr>
          </a:lstStyle>
          <a:p>
            <a:fld id="{4997E989-D798-4C62-8E93-3D2D613C2488}" type="slidenum">
              <a:rPr lang="en-US" smtClean="0"/>
              <a:pPr/>
              <a:t>‹#›</a:t>
            </a:fld>
            <a:endParaRPr lang="en-US" dirty="0"/>
          </a:p>
        </p:txBody>
      </p:sp>
    </p:spTree>
    <p:extLst>
      <p:ext uri="{BB962C8B-B14F-4D97-AF65-F5344CB8AC3E}">
        <p14:creationId xmlns:p14="http://schemas.microsoft.com/office/powerpoint/2010/main" val="1465193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50-50 Right Photo Layou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bwMode="ltGray">
          <a:xfrm>
            <a:off x="6129304" y="0"/>
            <a:ext cx="6062696" cy="6856100"/>
          </a:xfrm>
          <a:blipFill>
            <a:blip r:embed="rId2"/>
            <a:srcRect/>
            <a:stretch>
              <a:fillRect/>
            </a:stretch>
          </a:blipFill>
        </p:spPr>
        <p:txBody>
          <a:bodyPr tIns="548640" anchor="ctr" anchorCtr="0">
            <a:noAutofit/>
          </a:bodyPr>
          <a:lstStyle>
            <a:lvl1pPr marL="0" indent="0" algn="ctr">
              <a:buNone/>
              <a:defRPr sz="3600" b="1" cap="none" baseline="0">
                <a:solidFill>
                  <a:srgbClr val="FFC000"/>
                </a:solidFill>
                <a:latin typeface="+mn-lt"/>
              </a:defRPr>
            </a:lvl1pPr>
          </a:lstStyle>
          <a:p>
            <a:r>
              <a:rPr lang="en-US"/>
              <a:t>Click icon to add picture</a:t>
            </a:r>
            <a:endParaRPr lang="en-US" dirty="0"/>
          </a:p>
        </p:txBody>
      </p:sp>
      <p:sp>
        <p:nvSpPr>
          <p:cNvPr id="4" name="Slide Number Placeholder 5"/>
          <p:cNvSpPr>
            <a:spLocks noGrp="1"/>
          </p:cNvSpPr>
          <p:nvPr>
            <p:ph type="sldNum" sz="quarter" idx="4"/>
          </p:nvPr>
        </p:nvSpPr>
        <p:spPr>
          <a:xfrm>
            <a:off x="11837561" y="6484937"/>
            <a:ext cx="387743" cy="365125"/>
          </a:xfrm>
          <a:prstGeom prst="rect">
            <a:avLst/>
          </a:prstGeom>
        </p:spPr>
        <p:txBody>
          <a:bodyPr vert="horz" lIns="91440" tIns="45720" rIns="91440" bIns="45720" rtlCol="0" anchor="ctr"/>
          <a:lstStyle>
            <a:lvl1pPr algn="r">
              <a:defRPr sz="1100">
                <a:solidFill>
                  <a:schemeClr val="bg1"/>
                </a:solidFill>
              </a:defRPr>
            </a:lvl1pPr>
          </a:lstStyle>
          <a:p>
            <a:fld id="{5AE1514C-5E56-4738-A1FF-4B1CFD2A3E36}" type="slidenum">
              <a:rPr lang="en-US" smtClean="0"/>
              <a:pPr/>
              <a:t>‹#›</a:t>
            </a:fld>
            <a:endParaRPr lang="en-US" dirty="0"/>
          </a:p>
        </p:txBody>
      </p:sp>
      <p:sp>
        <p:nvSpPr>
          <p:cNvPr id="6" name="Content Placeholder 2"/>
          <p:cNvSpPr>
            <a:spLocks noGrp="1"/>
          </p:cNvSpPr>
          <p:nvPr>
            <p:ph idx="18" hasCustomPrompt="1"/>
          </p:nvPr>
        </p:nvSpPr>
        <p:spPr>
          <a:xfrm>
            <a:off x="1875949" y="419100"/>
            <a:ext cx="2377440" cy="840230"/>
          </a:xfrm>
        </p:spPr>
        <p:txBody>
          <a:bodyPr lIns="146304" rIns="146304"/>
          <a:lstStyle>
            <a:lvl1pPr marL="0" algn="ctr" defTabSz="914400" rtl="0" eaLnBrk="1" latinLnBrk="0" hangingPunct="1">
              <a:defRPr lang="en-US" sz="5400" kern="1200" dirty="0">
                <a:solidFill>
                  <a:schemeClr val="accent4"/>
                </a:solidFill>
                <a:latin typeface="Segoe UI Black" panose="020B0A02040204020203" pitchFamily="34" charset="0"/>
                <a:ea typeface="Segoe UI Black" panose="020B0A02040204020203" pitchFamily="34" charset="0"/>
                <a:cs typeface="Segoe UI Black" panose="020B0A02040204020203" pitchFamily="34" charset="0"/>
              </a:defRPr>
            </a:lvl1pPr>
            <a:lvl2pPr algn="ctr">
              <a:defRPr sz="2200">
                <a:solidFill>
                  <a:schemeClr val="tx1">
                    <a:lumMod val="75000"/>
                    <a:lumOff val="25000"/>
                  </a:schemeClr>
                </a:solidFill>
                <a:latin typeface="Segoe UI Semilight" panose="020B0402040204020203" pitchFamily="34" charset="0"/>
                <a:cs typeface="Segoe UI Semilight" panose="020B0402040204020203" pitchFamily="34" charset="0"/>
              </a:defRPr>
            </a:lvl2pPr>
            <a:lvl3pPr algn="ctr">
              <a:defRPr sz="1800"/>
            </a:lvl3pPr>
            <a:lvl4pPr algn="ctr">
              <a:defRPr sz="1800">
                <a:latin typeface="+mn-lt"/>
              </a:defRPr>
            </a:lvl4pPr>
            <a:lvl5pPr algn="ctr">
              <a:defRPr sz="1600">
                <a:latin typeface="+mn-lt"/>
              </a:defRPr>
            </a:lvl5pPr>
          </a:lstStyle>
          <a:p>
            <a:pPr lvl="0"/>
            <a:r>
              <a:rPr lang="en-US" dirty="0"/>
              <a:t>#</a:t>
            </a:r>
          </a:p>
        </p:txBody>
      </p:sp>
      <p:sp>
        <p:nvSpPr>
          <p:cNvPr id="9" name="Text Placeholder 6"/>
          <p:cNvSpPr>
            <a:spLocks noGrp="1"/>
          </p:cNvSpPr>
          <p:nvPr>
            <p:ph type="body" sz="quarter" idx="11"/>
          </p:nvPr>
        </p:nvSpPr>
        <p:spPr>
          <a:xfrm>
            <a:off x="0" y="3429000"/>
            <a:ext cx="6096000" cy="2594043"/>
          </a:xfrm>
        </p:spPr>
        <p:txBody>
          <a:bodyPr anchor="t" anchorCtr="0"/>
          <a:lstStyle>
            <a:lvl1pPr algn="ctr" defTabSz="914400" rtl="0" eaLnBrk="1" latinLnBrk="0" hangingPunct="1">
              <a:lnSpc>
                <a:spcPct val="90000"/>
              </a:lnSpc>
              <a:spcBef>
                <a:spcPct val="0"/>
              </a:spcBef>
              <a:spcAft>
                <a:spcPts val="3000"/>
              </a:spcAft>
              <a:buNone/>
              <a:defRPr lang="en-US" sz="3600" b="0" i="0" kern="1200" spc="0" baseline="0" dirty="0">
                <a:gradFill>
                  <a:gsLst>
                    <a:gs pos="0">
                      <a:schemeClr val="tx2"/>
                    </a:gs>
                    <a:gs pos="100000">
                      <a:schemeClr val="tx2"/>
                    </a:gs>
                  </a:gsLst>
                  <a:lin ang="5400000" scaled="1"/>
                </a:gradFill>
                <a:latin typeface="Segoe UI Semibold" panose="020B0702040204020203" pitchFamily="34" charset="0"/>
                <a:ea typeface="+mn-ea"/>
                <a:cs typeface="Segoe UI Semibold" panose="020B0702040204020203" pitchFamily="34" charset="0"/>
              </a:defRPr>
            </a:lvl1pPr>
            <a:lvl2pPr algn="ctr">
              <a:defRPr sz="2800"/>
            </a:lvl2pPr>
            <a:lvl3pPr algn="ctr">
              <a:spcAft>
                <a:spcPts val="600"/>
              </a:spcAft>
              <a:defRPr lang="en-US" sz="2400" b="0" kern="1200" dirty="0">
                <a:solidFill>
                  <a:schemeClr val="tx1">
                    <a:lumMod val="85000"/>
                    <a:lumOff val="15000"/>
                  </a:schemeClr>
                </a:solidFill>
                <a:latin typeface="+mn-lt"/>
                <a:ea typeface="+mn-ea"/>
                <a:cs typeface="+mn-cs"/>
              </a:defRPr>
            </a:lvl3pPr>
            <a:lvl4pPr algn="ctr">
              <a:defRPr sz="2000" b="1"/>
            </a:lvl4pPr>
            <a:lvl5pPr algn="ct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
          <p:cNvSpPr>
            <a:spLocks noGrp="1"/>
          </p:cNvSpPr>
          <p:nvPr>
            <p:ph type="body" sz="quarter" idx="19"/>
          </p:nvPr>
        </p:nvSpPr>
        <p:spPr>
          <a:xfrm>
            <a:off x="0" y="1554163"/>
            <a:ext cx="6096000" cy="548957"/>
          </a:xfrm>
        </p:spPr>
        <p:txBody>
          <a:bodyPr/>
          <a:lstStyle>
            <a:lvl1pPr algn="ctr">
              <a:defRPr sz="3600" b="0">
                <a:latin typeface="+mj-lt"/>
              </a:defRPr>
            </a:lvl1pPr>
            <a:lvl2pPr algn="ctr">
              <a:defRPr lang="en-US" sz="3200" b="0" kern="1200" dirty="0">
                <a:solidFill>
                  <a:schemeClr val="tx1">
                    <a:lumMod val="65000"/>
                    <a:lumOff val="35000"/>
                  </a:schemeClr>
                </a:solidFill>
                <a:latin typeface="+mj-lt"/>
                <a:ea typeface="+mn-ea"/>
                <a:cs typeface="+mn-cs"/>
              </a:defRPr>
            </a:lvl2pPr>
            <a:lvl3pPr algn="ctr">
              <a:defRPr/>
            </a:lvl3pPr>
            <a:lvl4pPr algn="ctr">
              <a:defRPr/>
            </a:lvl4pPr>
            <a:lvl5pPr algn="ctr">
              <a:defRPr/>
            </a:lvl5pPr>
          </a:lstStyle>
          <a:p>
            <a:pPr marL="0" lvl="0" indent="0" algn="ctr" defTabSz="914400" rtl="0" eaLnBrk="1" latinLnBrk="0" hangingPunct="1">
              <a:lnSpc>
                <a:spcPct val="90000"/>
              </a:lnSpc>
              <a:spcBef>
                <a:spcPts val="500"/>
              </a:spcBef>
              <a:buFont typeface="Arial" panose="020B0604020202020204" pitchFamily="34" charset="0"/>
              <a:buNone/>
            </a:pPr>
            <a:r>
              <a:rPr lang="en-US"/>
              <a:t>Click to edit Master text styles</a:t>
            </a:r>
          </a:p>
        </p:txBody>
      </p:sp>
      <p:sp>
        <p:nvSpPr>
          <p:cNvPr id="12" name="Slide Number Placeholder 7"/>
          <p:cNvSpPr txBox="1">
            <a:spLocks/>
          </p:cNvSpPr>
          <p:nvPr userDrawn="1"/>
        </p:nvSpPr>
        <p:spPr>
          <a:xfrm>
            <a:off x="10343911" y="6498718"/>
            <a:ext cx="523406" cy="365125"/>
          </a:xfrm>
          <a:prstGeom prst="rect">
            <a:avLst/>
          </a:prstGeom>
        </p:spPr>
        <p:txBody>
          <a:bodyPr vert="horz" wrap="none" lIns="91440" tIns="45720" rIns="91440" bIns="45720" rtlCol="0" anchor="ctr"/>
          <a:lstStyle>
            <a:defPPr>
              <a:defRPr lang="en-US"/>
            </a:defPPr>
            <a:lvl1pPr marL="0" algn="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97E989-D798-4C62-8E93-3D2D613C2488}" type="slidenum">
              <a:rPr lang="en-US" smtClean="0">
                <a:solidFill>
                  <a:schemeClr val="bg1"/>
                </a:solidFill>
              </a:rPr>
              <a:pPr/>
              <a:t>‹#›</a:t>
            </a:fld>
            <a:endParaRPr lang="en-US" dirty="0">
              <a:solidFill>
                <a:schemeClr val="bg1"/>
              </a:solidFill>
            </a:endParaRPr>
          </a:p>
        </p:txBody>
      </p:sp>
    </p:spTree>
    <p:extLst>
      <p:ext uri="{BB962C8B-B14F-4D97-AF65-F5344CB8AC3E}">
        <p14:creationId xmlns:p14="http://schemas.microsoft.com/office/powerpoint/2010/main" val="4439579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50-50 Right Photo Layou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bwMode="ltGray">
          <a:xfrm>
            <a:off x="6129304" y="0"/>
            <a:ext cx="6062696" cy="6856100"/>
          </a:xfrm>
          <a:blipFill>
            <a:blip r:embed="rId2"/>
            <a:srcRect/>
            <a:stretch>
              <a:fillRect/>
            </a:stretch>
          </a:blipFill>
        </p:spPr>
        <p:txBody>
          <a:bodyPr tIns="548640" anchor="ctr" anchorCtr="0">
            <a:noAutofit/>
          </a:bodyPr>
          <a:lstStyle>
            <a:lvl1pPr marL="0" indent="0" algn="ctr">
              <a:buNone/>
              <a:defRPr sz="3600" b="1" cap="none" baseline="0">
                <a:solidFill>
                  <a:srgbClr val="FFC000"/>
                </a:solidFill>
                <a:latin typeface="+mn-lt"/>
              </a:defRPr>
            </a:lvl1pPr>
          </a:lstStyle>
          <a:p>
            <a:r>
              <a:rPr lang="en-US"/>
              <a:t>Click icon to add picture</a:t>
            </a:r>
            <a:endParaRPr lang="en-US" dirty="0"/>
          </a:p>
        </p:txBody>
      </p:sp>
      <p:sp>
        <p:nvSpPr>
          <p:cNvPr id="7" name="Text Placeholder 6"/>
          <p:cNvSpPr>
            <a:spLocks noGrp="1"/>
          </p:cNvSpPr>
          <p:nvPr>
            <p:ph type="body" sz="quarter" idx="11"/>
          </p:nvPr>
        </p:nvSpPr>
        <p:spPr>
          <a:xfrm>
            <a:off x="0" y="3429000"/>
            <a:ext cx="6129304" cy="2754087"/>
          </a:xfrm>
        </p:spPr>
        <p:txBody>
          <a:bodyPr anchor="t" anchorCtr="0"/>
          <a:lstStyle>
            <a:lvl1pPr algn="ctr" defTabSz="914400" rtl="0" eaLnBrk="1" latinLnBrk="0" hangingPunct="1">
              <a:lnSpc>
                <a:spcPct val="90000"/>
              </a:lnSpc>
              <a:spcBef>
                <a:spcPct val="0"/>
              </a:spcBef>
              <a:spcAft>
                <a:spcPts val="3000"/>
              </a:spcAft>
              <a:buNone/>
              <a:defRPr lang="en-US" sz="3600" b="0" i="0" kern="1200" spc="0" baseline="0" dirty="0">
                <a:gradFill>
                  <a:gsLst>
                    <a:gs pos="0">
                      <a:schemeClr val="tx2"/>
                    </a:gs>
                    <a:gs pos="100000">
                      <a:schemeClr val="tx2"/>
                    </a:gs>
                  </a:gsLst>
                  <a:lin ang="5400000" scaled="1"/>
                </a:gradFill>
                <a:latin typeface="Segoe UI Semibold" panose="020B0702040204020203" pitchFamily="34" charset="0"/>
                <a:ea typeface="+mn-ea"/>
                <a:cs typeface="Segoe UI Semibold" panose="020B0702040204020203" pitchFamily="34" charset="0"/>
              </a:defRPr>
            </a:lvl1pPr>
            <a:lvl2pPr algn="ctr">
              <a:defRPr sz="2800"/>
            </a:lvl2pPr>
            <a:lvl3pPr algn="ctr">
              <a:defRPr lang="en-US" sz="2400" b="0" kern="1200" dirty="0">
                <a:solidFill>
                  <a:schemeClr val="tx1">
                    <a:lumMod val="85000"/>
                    <a:lumOff val="15000"/>
                  </a:schemeClr>
                </a:solidFill>
                <a:latin typeface="+mn-lt"/>
                <a:ea typeface="+mn-ea"/>
                <a:cs typeface="+mn-cs"/>
              </a:defRPr>
            </a:lvl3pPr>
            <a:lvl4pPr algn="ctr">
              <a:defRPr sz="2000" b="1"/>
            </a:lvl4pPr>
            <a:lvl5pPr algn="ct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8" hasCustomPrompt="1"/>
          </p:nvPr>
        </p:nvSpPr>
        <p:spPr>
          <a:xfrm>
            <a:off x="1875949" y="419100"/>
            <a:ext cx="2377440" cy="840230"/>
          </a:xfrm>
        </p:spPr>
        <p:txBody>
          <a:bodyPr lIns="146304" rIns="146304"/>
          <a:lstStyle>
            <a:lvl1pPr marL="0" algn="ctr" defTabSz="914400" rtl="0" eaLnBrk="1" latinLnBrk="0" hangingPunct="1">
              <a:defRPr lang="en-US" sz="5400" kern="1200" dirty="0">
                <a:solidFill>
                  <a:schemeClr val="accent4"/>
                </a:solidFill>
                <a:latin typeface="Segoe UI Black" panose="020B0A02040204020203" pitchFamily="34" charset="0"/>
                <a:ea typeface="Segoe UI Black" panose="020B0A02040204020203" pitchFamily="34" charset="0"/>
                <a:cs typeface="Segoe UI Black" panose="020B0A02040204020203" pitchFamily="34" charset="0"/>
              </a:defRPr>
            </a:lvl1pPr>
            <a:lvl2pPr algn="ctr">
              <a:defRPr sz="2200">
                <a:solidFill>
                  <a:schemeClr val="tx1">
                    <a:lumMod val="75000"/>
                    <a:lumOff val="25000"/>
                  </a:schemeClr>
                </a:solidFill>
                <a:latin typeface="Segoe UI Semilight" panose="020B0402040204020203" pitchFamily="34" charset="0"/>
                <a:cs typeface="Segoe UI Semilight" panose="020B0402040204020203" pitchFamily="34" charset="0"/>
              </a:defRPr>
            </a:lvl2pPr>
            <a:lvl3pPr algn="ctr">
              <a:defRPr sz="1800"/>
            </a:lvl3pPr>
            <a:lvl4pPr algn="ctr">
              <a:defRPr sz="1800">
                <a:latin typeface="+mn-lt"/>
              </a:defRPr>
            </a:lvl4pPr>
            <a:lvl5pPr algn="ctr">
              <a:defRPr sz="1600">
                <a:latin typeface="+mn-lt"/>
              </a:defRPr>
            </a:lvl5pPr>
          </a:lstStyle>
          <a:p>
            <a:pPr lvl="0"/>
            <a:r>
              <a:rPr lang="en-US" dirty="0"/>
              <a:t>#</a:t>
            </a:r>
          </a:p>
        </p:txBody>
      </p:sp>
      <p:sp>
        <p:nvSpPr>
          <p:cNvPr id="3" name="Text Placeholder 2"/>
          <p:cNvSpPr>
            <a:spLocks noGrp="1"/>
          </p:cNvSpPr>
          <p:nvPr>
            <p:ph type="body" sz="quarter" idx="19"/>
          </p:nvPr>
        </p:nvSpPr>
        <p:spPr>
          <a:xfrm>
            <a:off x="0" y="1554163"/>
            <a:ext cx="6129304" cy="535531"/>
          </a:xfrm>
        </p:spPr>
        <p:txBody>
          <a:bodyPr/>
          <a:lstStyle>
            <a:lvl1pPr algn="ctr">
              <a:defRPr sz="3600" b="0">
                <a:latin typeface="+mj-lt"/>
              </a:defRPr>
            </a:lvl1pPr>
            <a:lvl2pPr algn="ctr">
              <a:defRPr lang="en-US" sz="3200" b="0" kern="1200" dirty="0">
                <a:solidFill>
                  <a:schemeClr val="tx1">
                    <a:lumMod val="65000"/>
                    <a:lumOff val="35000"/>
                  </a:schemeClr>
                </a:solidFill>
                <a:latin typeface="+mj-lt"/>
                <a:ea typeface="+mn-ea"/>
                <a:cs typeface="+mn-cs"/>
              </a:defRPr>
            </a:lvl2pPr>
            <a:lvl3pPr algn="ctr">
              <a:defRPr/>
            </a:lvl3pPr>
            <a:lvl4pPr algn="ctr">
              <a:defRPr/>
            </a:lvl4pPr>
            <a:lvl5pPr algn="ctr">
              <a:defRPr/>
            </a:lvl5pPr>
          </a:lstStyle>
          <a:p>
            <a:pPr marL="0" lvl="0" indent="0" algn="ctr" defTabSz="914400" rtl="0" eaLnBrk="1" latinLnBrk="0" hangingPunct="1">
              <a:lnSpc>
                <a:spcPct val="90000"/>
              </a:lnSpc>
              <a:spcBef>
                <a:spcPts val="500"/>
              </a:spcBef>
              <a:buFont typeface="Arial" panose="020B0604020202020204" pitchFamily="34" charset="0"/>
              <a:buNone/>
            </a:pPr>
            <a:r>
              <a:rPr lang="en-US"/>
              <a:t>Click to edit Master text styles</a:t>
            </a:r>
          </a:p>
        </p:txBody>
      </p:sp>
      <p:sp>
        <p:nvSpPr>
          <p:cNvPr id="8" name="Slide Number Placeholder 7"/>
          <p:cNvSpPr>
            <a:spLocks noGrp="1"/>
          </p:cNvSpPr>
          <p:nvPr>
            <p:ph type="sldNum" sz="quarter" idx="4"/>
          </p:nvPr>
        </p:nvSpPr>
        <p:spPr>
          <a:xfrm>
            <a:off x="11668594" y="6484937"/>
            <a:ext cx="523406" cy="365125"/>
          </a:xfrm>
          <a:prstGeom prst="rect">
            <a:avLst/>
          </a:prstGeom>
        </p:spPr>
        <p:txBody>
          <a:bodyPr vert="horz" wrap="none" lIns="91440" tIns="45720" rIns="91440" bIns="45720" rtlCol="0" anchor="ctr"/>
          <a:lstStyle>
            <a:lvl1pPr algn="r">
              <a:defRPr sz="1200">
                <a:solidFill>
                  <a:schemeClr val="bg1"/>
                </a:solidFill>
              </a:defRPr>
            </a:lvl1pPr>
          </a:lstStyle>
          <a:p>
            <a:fld id="{4997E989-D798-4C62-8E93-3D2D613C2488}" type="slidenum">
              <a:rPr lang="en-US" smtClean="0"/>
              <a:pPr/>
              <a:t>‹#›</a:t>
            </a:fld>
            <a:endParaRPr lang="en-US" dirty="0"/>
          </a:p>
        </p:txBody>
      </p:sp>
    </p:spTree>
    <p:extLst>
      <p:ext uri="{BB962C8B-B14F-4D97-AF65-F5344CB8AC3E}">
        <p14:creationId xmlns:p14="http://schemas.microsoft.com/office/powerpoint/2010/main" val="18882334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50-50 Left Photo Layout with tex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bwMode="ltGray">
          <a:xfrm flipH="1">
            <a:off x="-1" y="0"/>
            <a:ext cx="6094444" cy="6856100"/>
          </a:xfrm>
          <a:blipFill>
            <a:blip r:embed="rId2"/>
            <a:stretch>
              <a:fillRect/>
            </a:stretch>
          </a:blipFill>
        </p:spPr>
        <p:txBody>
          <a:bodyPr tIns="548640" anchor="ctr" anchorCtr="0">
            <a:noAutofit/>
          </a:bodyPr>
          <a:lstStyle>
            <a:lvl1pPr marL="0" indent="0" algn="ctr">
              <a:buNone/>
              <a:defRPr sz="1568"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
        <p:nvSpPr>
          <p:cNvPr id="8" name="Text Placeholder 6"/>
          <p:cNvSpPr>
            <a:spLocks noGrp="1"/>
          </p:cNvSpPr>
          <p:nvPr>
            <p:ph type="body" sz="quarter" idx="11"/>
          </p:nvPr>
        </p:nvSpPr>
        <p:spPr>
          <a:xfrm>
            <a:off x="6094443" y="3425619"/>
            <a:ext cx="6097555" cy="2754087"/>
          </a:xfrm>
        </p:spPr>
        <p:txBody>
          <a:bodyPr anchor="t" anchorCtr="0"/>
          <a:lstStyle>
            <a:lvl1pPr algn="ctr" defTabSz="914400" rtl="0" eaLnBrk="1" latinLnBrk="0" hangingPunct="1">
              <a:lnSpc>
                <a:spcPct val="90000"/>
              </a:lnSpc>
              <a:spcBef>
                <a:spcPct val="0"/>
              </a:spcBef>
              <a:spcAft>
                <a:spcPts val="3000"/>
              </a:spcAft>
              <a:buNone/>
              <a:defRPr lang="en-US" sz="3600" b="0" i="0" kern="1200" spc="0" baseline="0" dirty="0">
                <a:gradFill>
                  <a:gsLst>
                    <a:gs pos="0">
                      <a:schemeClr val="tx2"/>
                    </a:gs>
                    <a:gs pos="100000">
                      <a:schemeClr val="tx2"/>
                    </a:gs>
                  </a:gsLst>
                  <a:lin ang="5400000" scaled="1"/>
                </a:gradFill>
                <a:latin typeface="Segoe UI Semibold" panose="020B0702040204020203" pitchFamily="34" charset="0"/>
                <a:ea typeface="+mn-ea"/>
                <a:cs typeface="Segoe UI Semibold" panose="020B0702040204020203" pitchFamily="34" charset="0"/>
              </a:defRPr>
            </a:lvl1pPr>
            <a:lvl2pPr algn="ctr">
              <a:defRPr sz="2800"/>
            </a:lvl2pPr>
            <a:lvl3pPr algn="ctr">
              <a:defRPr lang="en-US" sz="2400" b="0" kern="1200" dirty="0">
                <a:solidFill>
                  <a:schemeClr val="tx1">
                    <a:lumMod val="85000"/>
                    <a:lumOff val="15000"/>
                  </a:schemeClr>
                </a:solidFill>
                <a:latin typeface="+mn-lt"/>
                <a:ea typeface="+mn-ea"/>
                <a:cs typeface="+mn-cs"/>
              </a:defRPr>
            </a:lvl3pPr>
            <a:lvl4pPr algn="ctr">
              <a:defRPr sz="2000" b="1"/>
            </a:lvl4pPr>
            <a:lvl5pPr algn="ct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
          <p:cNvSpPr>
            <a:spLocks noGrp="1"/>
          </p:cNvSpPr>
          <p:nvPr>
            <p:ph type="body" sz="quarter" idx="19"/>
          </p:nvPr>
        </p:nvSpPr>
        <p:spPr>
          <a:xfrm>
            <a:off x="6094443" y="1554163"/>
            <a:ext cx="6097556" cy="535531"/>
          </a:xfrm>
        </p:spPr>
        <p:txBody>
          <a:bodyPr/>
          <a:lstStyle>
            <a:lvl1pPr algn="ctr">
              <a:defRPr sz="3600" b="0">
                <a:latin typeface="+mj-lt"/>
              </a:defRPr>
            </a:lvl1pPr>
            <a:lvl2pPr algn="ctr">
              <a:defRPr lang="en-US" sz="3200" b="0" kern="1200" dirty="0">
                <a:solidFill>
                  <a:schemeClr val="tx1">
                    <a:lumMod val="65000"/>
                    <a:lumOff val="35000"/>
                  </a:schemeClr>
                </a:solidFill>
                <a:latin typeface="+mj-lt"/>
                <a:ea typeface="+mn-ea"/>
                <a:cs typeface="+mn-cs"/>
              </a:defRPr>
            </a:lvl2pPr>
            <a:lvl3pPr algn="ctr">
              <a:defRPr/>
            </a:lvl3pPr>
            <a:lvl4pPr algn="ctr">
              <a:defRPr/>
            </a:lvl4pPr>
            <a:lvl5pPr algn="ctr">
              <a:defRPr/>
            </a:lvl5pPr>
          </a:lstStyle>
          <a:p>
            <a:pPr marL="0" lvl="0" indent="0" algn="ctr" defTabSz="914400" rtl="0" eaLnBrk="1" latinLnBrk="0" hangingPunct="1">
              <a:lnSpc>
                <a:spcPct val="90000"/>
              </a:lnSpc>
              <a:spcBef>
                <a:spcPts val="500"/>
              </a:spcBef>
              <a:buFont typeface="Arial" panose="020B0604020202020204" pitchFamily="34" charset="0"/>
              <a:buNone/>
            </a:pPr>
            <a:r>
              <a:rPr lang="en-US"/>
              <a:t>Click to edit Master text styles</a:t>
            </a:r>
          </a:p>
        </p:txBody>
      </p:sp>
      <p:sp>
        <p:nvSpPr>
          <p:cNvPr id="10" name="Content Placeholder 2"/>
          <p:cNvSpPr>
            <a:spLocks noGrp="1"/>
          </p:cNvSpPr>
          <p:nvPr>
            <p:ph idx="18" hasCustomPrompt="1"/>
          </p:nvPr>
        </p:nvSpPr>
        <p:spPr>
          <a:xfrm>
            <a:off x="7743349" y="419100"/>
            <a:ext cx="2377440" cy="840230"/>
          </a:xfrm>
        </p:spPr>
        <p:txBody>
          <a:bodyPr lIns="146304" rIns="146304"/>
          <a:lstStyle>
            <a:lvl1pPr marL="0" algn="ctr" defTabSz="914400" rtl="0" eaLnBrk="1" latinLnBrk="0" hangingPunct="1">
              <a:defRPr lang="en-US" sz="5400" kern="1200" dirty="0">
                <a:solidFill>
                  <a:schemeClr val="accent4"/>
                </a:solidFill>
                <a:latin typeface="Segoe UI Black" panose="020B0A02040204020203" pitchFamily="34" charset="0"/>
                <a:ea typeface="Segoe UI Black" panose="020B0A02040204020203" pitchFamily="34" charset="0"/>
                <a:cs typeface="Segoe UI Black" panose="020B0A02040204020203" pitchFamily="34" charset="0"/>
              </a:defRPr>
            </a:lvl1pPr>
            <a:lvl2pPr algn="ctr">
              <a:defRPr sz="2200">
                <a:solidFill>
                  <a:schemeClr val="tx1">
                    <a:lumMod val="75000"/>
                    <a:lumOff val="25000"/>
                  </a:schemeClr>
                </a:solidFill>
                <a:latin typeface="Segoe UI Semilight" panose="020B0402040204020203" pitchFamily="34" charset="0"/>
                <a:cs typeface="Segoe UI Semilight" panose="020B0402040204020203" pitchFamily="34" charset="0"/>
              </a:defRPr>
            </a:lvl2pPr>
            <a:lvl3pPr algn="ctr">
              <a:defRPr sz="1800"/>
            </a:lvl3pPr>
            <a:lvl4pPr algn="ctr">
              <a:defRPr sz="1800">
                <a:latin typeface="+mn-lt"/>
              </a:defRPr>
            </a:lvl4pPr>
            <a:lvl5pPr algn="ctr">
              <a:defRPr sz="1600">
                <a:latin typeface="+mn-lt"/>
              </a:defRPr>
            </a:lvl5pPr>
          </a:lstStyle>
          <a:p>
            <a:pPr lvl="0"/>
            <a:r>
              <a:rPr lang="en-US" dirty="0"/>
              <a:t>#</a:t>
            </a:r>
          </a:p>
        </p:txBody>
      </p:sp>
      <p:sp>
        <p:nvSpPr>
          <p:cNvPr id="11" name="Slide Number Placeholder 7"/>
          <p:cNvSpPr>
            <a:spLocks noGrp="1"/>
          </p:cNvSpPr>
          <p:nvPr>
            <p:ph type="sldNum" sz="quarter" idx="4"/>
          </p:nvPr>
        </p:nvSpPr>
        <p:spPr>
          <a:xfrm>
            <a:off x="11668594" y="6484937"/>
            <a:ext cx="523406" cy="365125"/>
          </a:xfrm>
          <a:prstGeom prst="rect">
            <a:avLst/>
          </a:prstGeom>
        </p:spPr>
        <p:txBody>
          <a:bodyPr vert="horz" wrap="none" lIns="91440" tIns="45720" rIns="91440" bIns="45720" rtlCol="0" anchor="ctr"/>
          <a:lstStyle>
            <a:lvl1pPr algn="r">
              <a:defRPr sz="1200">
                <a:solidFill>
                  <a:schemeClr val="tx2"/>
                </a:solidFill>
              </a:defRPr>
            </a:lvl1pPr>
          </a:lstStyle>
          <a:p>
            <a:fld id="{4997E989-D798-4C62-8E93-3D2D613C2488}" type="slidenum">
              <a:rPr lang="en-US" smtClean="0"/>
              <a:pPr/>
              <a:t>‹#›</a:t>
            </a:fld>
            <a:endParaRPr lang="en-US" dirty="0"/>
          </a:p>
        </p:txBody>
      </p:sp>
    </p:spTree>
    <p:extLst>
      <p:ext uri="{BB962C8B-B14F-4D97-AF65-F5344CB8AC3E}">
        <p14:creationId xmlns:p14="http://schemas.microsoft.com/office/powerpoint/2010/main" val="1798201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50-50 Left Photo Layout with tex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bwMode="ltGray">
          <a:xfrm>
            <a:off x="0" y="0"/>
            <a:ext cx="6094444" cy="6856100"/>
          </a:xfrm>
          <a:blipFill>
            <a:blip r:embed="rId2"/>
            <a:srcRect/>
            <a:stretch>
              <a:fillRect/>
            </a:stretch>
          </a:blipFill>
        </p:spPr>
        <p:txBody>
          <a:bodyPr tIns="548640" anchor="ctr" anchorCtr="0">
            <a:noAutofit/>
          </a:bodyPr>
          <a:lstStyle>
            <a:lvl1pPr marL="0" indent="0" algn="ctr">
              <a:buNone/>
              <a:defRPr sz="1568"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
        <p:nvSpPr>
          <p:cNvPr id="8" name="Text Placeholder 6"/>
          <p:cNvSpPr>
            <a:spLocks noGrp="1"/>
          </p:cNvSpPr>
          <p:nvPr>
            <p:ph type="body" sz="quarter" idx="11"/>
          </p:nvPr>
        </p:nvSpPr>
        <p:spPr>
          <a:xfrm>
            <a:off x="6180534" y="3429000"/>
            <a:ext cx="6011466" cy="2754087"/>
          </a:xfrm>
        </p:spPr>
        <p:txBody>
          <a:bodyPr anchor="t" anchorCtr="0"/>
          <a:lstStyle>
            <a:lvl1pPr algn="ctr" defTabSz="914400" rtl="0" eaLnBrk="1" latinLnBrk="0" hangingPunct="1">
              <a:lnSpc>
                <a:spcPct val="90000"/>
              </a:lnSpc>
              <a:spcBef>
                <a:spcPct val="0"/>
              </a:spcBef>
              <a:spcAft>
                <a:spcPts val="3000"/>
              </a:spcAft>
              <a:buNone/>
              <a:defRPr lang="en-US" sz="3600" b="0" i="0" kern="1200" spc="0" baseline="0" dirty="0">
                <a:solidFill>
                  <a:schemeClr val="tx2"/>
                </a:solidFill>
                <a:latin typeface="Segoe UI Semibold" panose="020B0702040204020203" pitchFamily="34" charset="0"/>
                <a:ea typeface="+mn-ea"/>
                <a:cs typeface="Segoe UI Semibold" panose="020B0702040204020203" pitchFamily="34" charset="0"/>
              </a:defRPr>
            </a:lvl1pPr>
            <a:lvl2pPr algn="ctr">
              <a:defRPr sz="2800"/>
            </a:lvl2pPr>
            <a:lvl3pPr algn="ctr">
              <a:defRPr lang="en-US" sz="2400" b="0" kern="1200" dirty="0">
                <a:solidFill>
                  <a:schemeClr val="tx1">
                    <a:lumMod val="85000"/>
                    <a:lumOff val="15000"/>
                  </a:schemeClr>
                </a:solidFill>
                <a:latin typeface="+mn-lt"/>
                <a:ea typeface="+mn-ea"/>
                <a:cs typeface="+mn-cs"/>
              </a:defRPr>
            </a:lvl3pPr>
            <a:lvl4pPr algn="ctr">
              <a:defRPr sz="2000" b="1"/>
            </a:lvl4pPr>
            <a:lvl5pPr algn="ct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
          <p:cNvSpPr>
            <a:spLocks noGrp="1"/>
          </p:cNvSpPr>
          <p:nvPr>
            <p:ph type="body" sz="quarter" idx="19"/>
          </p:nvPr>
        </p:nvSpPr>
        <p:spPr>
          <a:xfrm>
            <a:off x="6180534" y="1554163"/>
            <a:ext cx="5791200" cy="535531"/>
          </a:xfrm>
        </p:spPr>
        <p:txBody>
          <a:bodyPr/>
          <a:lstStyle>
            <a:lvl1pPr algn="ctr">
              <a:defRPr sz="3600" b="0">
                <a:latin typeface="+mj-lt"/>
              </a:defRPr>
            </a:lvl1pPr>
            <a:lvl2pPr algn="ctr">
              <a:defRPr lang="en-US" sz="3200" b="0" kern="1200" dirty="0" smtClean="0">
                <a:solidFill>
                  <a:schemeClr val="tx1">
                    <a:lumMod val="65000"/>
                    <a:lumOff val="35000"/>
                  </a:schemeClr>
                </a:solidFill>
                <a:latin typeface="+mj-lt"/>
                <a:ea typeface="+mn-ea"/>
                <a:cs typeface="+mn-cs"/>
              </a:defRPr>
            </a:lvl2pPr>
            <a:lvl3pPr algn="ctr">
              <a:defRPr/>
            </a:lvl3pPr>
            <a:lvl4pPr algn="ctr">
              <a:defRPr/>
            </a:lvl4pPr>
            <a:lvl5pPr algn="ctr">
              <a:defRPr/>
            </a:lvl5pPr>
          </a:lstStyle>
          <a:p>
            <a:pPr marL="0" lvl="0" indent="0" algn="ctr" defTabSz="914400" rtl="0" eaLnBrk="1" latinLnBrk="0" hangingPunct="1">
              <a:lnSpc>
                <a:spcPct val="90000"/>
              </a:lnSpc>
              <a:spcBef>
                <a:spcPts val="500"/>
              </a:spcBef>
              <a:buFont typeface="Arial" panose="020B0604020202020204" pitchFamily="34" charset="0"/>
              <a:buNone/>
            </a:pPr>
            <a:r>
              <a:rPr lang="en-US"/>
              <a:t>Click to edit Master text styles</a:t>
            </a:r>
          </a:p>
        </p:txBody>
      </p:sp>
      <p:sp>
        <p:nvSpPr>
          <p:cNvPr id="11" name="Content Placeholder 2"/>
          <p:cNvSpPr>
            <a:spLocks noGrp="1"/>
          </p:cNvSpPr>
          <p:nvPr>
            <p:ph idx="18" hasCustomPrompt="1"/>
          </p:nvPr>
        </p:nvSpPr>
        <p:spPr>
          <a:xfrm>
            <a:off x="7743349" y="419100"/>
            <a:ext cx="2377440" cy="840230"/>
          </a:xfrm>
        </p:spPr>
        <p:txBody>
          <a:bodyPr lIns="146304" rIns="146304"/>
          <a:lstStyle>
            <a:lvl1pPr marL="0" algn="ctr" defTabSz="914400" rtl="0" eaLnBrk="1" latinLnBrk="0" hangingPunct="1">
              <a:defRPr lang="en-US" sz="5400" kern="1200" dirty="0">
                <a:solidFill>
                  <a:schemeClr val="accent4"/>
                </a:solidFill>
                <a:latin typeface="Segoe UI Black" panose="020B0A02040204020203" pitchFamily="34" charset="0"/>
                <a:ea typeface="Segoe UI Black" panose="020B0A02040204020203" pitchFamily="34" charset="0"/>
                <a:cs typeface="Segoe UI Black" panose="020B0A02040204020203" pitchFamily="34" charset="0"/>
              </a:defRPr>
            </a:lvl1pPr>
            <a:lvl2pPr algn="ctr">
              <a:defRPr sz="2200">
                <a:solidFill>
                  <a:schemeClr val="tx1">
                    <a:lumMod val="75000"/>
                    <a:lumOff val="25000"/>
                  </a:schemeClr>
                </a:solidFill>
                <a:latin typeface="Segoe UI Semilight" panose="020B0402040204020203" pitchFamily="34" charset="0"/>
                <a:cs typeface="Segoe UI Semilight" panose="020B0402040204020203" pitchFamily="34" charset="0"/>
              </a:defRPr>
            </a:lvl2pPr>
            <a:lvl3pPr algn="ctr">
              <a:defRPr sz="1800"/>
            </a:lvl3pPr>
            <a:lvl4pPr algn="ctr">
              <a:defRPr sz="1800">
                <a:latin typeface="+mn-lt"/>
              </a:defRPr>
            </a:lvl4pPr>
            <a:lvl5pPr algn="ctr">
              <a:defRPr sz="1600">
                <a:latin typeface="+mn-lt"/>
              </a:defRPr>
            </a:lvl5pPr>
          </a:lstStyle>
          <a:p>
            <a:pPr lvl="0"/>
            <a:r>
              <a:rPr lang="en-US" dirty="0"/>
              <a:t>#</a:t>
            </a:r>
          </a:p>
        </p:txBody>
      </p:sp>
      <p:sp>
        <p:nvSpPr>
          <p:cNvPr id="12" name="Slide Number Placeholder 7"/>
          <p:cNvSpPr>
            <a:spLocks noGrp="1"/>
          </p:cNvSpPr>
          <p:nvPr>
            <p:ph type="sldNum" sz="quarter" idx="4"/>
          </p:nvPr>
        </p:nvSpPr>
        <p:spPr>
          <a:xfrm>
            <a:off x="11668594" y="6484937"/>
            <a:ext cx="523406" cy="365125"/>
          </a:xfrm>
          <a:prstGeom prst="rect">
            <a:avLst/>
          </a:prstGeom>
        </p:spPr>
        <p:txBody>
          <a:bodyPr vert="horz" wrap="none" lIns="91440" tIns="45720" rIns="91440" bIns="45720" rtlCol="0" anchor="ctr"/>
          <a:lstStyle>
            <a:lvl1pPr algn="r">
              <a:defRPr sz="1200">
                <a:solidFill>
                  <a:schemeClr val="tx2"/>
                </a:solidFill>
              </a:defRPr>
            </a:lvl1pPr>
          </a:lstStyle>
          <a:p>
            <a:fld id="{4997E989-D798-4C62-8E93-3D2D613C2488}" type="slidenum">
              <a:rPr lang="en-US" smtClean="0"/>
              <a:pPr/>
              <a:t>‹#›</a:t>
            </a:fld>
            <a:endParaRPr lang="en-US" dirty="0"/>
          </a:p>
        </p:txBody>
      </p:sp>
    </p:spTree>
    <p:extLst>
      <p:ext uri="{BB962C8B-B14F-4D97-AF65-F5344CB8AC3E}">
        <p14:creationId xmlns:p14="http://schemas.microsoft.com/office/powerpoint/2010/main" val="241761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_50-50 Left Photo Layout with tex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bwMode="ltGray">
          <a:xfrm flipH="1">
            <a:off x="0" y="0"/>
            <a:ext cx="6094444" cy="6856100"/>
          </a:xfrm>
          <a:blipFill>
            <a:blip r:embed="rId2"/>
            <a:stretch>
              <a:fillRect/>
            </a:stretch>
          </a:blipFill>
        </p:spPr>
        <p:txBody>
          <a:bodyPr tIns="548640" anchor="ctr" anchorCtr="0">
            <a:noAutofit/>
          </a:bodyPr>
          <a:lstStyle>
            <a:lvl1pPr marL="0" indent="0" algn="ctr">
              <a:buNone/>
              <a:defRPr sz="1568"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
        <p:nvSpPr>
          <p:cNvPr id="7" name="Text Placeholder 6"/>
          <p:cNvSpPr>
            <a:spLocks noGrp="1"/>
          </p:cNvSpPr>
          <p:nvPr>
            <p:ph type="body" sz="quarter" idx="11"/>
          </p:nvPr>
        </p:nvSpPr>
        <p:spPr>
          <a:xfrm>
            <a:off x="6138266" y="3457545"/>
            <a:ext cx="6053733" cy="2754087"/>
          </a:xfrm>
        </p:spPr>
        <p:txBody>
          <a:bodyPr anchor="t" anchorCtr="0"/>
          <a:lstStyle>
            <a:lvl1pPr algn="ctr" defTabSz="914400" rtl="0" eaLnBrk="1" latinLnBrk="0" hangingPunct="1">
              <a:lnSpc>
                <a:spcPct val="90000"/>
              </a:lnSpc>
              <a:spcBef>
                <a:spcPct val="0"/>
              </a:spcBef>
              <a:spcAft>
                <a:spcPts val="3000"/>
              </a:spcAft>
              <a:buNone/>
              <a:defRPr lang="en-US" sz="3600" b="0" i="0" kern="1200" spc="0" baseline="0" dirty="0">
                <a:solidFill>
                  <a:schemeClr val="tx2"/>
                </a:solidFill>
                <a:latin typeface="Segoe UI Semibold" panose="020B0702040204020203" pitchFamily="34" charset="0"/>
                <a:ea typeface="+mn-ea"/>
                <a:cs typeface="Segoe UI Semibold" panose="020B0702040204020203" pitchFamily="34" charset="0"/>
              </a:defRPr>
            </a:lvl1pPr>
            <a:lvl2pPr algn="ctr">
              <a:defRPr sz="2800"/>
            </a:lvl2pPr>
            <a:lvl3pPr algn="ctr">
              <a:defRPr lang="en-US" sz="2400" b="0" kern="1200" dirty="0">
                <a:solidFill>
                  <a:schemeClr val="tx1">
                    <a:lumMod val="85000"/>
                    <a:lumOff val="15000"/>
                  </a:schemeClr>
                </a:solidFill>
                <a:latin typeface="+mn-lt"/>
                <a:ea typeface="+mn-ea"/>
                <a:cs typeface="+mn-cs"/>
              </a:defRPr>
            </a:lvl3pPr>
            <a:lvl4pPr algn="ctr">
              <a:defRPr sz="2000" b="1"/>
            </a:lvl4pPr>
            <a:lvl5pPr algn="ct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9" hasCustomPrompt="1"/>
          </p:nvPr>
        </p:nvSpPr>
        <p:spPr>
          <a:xfrm>
            <a:off x="6138267" y="1554164"/>
            <a:ext cx="5875734" cy="535531"/>
          </a:xfrm>
        </p:spPr>
        <p:txBody>
          <a:bodyPr/>
          <a:lstStyle>
            <a:lvl1pPr algn="ctr">
              <a:defRPr sz="3600" b="0">
                <a:latin typeface="+mj-lt"/>
              </a:defRPr>
            </a:lvl1pPr>
            <a:lvl2pPr marL="0" indent="0" algn="ctr" defTabSz="914400" rtl="0" eaLnBrk="1" latinLnBrk="0" hangingPunct="1">
              <a:lnSpc>
                <a:spcPct val="90000"/>
              </a:lnSpc>
              <a:spcBef>
                <a:spcPts val="500"/>
              </a:spcBef>
              <a:buFont typeface="Arial" panose="020B0604020202020204" pitchFamily="34" charset="0"/>
              <a:buNone/>
              <a:defRPr lang="en-US" sz="3200" b="0" kern="1200" dirty="0" smtClean="0">
                <a:solidFill>
                  <a:schemeClr val="tx1">
                    <a:lumMod val="65000"/>
                    <a:lumOff val="35000"/>
                  </a:schemeClr>
                </a:solidFill>
                <a:latin typeface="+mj-lt"/>
                <a:ea typeface="+mn-ea"/>
                <a:cs typeface="+mn-cs"/>
              </a:defRPr>
            </a:lvl2pPr>
            <a:lvl3pPr algn="ctr">
              <a:defRPr/>
            </a:lvl3pPr>
            <a:lvl4pPr algn="ctr">
              <a:defRPr/>
            </a:lvl4pPr>
            <a:lvl5pPr algn="ctr">
              <a:defRPr/>
            </a:lvl5pPr>
          </a:lstStyle>
          <a:p>
            <a:pPr marL="0" lvl="1" indent="0" algn="ctr" defTabSz="914400" rtl="0" eaLnBrk="1" latinLnBrk="0" hangingPunct="1">
              <a:lnSpc>
                <a:spcPct val="90000"/>
              </a:lnSpc>
              <a:spcBef>
                <a:spcPts val="500"/>
              </a:spcBef>
              <a:buFont typeface="Arial" panose="020B0604020202020204" pitchFamily="34" charset="0"/>
              <a:buNone/>
            </a:pPr>
            <a:r>
              <a:rPr lang="en-US" dirty="0"/>
              <a:t>50/50 photo layout</a:t>
            </a:r>
          </a:p>
        </p:txBody>
      </p:sp>
      <p:sp>
        <p:nvSpPr>
          <p:cNvPr id="9" name="Slide Number Placeholder 7"/>
          <p:cNvSpPr>
            <a:spLocks noGrp="1"/>
          </p:cNvSpPr>
          <p:nvPr>
            <p:ph type="sldNum" sz="quarter" idx="4"/>
          </p:nvPr>
        </p:nvSpPr>
        <p:spPr>
          <a:xfrm>
            <a:off x="11668594" y="6484937"/>
            <a:ext cx="523406" cy="365125"/>
          </a:xfrm>
          <a:prstGeom prst="rect">
            <a:avLst/>
          </a:prstGeom>
        </p:spPr>
        <p:txBody>
          <a:bodyPr vert="horz" wrap="none" lIns="91440" tIns="45720" rIns="91440" bIns="45720" rtlCol="0" anchor="ctr"/>
          <a:lstStyle>
            <a:lvl1pPr algn="r">
              <a:defRPr sz="1200">
                <a:solidFill>
                  <a:schemeClr val="tx2"/>
                </a:solidFill>
              </a:defRPr>
            </a:lvl1pPr>
          </a:lstStyle>
          <a:p>
            <a:fld id="{4997E989-D798-4C62-8E93-3D2D613C2488}" type="slidenum">
              <a:rPr lang="en-US" smtClean="0"/>
              <a:pPr/>
              <a:t>‹#›</a:t>
            </a:fld>
            <a:endParaRPr lang="en-US" dirty="0"/>
          </a:p>
        </p:txBody>
      </p:sp>
    </p:spTree>
    <p:extLst>
      <p:ext uri="{BB962C8B-B14F-4D97-AF65-F5344CB8AC3E}">
        <p14:creationId xmlns:p14="http://schemas.microsoft.com/office/powerpoint/2010/main" val="16288845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50-50 Left Photo Layout with tex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bwMode="ltGray">
          <a:xfrm flipH="1">
            <a:off x="-1" y="0"/>
            <a:ext cx="6094444" cy="6856100"/>
          </a:xfrm>
          <a:blipFill>
            <a:blip r:embed="rId2"/>
            <a:stretch>
              <a:fillRect/>
            </a:stretch>
          </a:blipFill>
        </p:spPr>
        <p:txBody>
          <a:bodyPr tIns="548640" anchor="ctr" anchorCtr="0">
            <a:noAutofit/>
          </a:bodyPr>
          <a:lstStyle>
            <a:lvl1pPr marL="0" indent="0" algn="ctr">
              <a:buNone/>
              <a:defRPr sz="1568"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
        <p:nvSpPr>
          <p:cNvPr id="7" name="Text Placeholder 6"/>
          <p:cNvSpPr>
            <a:spLocks noGrp="1"/>
          </p:cNvSpPr>
          <p:nvPr>
            <p:ph type="body" sz="quarter" idx="11"/>
          </p:nvPr>
        </p:nvSpPr>
        <p:spPr>
          <a:xfrm>
            <a:off x="6096000" y="2356398"/>
            <a:ext cx="6096000" cy="2145203"/>
          </a:xfrm>
        </p:spPr>
        <p:txBody>
          <a:bodyPr anchor="ctr" anchorCtr="0"/>
          <a:lstStyle>
            <a:lvl1pPr algn="ctr" defTabSz="914400" rtl="0" eaLnBrk="1" latinLnBrk="0" hangingPunct="1">
              <a:lnSpc>
                <a:spcPct val="90000"/>
              </a:lnSpc>
              <a:spcBef>
                <a:spcPts val="2400"/>
              </a:spcBef>
              <a:spcAft>
                <a:spcPts val="600"/>
              </a:spcAft>
              <a:buNone/>
              <a:defRPr lang="en-US" sz="3600" b="0" i="0" kern="1200" spc="0" baseline="0" dirty="0">
                <a:gradFill>
                  <a:gsLst>
                    <a:gs pos="0">
                      <a:schemeClr val="tx2"/>
                    </a:gs>
                    <a:gs pos="100000">
                      <a:schemeClr val="tx2"/>
                    </a:gs>
                  </a:gsLst>
                  <a:lin ang="5400000" scaled="1"/>
                </a:gradFill>
                <a:latin typeface="Segoe UI Semibold" panose="020B0702040204020203" pitchFamily="34" charset="0"/>
                <a:ea typeface="+mn-ea"/>
                <a:cs typeface="Segoe UI Semibold" panose="020B0702040204020203" pitchFamily="34" charset="0"/>
              </a:defRPr>
            </a:lvl1pPr>
            <a:lvl2pPr algn="ctr">
              <a:spcBef>
                <a:spcPts val="0"/>
              </a:spcBef>
              <a:spcAft>
                <a:spcPts val="600"/>
              </a:spcAft>
              <a:defRPr sz="2800"/>
            </a:lvl2pPr>
            <a:lvl3pPr algn="ctr">
              <a:spcBef>
                <a:spcPts val="0"/>
              </a:spcBef>
              <a:spcAft>
                <a:spcPts val="600"/>
              </a:spcAft>
              <a:defRPr lang="en-US" sz="2400" b="0" kern="1200" dirty="0">
                <a:solidFill>
                  <a:schemeClr val="tx1">
                    <a:lumMod val="85000"/>
                    <a:lumOff val="15000"/>
                  </a:schemeClr>
                </a:solidFill>
                <a:latin typeface="+mn-lt"/>
                <a:ea typeface="+mn-ea"/>
                <a:cs typeface="+mn-cs"/>
              </a:defRPr>
            </a:lvl3pPr>
            <a:lvl4pPr algn="ctr">
              <a:spcBef>
                <a:spcPts val="0"/>
              </a:spcBef>
              <a:spcAft>
                <a:spcPts val="600"/>
              </a:spcAft>
              <a:defRPr sz="2000" b="1"/>
            </a:lvl4pPr>
            <a:lvl5pPr algn="ctr">
              <a:spcBef>
                <a:spcPts val="0"/>
              </a:spcBef>
              <a:spcAft>
                <a:spcPts val="6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7"/>
          <p:cNvSpPr>
            <a:spLocks noGrp="1"/>
          </p:cNvSpPr>
          <p:nvPr>
            <p:ph type="sldNum" sz="quarter" idx="4"/>
          </p:nvPr>
        </p:nvSpPr>
        <p:spPr>
          <a:xfrm>
            <a:off x="11668594" y="6484937"/>
            <a:ext cx="523406" cy="365125"/>
          </a:xfrm>
          <a:prstGeom prst="rect">
            <a:avLst/>
          </a:prstGeom>
        </p:spPr>
        <p:txBody>
          <a:bodyPr vert="horz" wrap="none" lIns="91440" tIns="45720" rIns="91440" bIns="45720" rtlCol="0" anchor="ctr"/>
          <a:lstStyle>
            <a:lvl1pPr algn="r">
              <a:defRPr sz="1200">
                <a:solidFill>
                  <a:schemeClr val="tx2"/>
                </a:solidFill>
              </a:defRPr>
            </a:lvl1pPr>
          </a:lstStyle>
          <a:p>
            <a:fld id="{4997E989-D798-4C62-8E93-3D2D613C2488}" type="slidenum">
              <a:rPr lang="en-US" smtClean="0"/>
              <a:pPr/>
              <a:t>‹#›</a:t>
            </a:fld>
            <a:endParaRPr lang="en-US" dirty="0"/>
          </a:p>
        </p:txBody>
      </p:sp>
    </p:spTree>
    <p:extLst>
      <p:ext uri="{BB962C8B-B14F-4D97-AF65-F5344CB8AC3E}">
        <p14:creationId xmlns:p14="http://schemas.microsoft.com/office/powerpoint/2010/main" val="38060548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3_50-50 Left Photo Layout with text">
    <p:spTree>
      <p:nvGrpSpPr>
        <p:cNvPr id="1" name=""/>
        <p:cNvGrpSpPr/>
        <p:nvPr/>
      </p:nvGrpSpPr>
      <p:grpSpPr>
        <a:xfrm>
          <a:off x="0" y="0"/>
          <a:ext cx="0" cy="0"/>
          <a:chOff x="0" y="0"/>
          <a:chExt cx="0" cy="0"/>
        </a:xfrm>
      </p:grpSpPr>
      <p:sp>
        <p:nvSpPr>
          <p:cNvPr id="10" name="Picture Placeholder 9"/>
          <p:cNvSpPr>
            <a:spLocks noGrp="1"/>
          </p:cNvSpPr>
          <p:nvPr>
            <p:ph type="pic" sz="quarter" idx="12" hasCustomPrompt="1"/>
          </p:nvPr>
        </p:nvSpPr>
        <p:spPr>
          <a:xfrm>
            <a:off x="0" y="0"/>
            <a:ext cx="12190413" cy="6858000"/>
          </a:xfrm>
          <a:blipFill>
            <a:blip r:embed="rId2"/>
            <a:stretch>
              <a:fillRect/>
            </a:stretch>
          </a:blipFill>
        </p:spPr>
        <p:txBody>
          <a:bodyPr anchor="ctr" anchorCtr="0">
            <a:noAutofit/>
          </a:bodyPr>
          <a:lstStyle>
            <a:lvl1pPr algn="r">
              <a:defRPr baseline="0"/>
            </a:lvl1pPr>
          </a:lstStyle>
          <a:p>
            <a:r>
              <a:rPr lang="en-US" dirty="0"/>
              <a:t>Full Bleed Picture</a:t>
            </a:r>
          </a:p>
        </p:txBody>
      </p:sp>
      <p:sp>
        <p:nvSpPr>
          <p:cNvPr id="7" name="Content Placeholder 2"/>
          <p:cNvSpPr>
            <a:spLocks noGrp="1"/>
          </p:cNvSpPr>
          <p:nvPr>
            <p:ph idx="18" hasCustomPrompt="1"/>
          </p:nvPr>
        </p:nvSpPr>
        <p:spPr>
          <a:xfrm>
            <a:off x="1875949" y="419100"/>
            <a:ext cx="2377440" cy="840230"/>
          </a:xfrm>
        </p:spPr>
        <p:txBody>
          <a:bodyPr lIns="146304" rIns="146304"/>
          <a:lstStyle>
            <a:lvl1pPr marL="0" algn="ctr" defTabSz="914400" rtl="0" eaLnBrk="1" latinLnBrk="0" hangingPunct="1">
              <a:defRPr lang="en-US" sz="5400" kern="1200" dirty="0">
                <a:solidFill>
                  <a:schemeClr val="accent4"/>
                </a:solidFill>
                <a:latin typeface="Segoe UI Black" panose="020B0A02040204020203" pitchFamily="34" charset="0"/>
                <a:ea typeface="Segoe UI Black" panose="020B0A02040204020203" pitchFamily="34" charset="0"/>
                <a:cs typeface="Segoe UI Black" panose="020B0A02040204020203" pitchFamily="34" charset="0"/>
              </a:defRPr>
            </a:lvl1pPr>
            <a:lvl2pPr algn="ctr">
              <a:defRPr sz="2200">
                <a:solidFill>
                  <a:schemeClr val="tx1">
                    <a:lumMod val="75000"/>
                    <a:lumOff val="25000"/>
                  </a:schemeClr>
                </a:solidFill>
                <a:latin typeface="Segoe UI Semilight" panose="020B0402040204020203" pitchFamily="34" charset="0"/>
                <a:cs typeface="Segoe UI Semilight" panose="020B0402040204020203" pitchFamily="34" charset="0"/>
              </a:defRPr>
            </a:lvl2pPr>
            <a:lvl3pPr algn="ctr">
              <a:defRPr sz="1800"/>
            </a:lvl3pPr>
            <a:lvl4pPr algn="ctr">
              <a:defRPr sz="1800">
                <a:latin typeface="+mn-lt"/>
              </a:defRPr>
            </a:lvl4pPr>
            <a:lvl5pPr algn="ctr">
              <a:defRPr sz="1600">
                <a:latin typeface="+mn-lt"/>
              </a:defRPr>
            </a:lvl5pPr>
          </a:lstStyle>
          <a:p>
            <a:pPr lvl="0"/>
            <a:r>
              <a:rPr lang="en-US" dirty="0"/>
              <a:t>#</a:t>
            </a:r>
          </a:p>
        </p:txBody>
      </p:sp>
      <p:sp>
        <p:nvSpPr>
          <p:cNvPr id="11" name="Text Placeholder 6"/>
          <p:cNvSpPr>
            <a:spLocks noGrp="1"/>
          </p:cNvSpPr>
          <p:nvPr>
            <p:ph type="body" sz="quarter" idx="11"/>
          </p:nvPr>
        </p:nvSpPr>
        <p:spPr>
          <a:xfrm>
            <a:off x="304800" y="3429000"/>
            <a:ext cx="5960269" cy="2754087"/>
          </a:xfrm>
        </p:spPr>
        <p:txBody>
          <a:bodyPr anchor="t" anchorCtr="0"/>
          <a:lstStyle>
            <a:lvl1pPr algn="ctr" defTabSz="914400" rtl="0" eaLnBrk="1" latinLnBrk="0" hangingPunct="1">
              <a:lnSpc>
                <a:spcPct val="90000"/>
              </a:lnSpc>
              <a:spcBef>
                <a:spcPct val="0"/>
              </a:spcBef>
              <a:spcAft>
                <a:spcPts val="3000"/>
              </a:spcAft>
              <a:buNone/>
              <a:defRPr lang="en-US" sz="3600" b="0" i="0" kern="1200" spc="0" baseline="0" dirty="0">
                <a:gradFill>
                  <a:gsLst>
                    <a:gs pos="0">
                      <a:schemeClr val="tx2"/>
                    </a:gs>
                    <a:gs pos="100000">
                      <a:schemeClr val="tx2"/>
                    </a:gs>
                  </a:gsLst>
                  <a:lin ang="5400000" scaled="1"/>
                </a:gradFill>
                <a:latin typeface="Segoe UI Semibold" panose="020B0702040204020203" pitchFamily="34" charset="0"/>
                <a:ea typeface="+mn-ea"/>
                <a:cs typeface="Segoe UI Semibold" panose="020B0702040204020203" pitchFamily="34" charset="0"/>
              </a:defRPr>
            </a:lvl1pPr>
            <a:lvl2pPr algn="ctr">
              <a:defRPr sz="2800"/>
            </a:lvl2pPr>
            <a:lvl3pPr algn="ctr">
              <a:defRPr lang="en-US" sz="2400" b="0" kern="1200" dirty="0">
                <a:solidFill>
                  <a:schemeClr val="tx1">
                    <a:lumMod val="85000"/>
                    <a:lumOff val="15000"/>
                  </a:schemeClr>
                </a:solidFill>
                <a:latin typeface="+mn-lt"/>
                <a:ea typeface="+mn-ea"/>
                <a:cs typeface="+mn-cs"/>
              </a:defRPr>
            </a:lvl3pPr>
            <a:lvl4pPr algn="ctr">
              <a:defRPr sz="2000" b="1"/>
            </a:lvl4pPr>
            <a:lvl5pPr algn="ct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
          <p:cNvSpPr>
            <a:spLocks noGrp="1"/>
          </p:cNvSpPr>
          <p:nvPr>
            <p:ph type="body" sz="quarter" idx="19" hasCustomPrompt="1"/>
          </p:nvPr>
        </p:nvSpPr>
        <p:spPr>
          <a:xfrm>
            <a:off x="304800" y="1554164"/>
            <a:ext cx="5875734" cy="535531"/>
          </a:xfrm>
        </p:spPr>
        <p:txBody>
          <a:bodyPr/>
          <a:lstStyle>
            <a:lvl1pPr algn="ctr">
              <a:defRPr sz="3600" b="0">
                <a:latin typeface="+mj-lt"/>
              </a:defRPr>
            </a:lvl1pPr>
            <a:lvl2pPr marL="0" indent="0" algn="ctr" defTabSz="914400" rtl="0" eaLnBrk="1" latinLnBrk="0" hangingPunct="1">
              <a:lnSpc>
                <a:spcPct val="90000"/>
              </a:lnSpc>
              <a:spcBef>
                <a:spcPts val="500"/>
              </a:spcBef>
              <a:buFont typeface="Arial" panose="020B0604020202020204" pitchFamily="34" charset="0"/>
              <a:buNone/>
              <a:defRPr lang="en-US" sz="3200" b="0" kern="1200" dirty="0" smtClean="0">
                <a:solidFill>
                  <a:schemeClr val="tx1">
                    <a:lumMod val="65000"/>
                    <a:lumOff val="35000"/>
                  </a:schemeClr>
                </a:solidFill>
                <a:latin typeface="+mj-lt"/>
                <a:ea typeface="+mn-ea"/>
                <a:cs typeface="+mn-cs"/>
              </a:defRPr>
            </a:lvl2pPr>
            <a:lvl3pPr algn="ctr">
              <a:defRPr/>
            </a:lvl3pPr>
            <a:lvl4pPr algn="ctr">
              <a:defRPr/>
            </a:lvl4pPr>
            <a:lvl5pPr algn="ctr">
              <a:defRPr/>
            </a:lvl5pPr>
          </a:lstStyle>
          <a:p>
            <a:pPr marL="0" lvl="1" indent="0" algn="ctr" defTabSz="914400" rtl="0" eaLnBrk="1" latinLnBrk="0" hangingPunct="1">
              <a:lnSpc>
                <a:spcPct val="90000"/>
              </a:lnSpc>
              <a:spcBef>
                <a:spcPts val="500"/>
              </a:spcBef>
              <a:buFont typeface="Arial" panose="020B0604020202020204" pitchFamily="34" charset="0"/>
              <a:buNone/>
            </a:pPr>
            <a:r>
              <a:rPr lang="en-US" dirty="0"/>
              <a:t>Headline</a:t>
            </a:r>
          </a:p>
        </p:txBody>
      </p:sp>
      <p:sp>
        <p:nvSpPr>
          <p:cNvPr id="13" name="Slide Number Placeholder 7"/>
          <p:cNvSpPr>
            <a:spLocks noGrp="1"/>
          </p:cNvSpPr>
          <p:nvPr>
            <p:ph type="sldNum" sz="quarter" idx="4"/>
          </p:nvPr>
        </p:nvSpPr>
        <p:spPr>
          <a:xfrm>
            <a:off x="11668594" y="6484937"/>
            <a:ext cx="523406" cy="365125"/>
          </a:xfrm>
          <a:prstGeom prst="rect">
            <a:avLst/>
          </a:prstGeom>
        </p:spPr>
        <p:txBody>
          <a:bodyPr vert="horz" wrap="none" lIns="91440" tIns="45720" rIns="91440" bIns="45720" rtlCol="0" anchor="ctr"/>
          <a:lstStyle>
            <a:lvl1pPr algn="r">
              <a:defRPr sz="1200">
                <a:solidFill>
                  <a:schemeClr val="bg1"/>
                </a:solidFill>
              </a:defRPr>
            </a:lvl1pPr>
          </a:lstStyle>
          <a:p>
            <a:fld id="{4997E989-D798-4C62-8E93-3D2D613C2488}" type="slidenum">
              <a:rPr lang="en-US" smtClean="0"/>
              <a:pPr/>
              <a:t>‹#›</a:t>
            </a:fld>
            <a:endParaRPr lang="en-US" dirty="0"/>
          </a:p>
        </p:txBody>
      </p:sp>
    </p:spTree>
    <p:extLst>
      <p:ext uri="{BB962C8B-B14F-4D97-AF65-F5344CB8AC3E}">
        <p14:creationId xmlns:p14="http://schemas.microsoft.com/office/powerpoint/2010/main" val="27891402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allout with small Non-bulleted">
    <p:spTree>
      <p:nvGrpSpPr>
        <p:cNvPr id="1" name=""/>
        <p:cNvGrpSpPr/>
        <p:nvPr/>
      </p:nvGrpSpPr>
      <p:grpSpPr>
        <a:xfrm>
          <a:off x="0" y="0"/>
          <a:ext cx="0" cy="0"/>
          <a:chOff x="0" y="0"/>
          <a:chExt cx="0" cy="0"/>
        </a:xfrm>
      </p:grpSpPr>
      <p:sp>
        <p:nvSpPr>
          <p:cNvPr id="10" name="Rectangle 9"/>
          <p:cNvSpPr/>
          <p:nvPr userDrawn="1"/>
        </p:nvSpPr>
        <p:spPr>
          <a:xfrm>
            <a:off x="0" y="0"/>
            <a:ext cx="12192000" cy="29748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p:cNvSpPr>
            <a:spLocks noGrp="1"/>
          </p:cNvSpPr>
          <p:nvPr>
            <p:ph type="body" sz="quarter" idx="10" hasCustomPrompt="1"/>
          </p:nvPr>
        </p:nvSpPr>
        <p:spPr>
          <a:xfrm>
            <a:off x="269240" y="3367878"/>
            <a:ext cx="5192775" cy="1830245"/>
          </a:xfrm>
        </p:spPr>
        <p:txBody>
          <a:bodyPr wrap="square">
            <a:spAutoFit/>
          </a:bodyPr>
          <a:lstStyle>
            <a:lvl1pPr marL="0" marR="0" indent="0" algn="l" defTabSz="914367" rtl="0" eaLnBrk="1" fontAlgn="auto" latinLnBrk="0" hangingPunct="1">
              <a:lnSpc>
                <a:spcPct val="90000"/>
              </a:lnSpc>
              <a:spcBef>
                <a:spcPts val="1200"/>
              </a:spcBef>
              <a:spcAft>
                <a:spcPts val="0"/>
              </a:spcAft>
              <a:buClr>
                <a:schemeClr val="tx1"/>
              </a:buClr>
              <a:buSzPct val="90000"/>
              <a:buFont typeface="Wingdings" pitchFamily="2" charset="2"/>
              <a:buNone/>
              <a:tabLst/>
              <a:defRPr lang="en-US" sz="3137" kern="1200" spc="0" baseline="0" dirty="0">
                <a:gradFill>
                  <a:gsLst>
                    <a:gs pos="1250">
                      <a:schemeClr val="tx2"/>
                    </a:gs>
                    <a:gs pos="99000">
                      <a:schemeClr val="tx2"/>
                    </a:gs>
                  </a:gsLst>
                  <a:lin ang="5400000" scaled="0"/>
                </a:gradFill>
                <a:latin typeface="+mj-lt"/>
                <a:ea typeface="+mn-ea"/>
                <a:cs typeface="+mn-cs"/>
              </a:defRPr>
            </a:lvl1pPr>
            <a:lvl2pPr marL="0" indent="0">
              <a:buNone/>
              <a:defRPr sz="1961"/>
            </a:lvl2pPr>
            <a:lvl3pPr marL="227209" indent="0">
              <a:buNone/>
              <a:tabLst/>
              <a:defRPr sz="1961"/>
            </a:lvl3pPr>
            <a:lvl4pPr marL="451306" indent="0">
              <a:buNone/>
              <a:defRPr/>
            </a:lvl4pPr>
            <a:lvl5pPr marL="672290" indent="0">
              <a:buNone/>
              <a:tabLst/>
              <a:defRPr/>
            </a:lvl5pPr>
          </a:lstStyle>
          <a:p>
            <a:r>
              <a:rPr lang="en-US" dirty="0"/>
              <a:t>A short introduction</a:t>
            </a:r>
            <a:br>
              <a:rPr lang="en-US" dirty="0"/>
            </a:br>
            <a:r>
              <a:rPr lang="en-US" dirty="0"/>
              <a:t>to the data, revealing</a:t>
            </a:r>
            <a:br>
              <a:rPr lang="en-US" dirty="0"/>
            </a:br>
            <a:r>
              <a:rPr lang="en-US" dirty="0"/>
              <a:t>points one at a time, will enhance comprehension.</a:t>
            </a:r>
          </a:p>
        </p:txBody>
      </p:sp>
      <p:sp>
        <p:nvSpPr>
          <p:cNvPr id="9" name="Text Placeholder 8"/>
          <p:cNvSpPr>
            <a:spLocks noGrp="1"/>
          </p:cNvSpPr>
          <p:nvPr>
            <p:ph type="body" sz="quarter" idx="11"/>
          </p:nvPr>
        </p:nvSpPr>
        <p:spPr>
          <a:xfrm>
            <a:off x="6253316" y="3503950"/>
            <a:ext cx="5671764" cy="1705723"/>
          </a:xfrm>
        </p:spPr>
        <p:txBody>
          <a:bodyPr/>
          <a:lstStyle>
            <a:lvl1pPr marL="0" indent="0" algn="l">
              <a:buNone/>
              <a:defRPr sz="1961">
                <a:latin typeface="+mn-lt"/>
              </a:defRPr>
            </a:lvl1pPr>
            <a:lvl2pPr marL="0" indent="0" algn="l">
              <a:buNone/>
              <a:defRPr sz="1765">
                <a:latin typeface="+mn-lt"/>
              </a:defRPr>
            </a:lvl2pPr>
            <a:lvl3pPr marL="0" indent="0" algn="l">
              <a:buNone/>
              <a:defRPr sz="1568">
                <a:latin typeface="+mn-lt"/>
              </a:defRPr>
            </a:lvl3pPr>
            <a:lvl4pPr marL="0" indent="0" algn="l">
              <a:buNone/>
              <a:defRPr sz="1372">
                <a:latin typeface="+mn-lt"/>
              </a:defRPr>
            </a:lvl4pPr>
            <a:lvl5pPr marL="0" indent="0" algn="l">
              <a:buNone/>
              <a:defRPr sz="1372">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p:cNvSpPr>
            <a:spLocks noGrp="1"/>
          </p:cNvSpPr>
          <p:nvPr>
            <p:ph type="pic" sz="quarter" idx="12"/>
          </p:nvPr>
        </p:nvSpPr>
        <p:spPr>
          <a:xfrm>
            <a:off x="0" y="0"/>
            <a:ext cx="12192000" cy="2974848"/>
          </a:xfrm>
          <a:blipFill>
            <a:blip r:embed="rId2"/>
            <a:srcRect/>
            <a:stretch>
              <a:fillRect t="-65721" r="-4798" b="-46455"/>
            </a:stretch>
          </a:blipFill>
        </p:spPr>
        <p:txBody>
          <a:bodyPr anchor="ctr" anchorCtr="0">
            <a:noAutofit/>
          </a:bodyPr>
          <a:lstStyle/>
          <a:p>
            <a:r>
              <a:rPr lang="en-US"/>
              <a:t>Click icon to add picture</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11" name="Slide Number Placeholder 7"/>
          <p:cNvSpPr>
            <a:spLocks noGrp="1"/>
          </p:cNvSpPr>
          <p:nvPr>
            <p:ph type="sldNum" sz="quarter" idx="4"/>
          </p:nvPr>
        </p:nvSpPr>
        <p:spPr>
          <a:xfrm>
            <a:off x="11668594" y="6484937"/>
            <a:ext cx="523406" cy="365125"/>
          </a:xfrm>
          <a:prstGeom prst="rect">
            <a:avLst/>
          </a:prstGeom>
        </p:spPr>
        <p:txBody>
          <a:bodyPr vert="horz" wrap="none" lIns="91440" tIns="45720" rIns="91440" bIns="45720" rtlCol="0" anchor="ctr"/>
          <a:lstStyle>
            <a:lvl1pPr algn="r">
              <a:defRPr sz="1200">
                <a:solidFill>
                  <a:schemeClr val="tx2"/>
                </a:solidFill>
              </a:defRPr>
            </a:lvl1pPr>
          </a:lstStyle>
          <a:p>
            <a:fld id="{4997E989-D798-4C62-8E93-3D2D613C2488}" type="slidenum">
              <a:rPr lang="en-US" smtClean="0"/>
              <a:pPr/>
              <a:t>‹#›</a:t>
            </a:fld>
            <a:endParaRPr lang="en-US" dirty="0"/>
          </a:p>
        </p:txBody>
      </p:sp>
    </p:spTree>
    <p:extLst>
      <p:ext uri="{BB962C8B-B14F-4D97-AF65-F5344CB8AC3E}">
        <p14:creationId xmlns:p14="http://schemas.microsoft.com/office/powerpoint/2010/main" val="26691981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2"/>
      </p:bgRef>
    </p:bg>
    <p:spTree>
      <p:nvGrpSpPr>
        <p:cNvPr id="1" name=""/>
        <p:cNvGrpSpPr/>
        <p:nvPr/>
      </p:nvGrpSpPr>
      <p:grpSpPr>
        <a:xfrm>
          <a:off x="0" y="0"/>
          <a:ext cx="0" cy="0"/>
          <a:chOff x="0" y="0"/>
          <a:chExt cx="0" cy="0"/>
        </a:xfrm>
      </p:grpSpPr>
      <p:sp>
        <p:nvSpPr>
          <p:cNvPr id="7" name="Picture Placeholder 6"/>
          <p:cNvSpPr>
            <a:spLocks noGrp="1" noChangeAspect="1"/>
          </p:cNvSpPr>
          <p:nvPr>
            <p:ph type="pic" sz="quarter" idx="14"/>
          </p:nvPr>
        </p:nvSpPr>
        <p:spPr>
          <a:xfrm>
            <a:off x="0" y="0"/>
            <a:ext cx="12192000" cy="6858000"/>
          </a:xfrm>
        </p:spPr>
        <p:txBody>
          <a:bodyPr lIns="91440">
            <a:noAutofit/>
          </a:bodyPr>
          <a:lstStyle>
            <a:lvl1pPr algn="ctr">
              <a:defRPr/>
            </a:lvl1pPr>
          </a:lstStyle>
          <a:p>
            <a:r>
              <a:rPr lang="en-US" baseline="0"/>
              <a:t>Click icon to add picture</a:t>
            </a:r>
            <a:endParaRPr lang="en-US" dirty="0"/>
          </a:p>
        </p:txBody>
      </p:sp>
      <p:sp>
        <p:nvSpPr>
          <p:cNvPr id="4" name="Slide Number Placeholder 3"/>
          <p:cNvSpPr>
            <a:spLocks noGrp="1"/>
          </p:cNvSpPr>
          <p:nvPr>
            <p:ph type="sldNum" sz="quarter" idx="12"/>
          </p:nvPr>
        </p:nvSpPr>
        <p:spPr>
          <a:xfrm>
            <a:off x="11747687" y="6465381"/>
            <a:ext cx="431425" cy="365125"/>
          </a:xfrm>
          <a:prstGeom prst="rect">
            <a:avLst/>
          </a:prstGeom>
        </p:spPr>
        <p:txBody>
          <a:bodyPr/>
          <a:lstStyle/>
          <a:p>
            <a:fld id="{5AE1514C-5E56-4738-A1FF-4B1CFD2A3E36}" type="slidenum">
              <a:rPr lang="en-US" smtClean="0"/>
              <a:t>‹#›</a:t>
            </a:fld>
            <a:endParaRPr lang="en-US" dirty="0"/>
          </a:p>
        </p:txBody>
      </p:sp>
      <p:sp>
        <p:nvSpPr>
          <p:cNvPr id="2" name="Title 1"/>
          <p:cNvSpPr>
            <a:spLocks noGrp="1"/>
          </p:cNvSpPr>
          <p:nvPr>
            <p:ph type="title" hasCustomPrompt="1"/>
          </p:nvPr>
        </p:nvSpPr>
        <p:spPr>
          <a:xfrm>
            <a:off x="966652" y="2567613"/>
            <a:ext cx="8804365" cy="1403495"/>
          </a:xfrm>
          <a:prstGeom prst="rect">
            <a:avLst/>
          </a:prstGeom>
        </p:spPr>
        <p:txBody>
          <a:bodyPr/>
          <a:lstStyle>
            <a:lvl1pPr algn="l">
              <a:defRPr lang="en-US" sz="8800" b="1" i="0" kern="1200" spc="100" dirty="0">
                <a:gradFill>
                  <a:gsLst>
                    <a:gs pos="0">
                      <a:schemeClr val="accent1">
                        <a:lumMod val="5000"/>
                        <a:lumOff val="95000"/>
                      </a:schemeClr>
                    </a:gs>
                    <a:gs pos="100000">
                      <a:srgbClr val="FFFFFF"/>
                    </a:gs>
                  </a:gsLst>
                  <a:lin ang="5400000" scaled="1"/>
                </a:gradFill>
                <a:latin typeface="+mn-lt"/>
                <a:ea typeface="+mn-ea"/>
                <a:cs typeface="Segoe UI Semilight" panose="020B0402040204020203" pitchFamily="34" charset="0"/>
              </a:defRPr>
            </a:lvl1pPr>
          </a:lstStyle>
          <a:p>
            <a:r>
              <a:rPr lang="en-US" dirty="0"/>
              <a:t>CLICK TO EDIT</a:t>
            </a:r>
          </a:p>
        </p:txBody>
      </p:sp>
      <p:sp>
        <p:nvSpPr>
          <p:cNvPr id="5" name="Text Placeholder 4"/>
          <p:cNvSpPr>
            <a:spLocks noGrp="1"/>
          </p:cNvSpPr>
          <p:nvPr>
            <p:ph type="body" sz="quarter" idx="13" hasCustomPrompt="1"/>
          </p:nvPr>
        </p:nvSpPr>
        <p:spPr>
          <a:xfrm>
            <a:off x="1581150" y="3971108"/>
            <a:ext cx="9461500" cy="757130"/>
          </a:xfrm>
        </p:spPr>
        <p:txBody>
          <a:bodyPr/>
          <a:lstStyle>
            <a:lvl1pPr algn="l">
              <a:defRPr lang="en-US" sz="4800" b="1" i="0" kern="1200" spc="300" dirty="0" smtClean="0">
                <a:gradFill>
                  <a:gsLst>
                    <a:gs pos="0">
                      <a:schemeClr val="accent1">
                        <a:lumMod val="5000"/>
                        <a:lumOff val="95000"/>
                      </a:schemeClr>
                    </a:gs>
                    <a:gs pos="100000">
                      <a:srgbClr val="FFFFFF"/>
                    </a:gs>
                  </a:gsLst>
                  <a:lin ang="5400000" scaled="1"/>
                </a:gradFill>
                <a:latin typeface="+mn-lt"/>
                <a:ea typeface="+mn-ea"/>
                <a:cs typeface="Segoe UI Semilight" panose="020B0402040204020203" pitchFamily="34" charset="0"/>
              </a:defRPr>
            </a:lvl1pPr>
            <a:lvl2pPr algn="l">
              <a:defRPr/>
            </a:lvl2pPr>
            <a:lvl3pPr algn="l">
              <a:defRPr/>
            </a:lvl3pPr>
            <a:lvl4pPr algn="l">
              <a:defRPr/>
            </a:lvl4pPr>
            <a:lvl5pPr algn="l">
              <a:defRPr/>
            </a:lvl5pPr>
          </a:lstStyle>
          <a:p>
            <a:pPr lvl="0"/>
            <a:r>
              <a:rPr lang="en-US" dirty="0"/>
              <a:t>EDIT MASTER TEXT</a:t>
            </a:r>
          </a:p>
        </p:txBody>
      </p:sp>
    </p:spTree>
    <p:extLst>
      <p:ext uri="{BB962C8B-B14F-4D97-AF65-F5344CB8AC3E}">
        <p14:creationId xmlns:p14="http://schemas.microsoft.com/office/powerpoint/2010/main" val="4073567290"/>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Blank with Picture">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747687" y="6465381"/>
            <a:ext cx="431425" cy="365125"/>
          </a:xfrm>
          <a:prstGeom prst="rect">
            <a:avLst/>
          </a:prstGeom>
        </p:spPr>
        <p:txBody>
          <a:bodyPr/>
          <a:lstStyle/>
          <a:p>
            <a:fld id="{5AE1514C-5E56-4738-A1FF-4B1CFD2A3E36}" type="slidenum">
              <a:rPr lang="en-US" smtClean="0"/>
              <a:t>‹#›</a:t>
            </a:fld>
            <a:endParaRPr lang="en-US" dirty="0"/>
          </a:p>
        </p:txBody>
      </p:sp>
      <p:sp>
        <p:nvSpPr>
          <p:cNvPr id="3" name="Picture Placeholder 2"/>
          <p:cNvSpPr>
            <a:spLocks noGrp="1" noChangeAspect="1"/>
          </p:cNvSpPr>
          <p:nvPr>
            <p:ph type="pic" sz="quarter" idx="13"/>
          </p:nvPr>
        </p:nvSpPr>
        <p:spPr>
          <a:xfrm>
            <a:off x="0" y="0"/>
            <a:ext cx="12066954" cy="6858000"/>
          </a:xfrm>
        </p:spPr>
        <p:txBody>
          <a:bodyPr anchor="ctr">
            <a:noAutofit/>
          </a:bodyPr>
          <a:lstStyle>
            <a:lvl1pPr algn="ctr">
              <a:defRPr>
                <a:solidFill>
                  <a:schemeClr val="tx2"/>
                </a:solidFill>
              </a:defRPr>
            </a:lvl1pPr>
          </a:lstStyle>
          <a:p>
            <a:r>
              <a:rPr lang="en-US"/>
              <a:t>Click icon to add picture</a:t>
            </a:r>
            <a:endParaRPr lang="en-US" dirty="0"/>
          </a:p>
        </p:txBody>
      </p:sp>
    </p:spTree>
    <p:extLst>
      <p:ext uri="{BB962C8B-B14F-4D97-AF65-F5344CB8AC3E}">
        <p14:creationId xmlns:p14="http://schemas.microsoft.com/office/powerpoint/2010/main" val="15583958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747687" y="6465381"/>
            <a:ext cx="431425" cy="365125"/>
          </a:xfrm>
          <a:prstGeom prst="rect">
            <a:avLst/>
          </a:prstGeom>
        </p:spPr>
        <p:txBody>
          <a:bodyPr/>
          <a:lstStyle/>
          <a:p>
            <a:fld id="{5AE1514C-5E56-4738-A1FF-4B1CFD2A3E36}" type="slidenum">
              <a:rPr lang="en-US" smtClean="0"/>
              <a:t>‹#›</a:t>
            </a:fld>
            <a:endParaRPr lang="en-US" dirty="0"/>
          </a:p>
        </p:txBody>
      </p:sp>
    </p:spTree>
    <p:extLst>
      <p:ext uri="{BB962C8B-B14F-4D97-AF65-F5344CB8AC3E}">
        <p14:creationId xmlns:p14="http://schemas.microsoft.com/office/powerpoint/2010/main" val="38936482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teps">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4BDA58-9C93-4222-A4EC-4BEB46CE061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175"/>
            <a:ext cx="12192000" cy="6851649"/>
          </a:xfrm>
          <a:prstGeom prst="rect">
            <a:avLst/>
          </a:prstGeom>
        </p:spPr>
      </p:pic>
      <p:sp>
        <p:nvSpPr>
          <p:cNvPr id="4" name="Slide Number Placeholder 3"/>
          <p:cNvSpPr>
            <a:spLocks noGrp="1"/>
          </p:cNvSpPr>
          <p:nvPr>
            <p:ph type="sldNum" sz="quarter" idx="12"/>
          </p:nvPr>
        </p:nvSpPr>
        <p:spPr>
          <a:xfrm>
            <a:off x="11747687" y="6465381"/>
            <a:ext cx="431425" cy="365125"/>
          </a:xfrm>
          <a:prstGeom prst="rect">
            <a:avLst/>
          </a:prstGeom>
        </p:spPr>
        <p:txBody>
          <a:bodyPr/>
          <a:lstStyle/>
          <a:p>
            <a:fld id="{5AE1514C-5E56-4738-A1FF-4B1CFD2A3E36}" type="slidenum">
              <a:rPr lang="en-US" smtClean="0"/>
              <a:t>‹#›</a:t>
            </a:fld>
            <a:endParaRPr lang="en-US" dirty="0"/>
          </a:p>
        </p:txBody>
      </p:sp>
      <p:sp>
        <p:nvSpPr>
          <p:cNvPr id="6" name="TextBox 5">
            <a:hlinkClick r:id="rId3"/>
            <a:extLst>
              <a:ext uri="{FF2B5EF4-FFF2-40B4-BE49-F238E27FC236}">
                <a16:creationId xmlns:a16="http://schemas.microsoft.com/office/drawing/2014/main" id="{FC5E276D-531E-45A9-B450-EFEC62CDC8DF}"/>
              </a:ext>
            </a:extLst>
          </p:cNvPr>
          <p:cNvSpPr txBox="1"/>
          <p:nvPr userDrawn="1"/>
        </p:nvSpPr>
        <p:spPr>
          <a:xfrm>
            <a:off x="4961284" y="93791"/>
            <a:ext cx="2269433" cy="316517"/>
          </a:xfrm>
          <a:prstGeom prst="roundRect">
            <a:avLst>
              <a:gd name="adj" fmla="val 50000"/>
            </a:avLst>
          </a:prstGeom>
          <a:solidFill>
            <a:schemeClr val="accent4"/>
          </a:solidFill>
        </p:spPr>
        <p:txBody>
          <a:bodyPr wrap="square" lIns="0" rIns="0"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rPr>
              <a:t>Neal Creative  | click &amp; </a:t>
            </a:r>
            <a:r>
              <a:rPr kumimoji="0" lang="en-US" sz="1050" b="1" i="0" u="none" strike="noStrike" kern="0" cap="none" spc="0" normalizeH="0" baseline="0" noProof="0" dirty="0">
                <a:ln>
                  <a:noFill/>
                </a:ln>
                <a:solidFill>
                  <a:schemeClr val="tx1"/>
                </a:solidFill>
                <a:effectLst/>
                <a:uLnTx/>
                <a:uFillTx/>
              </a:rPr>
              <a:t>Learn more</a:t>
            </a:r>
          </a:p>
        </p:txBody>
      </p:sp>
      <p:sp>
        <p:nvSpPr>
          <p:cNvPr id="7" name="TextBox 6">
            <a:hlinkClick r:id="rId4"/>
          </p:cNvPr>
          <p:cNvSpPr txBox="1"/>
          <p:nvPr userDrawn="1"/>
        </p:nvSpPr>
        <p:spPr>
          <a:xfrm>
            <a:off x="0" y="6548363"/>
            <a:ext cx="1209664" cy="346234"/>
          </a:xfrm>
          <a:prstGeom prst="roundRect">
            <a:avLst>
              <a:gd name="adj" fmla="val 50000"/>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rPr>
              <a:t>Neal Creative </a:t>
            </a:r>
            <a:r>
              <a:rPr lang="en-US" sz="900" kern="1200" dirty="0">
                <a:solidFill>
                  <a:schemeClr val="tx1"/>
                </a:solidFill>
                <a:latin typeface="+mn-lt"/>
                <a:ea typeface="+mn-ea"/>
                <a:cs typeface="+mn-cs"/>
              </a:rPr>
              <a:t>©</a:t>
            </a:r>
            <a:r>
              <a:rPr lang="en-US" sz="1000" baseline="0" dirty="0">
                <a:solidFill>
                  <a:schemeClr val="tx1"/>
                </a:solidFill>
              </a:rPr>
              <a:t> </a:t>
            </a:r>
            <a:endParaRPr lang="en-US" sz="1000" b="1" dirty="0">
              <a:solidFill>
                <a:schemeClr val="tx1"/>
              </a:solidFill>
            </a:endParaRPr>
          </a:p>
        </p:txBody>
      </p:sp>
      <p:grpSp>
        <p:nvGrpSpPr>
          <p:cNvPr id="8" name="Group 7">
            <a:extLst>
              <a:ext uri="{FF2B5EF4-FFF2-40B4-BE49-F238E27FC236}">
                <a16:creationId xmlns:a16="http://schemas.microsoft.com/office/drawing/2014/main" id="{EF273A61-5610-4355-89F3-7C90515BFCC9}"/>
              </a:ext>
            </a:extLst>
          </p:cNvPr>
          <p:cNvGrpSpPr/>
          <p:nvPr userDrawn="1"/>
        </p:nvGrpSpPr>
        <p:grpSpPr>
          <a:xfrm>
            <a:off x="5976075" y="3634505"/>
            <a:ext cx="1700633" cy="1798732"/>
            <a:chOff x="5976075" y="3634505"/>
            <a:chExt cx="1700633" cy="1798732"/>
          </a:xfrm>
        </p:grpSpPr>
        <p:pic>
          <p:nvPicPr>
            <p:cNvPr id="9" name="Picture 8">
              <a:extLst>
                <a:ext uri="{FF2B5EF4-FFF2-40B4-BE49-F238E27FC236}">
                  <a16:creationId xmlns:a16="http://schemas.microsoft.com/office/drawing/2014/main" id="{6A49345F-7A53-4131-8BB4-087032A6CCD0}"/>
                </a:ext>
              </a:extLst>
            </p:cNvPr>
            <p:cNvPicPr>
              <a:picLocks noChangeAspect="1"/>
            </p:cNvPicPr>
            <p:nvPr/>
          </p:nvPicPr>
          <p:blipFill rotWithShape="1">
            <a:blip r:embed="rId5" cstate="screen">
              <a:extLst>
                <a:ext uri="{28A0092B-C50C-407E-A947-70E740481C1C}">
                  <a14:useLocalDpi xmlns:a14="http://schemas.microsoft.com/office/drawing/2010/main" val="0"/>
                </a:ext>
              </a:extLst>
            </a:blip>
            <a:srcRect/>
            <a:stretch/>
          </p:blipFill>
          <p:spPr>
            <a:xfrm>
              <a:off x="6061135" y="4142336"/>
              <a:ext cx="860601" cy="1290901"/>
            </a:xfrm>
            <a:prstGeom prst="rect">
              <a:avLst/>
            </a:prstGeom>
          </p:spPr>
        </p:pic>
        <p:sp>
          <p:nvSpPr>
            <p:cNvPr id="10" name="TextBox 9">
              <a:extLst>
                <a:ext uri="{FF2B5EF4-FFF2-40B4-BE49-F238E27FC236}">
                  <a16:creationId xmlns:a16="http://schemas.microsoft.com/office/drawing/2014/main" id="{5596D35F-1F19-4447-829C-790DF2B8D2DD}"/>
                </a:ext>
              </a:extLst>
            </p:cNvPr>
            <p:cNvSpPr txBox="1"/>
            <p:nvPr/>
          </p:nvSpPr>
          <p:spPr>
            <a:xfrm>
              <a:off x="5976075" y="3634505"/>
              <a:ext cx="1700633" cy="507831"/>
            </a:xfrm>
            <a:prstGeom prst="rect">
              <a:avLst/>
            </a:prstGeom>
            <a:noFill/>
          </p:spPr>
          <p:txBody>
            <a:bodyPr wrap="square" rtlCol="0">
              <a:spAutoFit/>
            </a:bodyPr>
            <a:lstStyle/>
            <a:p>
              <a:r>
                <a:rPr lang="en-US" sz="900" dirty="0">
                  <a:solidFill>
                    <a:schemeClr val="tx1">
                      <a:lumMod val="65000"/>
                      <a:lumOff val="35000"/>
                    </a:schemeClr>
                  </a:solidFill>
                </a:rPr>
                <a:t>TIP </a:t>
              </a:r>
              <a:r>
                <a:rPr lang="en-US" sz="900" dirty="0">
                  <a:solidFill>
                    <a:schemeClr val="tx1">
                      <a:lumMod val="65000"/>
                      <a:lumOff val="35000"/>
                    </a:schemeClr>
                  </a:solidFill>
                  <a:latin typeface="Calibri" panose="020F0502020204030204" pitchFamily="34" charset="0"/>
                  <a:cs typeface="Calibri" panose="020F0502020204030204" pitchFamily="34" charset="0"/>
                </a:rPr>
                <a:t>│ Use the built-in c</a:t>
              </a:r>
              <a:r>
                <a:rPr lang="en-US" sz="900" dirty="0">
                  <a:solidFill>
                    <a:schemeClr val="tx1">
                      <a:lumMod val="65000"/>
                      <a:lumOff val="35000"/>
                    </a:schemeClr>
                  </a:solidFill>
                </a:rPr>
                <a:t>olor palette with green and yellow for callouts and accents</a:t>
              </a:r>
            </a:p>
          </p:txBody>
        </p:sp>
      </p:grpSp>
    </p:spTree>
    <p:extLst>
      <p:ext uri="{BB962C8B-B14F-4D97-AF65-F5344CB8AC3E}">
        <p14:creationId xmlns:p14="http://schemas.microsoft.com/office/powerpoint/2010/main" val="28535567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TITLE OR TRANSITION">
    <p:bg>
      <p:bgPr>
        <a:solidFill>
          <a:schemeClr val="bg2"/>
        </a:solidFill>
        <a:effectLst/>
      </p:bgPr>
    </p:bg>
    <p:spTree>
      <p:nvGrpSpPr>
        <p:cNvPr id="1" name=""/>
        <p:cNvGrpSpPr/>
        <p:nvPr/>
      </p:nvGrpSpPr>
      <p:grpSpPr>
        <a:xfrm>
          <a:off x="0" y="0"/>
          <a:ext cx="0" cy="0"/>
          <a:chOff x="0" y="0"/>
          <a:chExt cx="0" cy="0"/>
        </a:xfrm>
      </p:grpSpPr>
      <p:sp>
        <p:nvSpPr>
          <p:cNvPr id="18" name="Oval 17"/>
          <p:cNvSpPr/>
          <p:nvPr userDrawn="1"/>
        </p:nvSpPr>
        <p:spPr>
          <a:xfrm>
            <a:off x="1219939" y="-739444"/>
            <a:ext cx="9107555" cy="9034439"/>
          </a:xfrm>
          <a:prstGeom prst="ellipse">
            <a:avLst/>
          </a:prstGeom>
          <a:noFill/>
          <a:ln w="19050" cap="flat" cmpd="sng" algn="ctr">
            <a:solidFill>
              <a:srgbClr val="75D1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Segoe UI"/>
              <a:ea typeface="+mn-ea"/>
              <a:cs typeface="+mn-cs"/>
            </a:endParaRPr>
          </a:p>
        </p:txBody>
      </p:sp>
      <p:sp>
        <p:nvSpPr>
          <p:cNvPr id="19" name="Oval 18"/>
          <p:cNvSpPr/>
          <p:nvPr userDrawn="1"/>
        </p:nvSpPr>
        <p:spPr>
          <a:xfrm>
            <a:off x="1219939" y="-739444"/>
            <a:ext cx="9107555" cy="9034439"/>
          </a:xfrm>
          <a:prstGeom prst="ellipse">
            <a:avLst/>
          </a:prstGeom>
          <a:noFill/>
          <a:ln w="19050" cap="flat" cmpd="sng" algn="ctr">
            <a:solidFill>
              <a:srgbClr val="75D1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Segoe UI"/>
              <a:ea typeface="+mn-ea"/>
              <a:cs typeface="+mn-cs"/>
            </a:endParaRPr>
          </a:p>
        </p:txBody>
      </p:sp>
      <p:sp>
        <p:nvSpPr>
          <p:cNvPr id="21" name="Oval 20"/>
          <p:cNvSpPr/>
          <p:nvPr userDrawn="1"/>
        </p:nvSpPr>
        <p:spPr>
          <a:xfrm>
            <a:off x="5907634" y="3213970"/>
            <a:ext cx="2805809" cy="2783284"/>
          </a:xfrm>
          <a:prstGeom prst="ellipse">
            <a:avLst/>
          </a:prstGeom>
          <a:noFill/>
          <a:ln w="19050" cap="flat" cmpd="sng" algn="ctr">
            <a:solidFill>
              <a:srgbClr val="75D1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Segoe UI"/>
              <a:ea typeface="+mn-ea"/>
              <a:cs typeface="+mn-cs"/>
            </a:endParaRPr>
          </a:p>
        </p:txBody>
      </p:sp>
      <p:sp>
        <p:nvSpPr>
          <p:cNvPr id="22" name="Oval 21"/>
          <p:cNvSpPr/>
          <p:nvPr userDrawn="1"/>
        </p:nvSpPr>
        <p:spPr>
          <a:xfrm>
            <a:off x="5907634" y="3213970"/>
            <a:ext cx="2805809" cy="2783284"/>
          </a:xfrm>
          <a:prstGeom prst="ellipse">
            <a:avLst/>
          </a:prstGeom>
          <a:noFill/>
          <a:ln w="19050" cap="flat" cmpd="sng" algn="ctr">
            <a:solidFill>
              <a:srgbClr val="75D1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Segoe UI"/>
              <a:ea typeface="+mn-ea"/>
              <a:cs typeface="+mn-cs"/>
            </a:endParaRPr>
          </a:p>
        </p:txBody>
      </p:sp>
      <p:sp>
        <p:nvSpPr>
          <p:cNvPr id="2" name="Title 1"/>
          <p:cNvSpPr>
            <a:spLocks noGrp="1"/>
          </p:cNvSpPr>
          <p:nvPr>
            <p:ph type="ctrTitle" hasCustomPrompt="1"/>
          </p:nvPr>
        </p:nvSpPr>
        <p:spPr>
          <a:xfrm>
            <a:off x="1219939" y="2240230"/>
            <a:ext cx="9107555" cy="2308324"/>
          </a:xfrm>
          <a:prstGeom prst="rect">
            <a:avLst/>
          </a:prstGeom>
          <a:noFill/>
        </p:spPr>
        <p:txBody>
          <a:bodyPr anchor="b"/>
          <a:lstStyle>
            <a:lvl1pPr algn="ctr" defTabSz="914400" rtl="0" eaLnBrk="1" latinLnBrk="0" hangingPunct="1">
              <a:lnSpc>
                <a:spcPct val="90000"/>
              </a:lnSpc>
              <a:spcBef>
                <a:spcPct val="0"/>
              </a:spcBef>
              <a:buNone/>
              <a:defRPr lang="en-US" sz="8000" b="1" i="0" kern="1200" spc="-300" dirty="0">
                <a:gradFill>
                  <a:gsLst>
                    <a:gs pos="0">
                      <a:schemeClr val="accent1">
                        <a:lumMod val="5000"/>
                        <a:lumOff val="95000"/>
                      </a:schemeClr>
                    </a:gs>
                    <a:gs pos="100000">
                      <a:schemeClr val="tx1"/>
                    </a:gs>
                  </a:gsLst>
                  <a:lin ang="5400000" scaled="1"/>
                </a:gradFill>
                <a:latin typeface="+mn-lt"/>
                <a:ea typeface="+mn-ea"/>
                <a:cs typeface="Segoe UI Semilight" panose="020B0402040204020203" pitchFamily="34" charset="0"/>
              </a:defRPr>
            </a:lvl1pPr>
          </a:lstStyle>
          <a:p>
            <a:r>
              <a:rPr lang="en-US" noProof="0"/>
              <a:t>CLICK TO EDIT TITLE</a:t>
            </a:r>
          </a:p>
        </p:txBody>
      </p:sp>
      <p:sp>
        <p:nvSpPr>
          <p:cNvPr id="8" name="TextBox 7">
            <a:hlinkClick r:id="rId2"/>
            <a:extLst>
              <a:ext uri="{FF2B5EF4-FFF2-40B4-BE49-F238E27FC236}">
                <a16:creationId xmlns:a16="http://schemas.microsoft.com/office/drawing/2014/main" id="{E516C148-33F4-423B-AB9D-096AA82E12F1}"/>
              </a:ext>
            </a:extLst>
          </p:cNvPr>
          <p:cNvSpPr txBox="1"/>
          <p:nvPr userDrawn="1"/>
        </p:nvSpPr>
        <p:spPr>
          <a:xfrm>
            <a:off x="191616" y="6337795"/>
            <a:ext cx="1209664" cy="346234"/>
          </a:xfrm>
          <a:prstGeom prst="roundRect">
            <a:avLst>
              <a:gd name="adj" fmla="val 50000"/>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bg2">
                    <a:lumMod val="50000"/>
                  </a:schemeClr>
                </a:solidFill>
              </a:rPr>
              <a:t>Neal Creative </a:t>
            </a:r>
            <a:r>
              <a:rPr lang="en-US" sz="900" kern="1200" noProof="0" dirty="0">
                <a:solidFill>
                  <a:schemeClr val="bg2">
                    <a:lumMod val="50000"/>
                  </a:schemeClr>
                </a:solidFill>
                <a:latin typeface="+mn-lt"/>
                <a:ea typeface="+mn-ea"/>
                <a:cs typeface="+mn-cs"/>
              </a:rPr>
              <a:t>©</a:t>
            </a:r>
            <a:r>
              <a:rPr lang="en-US" sz="1000" baseline="0" noProof="0" dirty="0">
                <a:solidFill>
                  <a:schemeClr val="bg2">
                    <a:lumMod val="50000"/>
                  </a:schemeClr>
                </a:solidFill>
              </a:rPr>
              <a:t> </a:t>
            </a:r>
            <a:endParaRPr lang="en-US" sz="1000" b="1" noProof="0" dirty="0">
              <a:solidFill>
                <a:schemeClr val="bg2">
                  <a:lumMod val="50000"/>
                </a:schemeClr>
              </a:solidFill>
            </a:endParaRPr>
          </a:p>
        </p:txBody>
      </p:sp>
    </p:spTree>
    <p:extLst>
      <p:ext uri="{BB962C8B-B14F-4D97-AF65-F5344CB8AC3E}">
        <p14:creationId xmlns:p14="http://schemas.microsoft.com/office/powerpoint/2010/main" val="5866202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par>
                                <p:cTn id="10" presetID="10" presetClass="exit" presetSubtype="0" fill="hold" grpId="1" nodeType="withEffect">
                                  <p:stCondLst>
                                    <p:cond delay="250"/>
                                  </p:stCondLst>
                                  <p:childTnLst>
                                    <p:animEffect transition="out" filter="fade">
                                      <p:cBhvr>
                                        <p:cTn id="11" dur="500"/>
                                        <p:tgtEl>
                                          <p:spTgt spid="18"/>
                                        </p:tgtEl>
                                      </p:cBhvr>
                                    </p:animEffect>
                                    <p:set>
                                      <p:cBhvr>
                                        <p:cTn id="12" dur="1" fill="hold">
                                          <p:stCondLst>
                                            <p:cond delay="499"/>
                                          </p:stCondLst>
                                        </p:cTn>
                                        <p:tgtEl>
                                          <p:spTgt spid="18"/>
                                        </p:tgtEl>
                                        <p:attrNameLst>
                                          <p:attrName>style.visibility</p:attrName>
                                        </p:attrNameLst>
                                      </p:cBhvr>
                                      <p:to>
                                        <p:strVal val="hidden"/>
                                      </p:to>
                                    </p:set>
                                  </p:childTnLst>
                                </p:cTn>
                              </p:par>
                              <p:par>
                                <p:cTn id="13" presetID="53" presetClass="entr" presetSubtype="16" fill="hold" grpId="0" nodeType="withEffect">
                                  <p:stCondLst>
                                    <p:cond delay="250"/>
                                  </p:stCondLst>
                                  <p:childTnLst>
                                    <p:set>
                                      <p:cBhvr>
                                        <p:cTn id="14" dur="1" fill="hold">
                                          <p:stCondLst>
                                            <p:cond delay="0"/>
                                          </p:stCondLst>
                                        </p:cTn>
                                        <p:tgtEl>
                                          <p:spTgt spid="19"/>
                                        </p:tgtEl>
                                        <p:attrNameLst>
                                          <p:attrName>style.visibility</p:attrName>
                                        </p:attrNameLst>
                                      </p:cBhvr>
                                      <p:to>
                                        <p:strVal val="visible"/>
                                      </p:to>
                                    </p:set>
                                    <p:anim calcmode="lin" valueType="num">
                                      <p:cBhvr>
                                        <p:cTn id="15" dur="500" fill="hold"/>
                                        <p:tgtEl>
                                          <p:spTgt spid="19"/>
                                        </p:tgtEl>
                                        <p:attrNameLst>
                                          <p:attrName>ppt_w</p:attrName>
                                        </p:attrNameLst>
                                      </p:cBhvr>
                                      <p:tavLst>
                                        <p:tav tm="0">
                                          <p:val>
                                            <p:fltVal val="0"/>
                                          </p:val>
                                        </p:tav>
                                        <p:tav tm="100000">
                                          <p:val>
                                            <p:strVal val="#ppt_w"/>
                                          </p:val>
                                        </p:tav>
                                      </p:tavLst>
                                    </p:anim>
                                    <p:anim calcmode="lin" valueType="num">
                                      <p:cBhvr>
                                        <p:cTn id="16" dur="500" fill="hold"/>
                                        <p:tgtEl>
                                          <p:spTgt spid="19"/>
                                        </p:tgtEl>
                                        <p:attrNameLst>
                                          <p:attrName>ppt_h</p:attrName>
                                        </p:attrNameLst>
                                      </p:cBhvr>
                                      <p:tavLst>
                                        <p:tav tm="0">
                                          <p:val>
                                            <p:fltVal val="0"/>
                                          </p:val>
                                        </p:tav>
                                        <p:tav tm="100000">
                                          <p:val>
                                            <p:strVal val="#ppt_h"/>
                                          </p:val>
                                        </p:tav>
                                      </p:tavLst>
                                    </p:anim>
                                    <p:animEffect transition="in" filter="fade">
                                      <p:cBhvr>
                                        <p:cTn id="17" dur="500"/>
                                        <p:tgtEl>
                                          <p:spTgt spid="19"/>
                                        </p:tgtEl>
                                      </p:cBhvr>
                                    </p:animEffect>
                                  </p:childTnLst>
                                </p:cTn>
                              </p:par>
                              <p:par>
                                <p:cTn id="18" presetID="10" presetClass="exit" presetSubtype="0" fill="hold" grpId="1" nodeType="withEffect">
                                  <p:stCondLst>
                                    <p:cond delay="500"/>
                                  </p:stCondLst>
                                  <p:childTnLst>
                                    <p:animEffect transition="out" filter="fade">
                                      <p:cBhvr>
                                        <p:cTn id="19" dur="500"/>
                                        <p:tgtEl>
                                          <p:spTgt spid="19"/>
                                        </p:tgtEl>
                                      </p:cBhvr>
                                    </p:animEffect>
                                    <p:set>
                                      <p:cBhvr>
                                        <p:cTn id="20" dur="1" fill="hold">
                                          <p:stCondLst>
                                            <p:cond delay="499"/>
                                          </p:stCondLst>
                                        </p:cTn>
                                        <p:tgtEl>
                                          <p:spTgt spid="19"/>
                                        </p:tgtEl>
                                        <p:attrNameLst>
                                          <p:attrName>style.visibility</p:attrName>
                                        </p:attrNameLst>
                                      </p:cBhvr>
                                      <p:to>
                                        <p:strVal val="hidden"/>
                                      </p:to>
                                    </p:set>
                                  </p:childTnLst>
                                </p:cTn>
                              </p:par>
                              <p:par>
                                <p:cTn id="21" presetID="53" presetClass="entr" presetSubtype="16"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p:cTn id="23" dur="500" fill="hold"/>
                                        <p:tgtEl>
                                          <p:spTgt spid="21"/>
                                        </p:tgtEl>
                                        <p:attrNameLst>
                                          <p:attrName>ppt_w</p:attrName>
                                        </p:attrNameLst>
                                      </p:cBhvr>
                                      <p:tavLst>
                                        <p:tav tm="0">
                                          <p:val>
                                            <p:fltVal val="0"/>
                                          </p:val>
                                        </p:tav>
                                        <p:tav tm="100000">
                                          <p:val>
                                            <p:strVal val="#ppt_w"/>
                                          </p:val>
                                        </p:tav>
                                      </p:tavLst>
                                    </p:anim>
                                    <p:anim calcmode="lin" valueType="num">
                                      <p:cBhvr>
                                        <p:cTn id="24" dur="500" fill="hold"/>
                                        <p:tgtEl>
                                          <p:spTgt spid="21"/>
                                        </p:tgtEl>
                                        <p:attrNameLst>
                                          <p:attrName>ppt_h</p:attrName>
                                        </p:attrNameLst>
                                      </p:cBhvr>
                                      <p:tavLst>
                                        <p:tav tm="0">
                                          <p:val>
                                            <p:fltVal val="0"/>
                                          </p:val>
                                        </p:tav>
                                        <p:tav tm="100000">
                                          <p:val>
                                            <p:strVal val="#ppt_h"/>
                                          </p:val>
                                        </p:tav>
                                      </p:tavLst>
                                    </p:anim>
                                    <p:animEffect transition="in" filter="fade">
                                      <p:cBhvr>
                                        <p:cTn id="25" dur="500"/>
                                        <p:tgtEl>
                                          <p:spTgt spid="21"/>
                                        </p:tgtEl>
                                      </p:cBhvr>
                                    </p:animEffect>
                                  </p:childTnLst>
                                </p:cTn>
                              </p:par>
                              <p:par>
                                <p:cTn id="26" presetID="10" presetClass="exit" presetSubtype="0" fill="hold" grpId="1" nodeType="withEffect">
                                  <p:stCondLst>
                                    <p:cond delay="250"/>
                                  </p:stCondLst>
                                  <p:childTnLst>
                                    <p:animEffect transition="out" filter="fade">
                                      <p:cBhvr>
                                        <p:cTn id="27" dur="500"/>
                                        <p:tgtEl>
                                          <p:spTgt spid="21"/>
                                        </p:tgtEl>
                                      </p:cBhvr>
                                    </p:animEffect>
                                    <p:set>
                                      <p:cBhvr>
                                        <p:cTn id="28" dur="1" fill="hold">
                                          <p:stCondLst>
                                            <p:cond delay="499"/>
                                          </p:stCondLst>
                                        </p:cTn>
                                        <p:tgtEl>
                                          <p:spTgt spid="21"/>
                                        </p:tgtEl>
                                        <p:attrNameLst>
                                          <p:attrName>style.visibility</p:attrName>
                                        </p:attrNameLst>
                                      </p:cBhvr>
                                      <p:to>
                                        <p:strVal val="hidden"/>
                                      </p:to>
                                    </p:set>
                                  </p:childTnLst>
                                </p:cTn>
                              </p:par>
                              <p:par>
                                <p:cTn id="29" presetID="53" presetClass="entr" presetSubtype="16" fill="hold" grpId="0" nodeType="withEffect">
                                  <p:stCondLst>
                                    <p:cond delay="250"/>
                                  </p:stCondLst>
                                  <p:childTnLst>
                                    <p:set>
                                      <p:cBhvr>
                                        <p:cTn id="30" dur="1" fill="hold">
                                          <p:stCondLst>
                                            <p:cond delay="0"/>
                                          </p:stCondLst>
                                        </p:cTn>
                                        <p:tgtEl>
                                          <p:spTgt spid="22"/>
                                        </p:tgtEl>
                                        <p:attrNameLst>
                                          <p:attrName>style.visibility</p:attrName>
                                        </p:attrNameLst>
                                      </p:cBhvr>
                                      <p:to>
                                        <p:strVal val="visible"/>
                                      </p:to>
                                    </p:set>
                                    <p:anim calcmode="lin" valueType="num">
                                      <p:cBhvr>
                                        <p:cTn id="31" dur="500" fill="hold"/>
                                        <p:tgtEl>
                                          <p:spTgt spid="22"/>
                                        </p:tgtEl>
                                        <p:attrNameLst>
                                          <p:attrName>ppt_w</p:attrName>
                                        </p:attrNameLst>
                                      </p:cBhvr>
                                      <p:tavLst>
                                        <p:tav tm="0">
                                          <p:val>
                                            <p:fltVal val="0"/>
                                          </p:val>
                                        </p:tav>
                                        <p:tav tm="100000">
                                          <p:val>
                                            <p:strVal val="#ppt_w"/>
                                          </p:val>
                                        </p:tav>
                                      </p:tavLst>
                                    </p:anim>
                                    <p:anim calcmode="lin" valueType="num">
                                      <p:cBhvr>
                                        <p:cTn id="32" dur="500" fill="hold"/>
                                        <p:tgtEl>
                                          <p:spTgt spid="22"/>
                                        </p:tgtEl>
                                        <p:attrNameLst>
                                          <p:attrName>ppt_h</p:attrName>
                                        </p:attrNameLst>
                                      </p:cBhvr>
                                      <p:tavLst>
                                        <p:tav tm="0">
                                          <p:val>
                                            <p:fltVal val="0"/>
                                          </p:val>
                                        </p:tav>
                                        <p:tav tm="100000">
                                          <p:val>
                                            <p:strVal val="#ppt_h"/>
                                          </p:val>
                                        </p:tav>
                                      </p:tavLst>
                                    </p:anim>
                                    <p:animEffect transition="in" filter="fade">
                                      <p:cBhvr>
                                        <p:cTn id="33" dur="500"/>
                                        <p:tgtEl>
                                          <p:spTgt spid="22"/>
                                        </p:tgtEl>
                                      </p:cBhvr>
                                    </p:animEffect>
                                  </p:childTnLst>
                                </p:cTn>
                              </p:par>
                              <p:par>
                                <p:cTn id="34" presetID="10" presetClass="exit" presetSubtype="0" fill="hold" grpId="1" nodeType="withEffect">
                                  <p:stCondLst>
                                    <p:cond delay="500"/>
                                  </p:stCondLst>
                                  <p:childTnLst>
                                    <p:animEffect transition="out" filter="fade">
                                      <p:cBhvr>
                                        <p:cTn id="35" dur="500"/>
                                        <p:tgtEl>
                                          <p:spTgt spid="22"/>
                                        </p:tgtEl>
                                      </p:cBhvr>
                                    </p:animEffect>
                                    <p:set>
                                      <p:cBhvr>
                                        <p:cTn id="36"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9" grpId="0" animBg="1"/>
      <p:bldP spid="19" grpId="1" animBg="1"/>
      <p:bldP spid="21" grpId="0" animBg="1"/>
      <p:bldP spid="21" grpId="1" animBg="1"/>
      <p:bldP spid="22" grpId="0" animBg="1"/>
      <p:bldP spid="22" grpId="1"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Callout with small Non-bulleted">
    <p:spTree>
      <p:nvGrpSpPr>
        <p:cNvPr id="1" name=""/>
        <p:cNvGrpSpPr/>
        <p:nvPr/>
      </p:nvGrpSpPr>
      <p:grpSpPr>
        <a:xfrm>
          <a:off x="0" y="0"/>
          <a:ext cx="0" cy="0"/>
          <a:chOff x="0" y="0"/>
          <a:chExt cx="0" cy="0"/>
        </a:xfrm>
      </p:grpSpPr>
      <p:sp>
        <p:nvSpPr>
          <p:cNvPr id="10" name="Rectangle 9"/>
          <p:cNvSpPr/>
          <p:nvPr userDrawn="1"/>
        </p:nvSpPr>
        <p:spPr>
          <a:xfrm>
            <a:off x="0" y="0"/>
            <a:ext cx="12192000" cy="29748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p:cNvSpPr>
            <a:spLocks noGrp="1"/>
          </p:cNvSpPr>
          <p:nvPr>
            <p:ph type="body" sz="quarter" idx="10" hasCustomPrompt="1"/>
          </p:nvPr>
        </p:nvSpPr>
        <p:spPr>
          <a:xfrm>
            <a:off x="269240" y="3367878"/>
            <a:ext cx="5192775" cy="1830245"/>
          </a:xfrm>
        </p:spPr>
        <p:txBody>
          <a:bodyPr wrap="square">
            <a:spAutoFit/>
          </a:bodyPr>
          <a:lstStyle>
            <a:lvl1pPr marL="0" marR="0" indent="0" algn="l" defTabSz="914367" rtl="0" eaLnBrk="1" fontAlgn="auto" latinLnBrk="0" hangingPunct="1">
              <a:lnSpc>
                <a:spcPct val="90000"/>
              </a:lnSpc>
              <a:spcBef>
                <a:spcPts val="1200"/>
              </a:spcBef>
              <a:spcAft>
                <a:spcPts val="0"/>
              </a:spcAft>
              <a:buClr>
                <a:schemeClr val="tx1"/>
              </a:buClr>
              <a:buSzPct val="90000"/>
              <a:buFont typeface="Wingdings" pitchFamily="2" charset="2"/>
              <a:buNone/>
              <a:tabLst/>
              <a:defRPr lang="en-US" sz="3137" kern="1200" spc="0" baseline="0" dirty="0">
                <a:gradFill>
                  <a:gsLst>
                    <a:gs pos="1250">
                      <a:schemeClr val="tx2"/>
                    </a:gs>
                    <a:gs pos="99000">
                      <a:schemeClr val="tx2"/>
                    </a:gs>
                  </a:gsLst>
                  <a:lin ang="5400000" scaled="0"/>
                </a:gradFill>
                <a:latin typeface="+mj-lt"/>
                <a:ea typeface="+mn-ea"/>
                <a:cs typeface="+mn-cs"/>
              </a:defRPr>
            </a:lvl1pPr>
            <a:lvl2pPr marL="0" indent="0">
              <a:buNone/>
              <a:defRPr sz="1961"/>
            </a:lvl2pPr>
            <a:lvl3pPr marL="227209" indent="0">
              <a:buNone/>
              <a:tabLst/>
              <a:defRPr sz="1961"/>
            </a:lvl3pPr>
            <a:lvl4pPr marL="451306" indent="0">
              <a:buNone/>
              <a:defRPr/>
            </a:lvl4pPr>
            <a:lvl5pPr marL="672290" indent="0">
              <a:buNone/>
              <a:tabLst/>
              <a:defRPr/>
            </a:lvl5pPr>
          </a:lstStyle>
          <a:p>
            <a:r>
              <a:rPr lang="en-US" dirty="0"/>
              <a:t>A short introduction</a:t>
            </a:r>
            <a:br>
              <a:rPr lang="en-US" dirty="0"/>
            </a:br>
            <a:r>
              <a:rPr lang="en-US" dirty="0"/>
              <a:t>to the data, revealing</a:t>
            </a:r>
            <a:br>
              <a:rPr lang="en-US" dirty="0"/>
            </a:br>
            <a:r>
              <a:rPr lang="en-US" dirty="0"/>
              <a:t>points one at a time, will enhance comprehension.</a:t>
            </a:r>
          </a:p>
        </p:txBody>
      </p:sp>
      <p:sp>
        <p:nvSpPr>
          <p:cNvPr id="9" name="Text Placeholder 8"/>
          <p:cNvSpPr>
            <a:spLocks noGrp="1"/>
          </p:cNvSpPr>
          <p:nvPr>
            <p:ph type="body" sz="quarter" idx="11"/>
          </p:nvPr>
        </p:nvSpPr>
        <p:spPr>
          <a:xfrm>
            <a:off x="6253316" y="3503950"/>
            <a:ext cx="5671764" cy="1705723"/>
          </a:xfrm>
        </p:spPr>
        <p:txBody>
          <a:bodyPr/>
          <a:lstStyle>
            <a:lvl1pPr marL="0" indent="0" algn="l">
              <a:buNone/>
              <a:defRPr sz="1961">
                <a:latin typeface="+mn-lt"/>
              </a:defRPr>
            </a:lvl1pPr>
            <a:lvl2pPr marL="0" indent="0" algn="l">
              <a:buNone/>
              <a:defRPr sz="1765">
                <a:latin typeface="+mn-lt"/>
              </a:defRPr>
            </a:lvl2pPr>
            <a:lvl3pPr marL="0" indent="0" algn="l">
              <a:buNone/>
              <a:defRPr sz="1568">
                <a:latin typeface="+mn-lt"/>
              </a:defRPr>
            </a:lvl3pPr>
            <a:lvl4pPr marL="0" indent="0" algn="l">
              <a:buNone/>
              <a:defRPr sz="1372">
                <a:latin typeface="+mn-lt"/>
              </a:defRPr>
            </a:lvl4pPr>
            <a:lvl5pPr marL="0" indent="0" algn="l">
              <a:buNone/>
              <a:defRPr sz="1372">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p:cNvSpPr>
            <a:spLocks noGrp="1"/>
          </p:cNvSpPr>
          <p:nvPr>
            <p:ph type="pic" sz="quarter" idx="12"/>
          </p:nvPr>
        </p:nvSpPr>
        <p:spPr>
          <a:xfrm>
            <a:off x="0" y="0"/>
            <a:ext cx="12192000" cy="2974848"/>
          </a:xfrm>
          <a:blipFill>
            <a:blip r:embed="rId2"/>
            <a:srcRect/>
            <a:stretch>
              <a:fillRect t="-65721" r="-4798" b="-46455"/>
            </a:stretch>
          </a:blipFill>
        </p:spPr>
        <p:txBody>
          <a:bodyPr anchor="ctr" anchorCtr="0">
            <a:noAutofit/>
          </a:bodyPr>
          <a:lstStyle/>
          <a:p>
            <a:r>
              <a:rPr lang="en-US"/>
              <a:t>Click icon to add picture</a:t>
            </a:r>
            <a:endParaRPr lang="en-US" dirty="0"/>
          </a:p>
        </p:txBody>
      </p:sp>
      <p:sp>
        <p:nvSpPr>
          <p:cNvPr id="12" name="TextBox 11">
            <a:hlinkClick r:id="rId3"/>
            <a:extLst>
              <a:ext uri="{FF2B5EF4-FFF2-40B4-BE49-F238E27FC236}">
                <a16:creationId xmlns:a16="http://schemas.microsoft.com/office/drawing/2014/main" id="{B2DA80A1-9E22-4BFF-8562-466123B36943}"/>
              </a:ext>
            </a:extLst>
          </p:cNvPr>
          <p:cNvSpPr txBox="1"/>
          <p:nvPr userDrawn="1"/>
        </p:nvSpPr>
        <p:spPr>
          <a:xfrm>
            <a:off x="9089198" y="6298102"/>
            <a:ext cx="2466220" cy="367873"/>
          </a:xfrm>
          <a:prstGeom prst="roundRect">
            <a:avLst>
              <a:gd name="adj" fmla="val 50000"/>
            </a:avLst>
          </a:prstGeom>
          <a:solidFill>
            <a:srgbClr val="004568"/>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FFFFFF"/>
                </a:solidFill>
                <a:effectLst/>
                <a:uLnTx/>
                <a:uFillTx/>
              </a:rPr>
              <a:t>Neal Creative  | click &amp; </a:t>
            </a:r>
            <a:r>
              <a:rPr kumimoji="0" lang="en-US" sz="1100" b="1" i="0" u="none" strike="noStrike" kern="0" cap="none" spc="0" normalizeH="0" baseline="0" noProof="0" dirty="0">
                <a:ln>
                  <a:noFill/>
                </a:ln>
                <a:solidFill>
                  <a:srgbClr val="FFFFFF"/>
                </a:solidFill>
                <a:effectLst/>
                <a:uLnTx/>
                <a:uFillTx/>
              </a:rPr>
              <a:t>Learn more</a:t>
            </a:r>
          </a:p>
        </p:txBody>
      </p:sp>
      <p:sp>
        <p:nvSpPr>
          <p:cNvPr id="2" name="Title 1"/>
          <p:cNvSpPr>
            <a:spLocks noGrp="1"/>
          </p:cNvSpPr>
          <p:nvPr>
            <p:ph type="title" hasCustomPrompt="1"/>
          </p:nvPr>
        </p:nvSpPr>
        <p:spPr>
          <a:xfrm>
            <a:off x="304800" y="419099"/>
            <a:ext cx="8917577" cy="625929"/>
          </a:xfrm>
        </p:spPr>
        <p:txBody>
          <a:bodyPr/>
          <a:lstStyle/>
          <a:p>
            <a:r>
              <a:rPr lang="en-US" dirty="0"/>
              <a:t>CLICK TO EDIT MASTER TITLE STYLE</a:t>
            </a:r>
          </a:p>
        </p:txBody>
      </p:sp>
      <p:sp>
        <p:nvSpPr>
          <p:cNvPr id="11" name="Slide Number Placeholder 7"/>
          <p:cNvSpPr>
            <a:spLocks noGrp="1"/>
          </p:cNvSpPr>
          <p:nvPr>
            <p:ph type="sldNum" sz="quarter" idx="4"/>
          </p:nvPr>
        </p:nvSpPr>
        <p:spPr>
          <a:xfrm>
            <a:off x="11668594" y="6484937"/>
            <a:ext cx="523406" cy="365125"/>
          </a:xfrm>
          <a:prstGeom prst="rect">
            <a:avLst/>
          </a:prstGeom>
        </p:spPr>
        <p:txBody>
          <a:bodyPr vert="horz" wrap="none" lIns="91440" tIns="45720" rIns="91440" bIns="45720" rtlCol="0" anchor="ctr"/>
          <a:lstStyle>
            <a:lvl1pPr algn="r">
              <a:defRPr sz="1200">
                <a:solidFill>
                  <a:schemeClr val="tx2"/>
                </a:solidFill>
              </a:defRPr>
            </a:lvl1pPr>
          </a:lstStyle>
          <a:p>
            <a:fld id="{4997E989-D798-4C62-8E93-3D2D613C2488}" type="slidenum">
              <a:rPr lang="en-US" smtClean="0"/>
              <a:pPr/>
              <a:t>‹#›</a:t>
            </a:fld>
            <a:endParaRPr lang="en-US" dirty="0"/>
          </a:p>
        </p:txBody>
      </p:sp>
      <p:sp>
        <p:nvSpPr>
          <p:cNvPr id="13" name="TextBox 12">
            <a:hlinkClick r:id="rId4"/>
            <a:extLst>
              <a:ext uri="{FF2B5EF4-FFF2-40B4-BE49-F238E27FC236}">
                <a16:creationId xmlns:a16="http://schemas.microsoft.com/office/drawing/2014/main" id="{1AF511EA-044E-4300-B921-D56138FE402E}"/>
              </a:ext>
            </a:extLst>
          </p:cNvPr>
          <p:cNvSpPr txBox="1"/>
          <p:nvPr userDrawn="1"/>
        </p:nvSpPr>
        <p:spPr>
          <a:xfrm>
            <a:off x="191616" y="6337795"/>
            <a:ext cx="1209664" cy="346234"/>
          </a:xfrm>
          <a:prstGeom prst="roundRect">
            <a:avLst>
              <a:gd name="adj" fmla="val 50000"/>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bg1">
                    <a:lumMod val="75000"/>
                  </a:schemeClr>
                </a:solidFill>
              </a:rPr>
              <a:t>Neal Creative </a:t>
            </a:r>
            <a:r>
              <a:rPr lang="en-US" sz="900" kern="1200" dirty="0">
                <a:solidFill>
                  <a:schemeClr val="bg1">
                    <a:lumMod val="75000"/>
                  </a:schemeClr>
                </a:solidFill>
                <a:latin typeface="+mn-lt"/>
                <a:ea typeface="+mn-ea"/>
                <a:cs typeface="+mn-cs"/>
              </a:rPr>
              <a:t>©</a:t>
            </a:r>
            <a:r>
              <a:rPr lang="en-US" sz="1000" baseline="0" dirty="0">
                <a:solidFill>
                  <a:schemeClr val="bg1">
                    <a:lumMod val="75000"/>
                  </a:schemeClr>
                </a:solidFill>
              </a:rPr>
              <a:t> </a:t>
            </a:r>
            <a:endParaRPr lang="en-US" sz="1000" b="1" dirty="0">
              <a:solidFill>
                <a:schemeClr val="bg1">
                  <a:lumMod val="75000"/>
                </a:schemeClr>
              </a:solidFill>
            </a:endParaRPr>
          </a:p>
        </p:txBody>
      </p:sp>
    </p:spTree>
    <p:extLst>
      <p:ext uri="{BB962C8B-B14F-4D97-AF65-F5344CB8AC3E}">
        <p14:creationId xmlns:p14="http://schemas.microsoft.com/office/powerpoint/2010/main" val="37623406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068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75347"/>
            <a:ext cx="11658600" cy="1870769"/>
          </a:xfrm>
          <a:prstGeom prst="rect">
            <a:avLst/>
          </a:prstGeom>
        </p:spPr>
        <p:txBody>
          <a:bodyPr vert="horz" wrap="square"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Placeholder 3"/>
          <p:cNvSpPr>
            <a:spLocks noGrp="1"/>
          </p:cNvSpPr>
          <p:nvPr>
            <p:ph type="title"/>
          </p:nvPr>
        </p:nvSpPr>
        <p:spPr>
          <a:xfrm>
            <a:off x="304800" y="419100"/>
            <a:ext cx="11658600" cy="590931"/>
          </a:xfrm>
          <a:prstGeom prst="rect">
            <a:avLst/>
          </a:prstGeom>
        </p:spPr>
        <p:txBody>
          <a:bodyPr vert="horz" wrap="square" lIns="91440" tIns="45720" rIns="91440" bIns="45720" rtlCol="0" anchor="t" anchorCtr="0">
            <a:spAutoFit/>
          </a:bodyPr>
          <a:lstStyle/>
          <a:p>
            <a:r>
              <a:rPr lang="en-US"/>
              <a:t>Click to edit Master title style</a:t>
            </a:r>
            <a:endParaRPr lang="en-US" dirty="0"/>
          </a:p>
        </p:txBody>
      </p:sp>
      <p:sp>
        <p:nvSpPr>
          <p:cNvPr id="8" name="Slide Number Placeholder 7"/>
          <p:cNvSpPr>
            <a:spLocks noGrp="1"/>
          </p:cNvSpPr>
          <p:nvPr>
            <p:ph type="sldNum" sz="quarter" idx="4"/>
          </p:nvPr>
        </p:nvSpPr>
        <p:spPr>
          <a:xfrm>
            <a:off x="11668594" y="6484937"/>
            <a:ext cx="523406" cy="365125"/>
          </a:xfrm>
          <a:prstGeom prst="rect">
            <a:avLst/>
          </a:prstGeom>
        </p:spPr>
        <p:txBody>
          <a:bodyPr vert="horz" wrap="none" lIns="91440" tIns="45720" rIns="91440" bIns="45720" rtlCol="0" anchor="ctr"/>
          <a:lstStyle>
            <a:lvl1pPr algn="r">
              <a:defRPr sz="1200">
                <a:solidFill>
                  <a:schemeClr val="tx2"/>
                </a:solidFill>
              </a:defRPr>
            </a:lvl1pPr>
          </a:lstStyle>
          <a:p>
            <a:fld id="{4997E989-D798-4C62-8E93-3D2D613C2488}" type="slidenum">
              <a:rPr lang="en-US" smtClean="0"/>
              <a:pPr/>
              <a:t>‹#›</a:t>
            </a:fld>
            <a:endParaRPr lang="en-US" dirty="0"/>
          </a:p>
        </p:txBody>
      </p:sp>
    </p:spTree>
    <p:extLst>
      <p:ext uri="{BB962C8B-B14F-4D97-AF65-F5344CB8AC3E}">
        <p14:creationId xmlns:p14="http://schemas.microsoft.com/office/powerpoint/2010/main" val="3860510708"/>
      </p:ext>
    </p:extLst>
  </p:cSld>
  <p:clrMap bg1="lt1" tx1="dk1" bg2="lt2" tx2="dk2" accent1="accent1" accent2="accent2" accent3="accent3" accent4="accent4" accent5="accent5" accent6="accent6" hlink="hlink" folHlink="folHlink"/>
  <p:sldLayoutIdLst>
    <p:sldLayoutId id="2147483744" r:id="rId1"/>
    <p:sldLayoutId id="2147483712" r:id="rId2"/>
    <p:sldLayoutId id="2147483672" r:id="rId3"/>
    <p:sldLayoutId id="2147483749" r:id="rId4"/>
    <p:sldLayoutId id="2147483750" r:id="rId5"/>
    <p:sldLayoutId id="2147483752" r:id="rId6"/>
    <p:sldLayoutId id="2147483674" r:id="rId7"/>
    <p:sldLayoutId id="2147483720" r:id="rId8"/>
    <p:sldLayoutId id="2147483721" r:id="rId9"/>
    <p:sldLayoutId id="2147483732" r:id="rId10"/>
    <p:sldLayoutId id="2147483730" r:id="rId11"/>
    <p:sldLayoutId id="2147483716" r:id="rId12"/>
    <p:sldLayoutId id="2147483735" r:id="rId13"/>
    <p:sldLayoutId id="2147483700" r:id="rId14"/>
    <p:sldLayoutId id="2147483734" r:id="rId15"/>
    <p:sldLayoutId id="2147483701" r:id="rId16"/>
    <p:sldLayoutId id="2147483736" r:id="rId17"/>
    <p:sldLayoutId id="2147483733" r:id="rId18"/>
    <p:sldLayoutId id="2147483741" r:id="rId19"/>
    <p:sldLayoutId id="2147483727" r:id="rId20"/>
    <p:sldLayoutId id="2147483719" r:id="rId21"/>
    <p:sldLayoutId id="2147483655" r:id="rId22"/>
    <p:sldLayoutId id="2147483748" r:id="rId23"/>
    <p:sldLayoutId id="2147483753" r:id="rId24"/>
    <p:sldLayoutId id="2147483747" r:id="rId25"/>
    <p:sldLayoutId id="2147483745" r:id="rId26"/>
    <p:sldLayoutId id="2147483737" r:id="rId27"/>
  </p:sldLayoutIdLst>
  <p:hf hdr="0" ftr="0" dt="0"/>
  <p:txStyles>
    <p:titleStyle>
      <a:lvl1pPr algn="l" defTabSz="914400" rtl="0" eaLnBrk="1" latinLnBrk="0" hangingPunct="1">
        <a:lnSpc>
          <a:spcPct val="90000"/>
        </a:lnSpc>
        <a:spcBef>
          <a:spcPct val="0"/>
        </a:spcBef>
        <a:buNone/>
        <a:defRPr lang="en-US" sz="3600" b="0" i="0" kern="1200" spc="300" dirty="0">
          <a:gradFill>
            <a:gsLst>
              <a:gs pos="15000">
                <a:schemeClr val="tx1"/>
              </a:gs>
              <a:gs pos="47000">
                <a:schemeClr val="tx1"/>
              </a:gs>
            </a:gsLst>
            <a:lin ang="5400000" scaled="1"/>
          </a:gradFill>
          <a:latin typeface="Segoe UI Semibold" panose="020B0702040204020203" pitchFamily="34" charset="0"/>
          <a:ea typeface="+mn-ea"/>
          <a:cs typeface="Segoe UI Semibold" panose="020B0702040204020203"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gradFill>
            <a:gsLst>
              <a:gs pos="15000">
                <a:schemeClr val="tx1"/>
              </a:gs>
              <a:gs pos="47000">
                <a:schemeClr val="tx1"/>
              </a:gs>
            </a:gsLst>
            <a:lin ang="5400000" scaled="1"/>
          </a:gradFill>
          <a:latin typeface="+mn-lt"/>
          <a:ea typeface="+mn-ea"/>
          <a:cs typeface="+mn-cs"/>
        </a:defRPr>
      </a:lvl1pPr>
      <a:lvl2pPr marL="0" indent="0" algn="l" defTabSz="914400" rtl="0" eaLnBrk="1" latinLnBrk="0" hangingPunct="1">
        <a:lnSpc>
          <a:spcPct val="90000"/>
        </a:lnSpc>
        <a:spcBef>
          <a:spcPts val="500"/>
        </a:spcBef>
        <a:buFont typeface="Arial" panose="020B0604020202020204" pitchFamily="34" charset="0"/>
        <a:buNone/>
        <a:defRPr sz="2000" kern="1200">
          <a:solidFill>
            <a:schemeClr val="tx1">
              <a:lumMod val="65000"/>
              <a:lumOff val="35000"/>
            </a:schemeClr>
          </a:solidFill>
          <a:latin typeface="+mn-lt"/>
          <a:ea typeface="+mn-ea"/>
          <a:cs typeface="+mn-cs"/>
        </a:defRPr>
      </a:lvl2pPr>
      <a:lvl3pPr marL="0" indent="0" algn="l" defTabSz="914400" rtl="0" eaLnBrk="1" latinLnBrk="0" hangingPunct="1">
        <a:lnSpc>
          <a:spcPct val="90000"/>
        </a:lnSpc>
        <a:spcBef>
          <a:spcPts val="1200"/>
        </a:spcBef>
        <a:spcAft>
          <a:spcPts val="1200"/>
        </a:spcAft>
        <a:buFont typeface="Arial" panose="020B0604020202020204" pitchFamily="34" charset="0"/>
        <a:buNone/>
        <a:defRPr sz="2000" b="1" kern="1200">
          <a:solidFill>
            <a:schemeClr val="tx2"/>
          </a:solidFill>
          <a:latin typeface="+mn-lt"/>
          <a:ea typeface="+mn-ea"/>
          <a:cs typeface="+mn-cs"/>
        </a:defRPr>
      </a:lvl3pPr>
      <a:lvl4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1">
              <a:lumMod val="85000"/>
              <a:lumOff val="15000"/>
            </a:schemeClr>
          </a:solidFill>
          <a:latin typeface="+mn-lt"/>
          <a:ea typeface="+mn-ea"/>
          <a:cs typeface="+mn-cs"/>
        </a:defRPr>
      </a:lvl4pPr>
      <a:lvl5pPr marL="0" indent="0" algn="l" defTabSz="914400" rtl="0" eaLnBrk="1" latinLnBrk="0" hangingPunct="1">
        <a:lnSpc>
          <a:spcPct val="90000"/>
        </a:lnSpc>
        <a:spcBef>
          <a:spcPts val="0"/>
        </a:spcBef>
        <a:spcAft>
          <a:spcPts val="1200"/>
        </a:spcAft>
        <a:buFont typeface="Arial" panose="020B0604020202020204" pitchFamily="34" charset="0"/>
        <a:buNone/>
        <a:defRPr sz="16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192" userDrawn="1">
          <p15:clr>
            <a:srgbClr val="F26B43"/>
          </p15:clr>
        </p15:guide>
        <p15:guide id="4" pos="7536" userDrawn="1">
          <p15:clr>
            <a:srgbClr val="F26B43"/>
          </p15:clr>
        </p15:guide>
        <p15:guide id="5" orient="horz" pos="264" userDrawn="1">
          <p15:clr>
            <a:srgbClr val="F26B43"/>
          </p15:clr>
        </p15:guide>
        <p15:guide id="6" orient="horz" pos="792" userDrawn="1">
          <p15:clr>
            <a:srgbClr val="F26B43"/>
          </p15:clr>
        </p15:guide>
        <p15:guide id="7" orient="horz" pos="420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7455825"/>
      </p:ext>
    </p:extLst>
  </p:cSld>
  <p:clrMap bg1="lt1" tx1="dk1" bg2="lt2" tx2="dk2" accent1="accent1" accent2="accent2" accent3="accent3" accent4="accent4" accent5="accent5" accent6="accent6" hlink="hlink" folHlink="folHlink"/>
  <p:sldLayoutIdLst>
    <p:sldLayoutId id="2147483755"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2.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25.xml"/><Relationship Id="rId4" Type="http://schemas.openxmlformats.org/officeDocument/2006/relationships/chart" Target="../charts/chart2.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25.xml"/><Relationship Id="rId4" Type="http://schemas.openxmlformats.org/officeDocument/2006/relationships/chart" Target="../charts/char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1.xml"/><Relationship Id="rId1" Type="http://schemas.openxmlformats.org/officeDocument/2006/relationships/slideLayout" Target="../slideLayouts/slideLayout25.xml"/><Relationship Id="rId4" Type="http://schemas.openxmlformats.org/officeDocument/2006/relationships/chart" Target="../charts/char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3" Type="http://schemas.openxmlformats.org/officeDocument/2006/relationships/hyperlink" Target="https://nealanalytics.com/creative/" TargetMode="External"/><Relationship Id="rId2" Type="http://schemas.openxmlformats.org/officeDocument/2006/relationships/notesSlide" Target="../notesSlides/notesSlide27.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alpha val="40000"/>
          </a:schemeClr>
        </a:solidFill>
        <a:effectLst/>
      </p:bgPr>
    </p:bg>
    <p:spTree>
      <p:nvGrpSpPr>
        <p:cNvPr id="1" name=""/>
        <p:cNvGrpSpPr/>
        <p:nvPr/>
      </p:nvGrpSpPr>
      <p:grpSpPr>
        <a:xfrm>
          <a:off x="0" y="0"/>
          <a:ext cx="0" cy="0"/>
          <a:chOff x="0" y="0"/>
          <a:chExt cx="0" cy="0"/>
        </a:xfrm>
      </p:grpSpPr>
      <p:pic>
        <p:nvPicPr>
          <p:cNvPr id="21" name="Picture Placeholder 20">
            <a:extLst>
              <a:ext uri="{FF2B5EF4-FFF2-40B4-BE49-F238E27FC236}">
                <a16:creationId xmlns:a16="http://schemas.microsoft.com/office/drawing/2014/main" id="{291DAE6B-849B-5061-EDDC-F790E6D2970E}"/>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556" r="556"/>
          <a:stretch>
            <a:fillRect/>
          </a:stretch>
        </p:blipFill>
        <p:spPr>
          <a:prstGeom prst="rect">
            <a:avLst/>
          </a:prstGeom>
        </p:spPr>
      </p:pic>
      <p:pic>
        <p:nvPicPr>
          <p:cNvPr id="13" name="Picture 12">
            <a:extLst>
              <a:ext uri="{FF2B5EF4-FFF2-40B4-BE49-F238E27FC236}">
                <a16:creationId xmlns:a16="http://schemas.microsoft.com/office/drawing/2014/main" id="{64674548-BC77-55F9-717D-AA6D2DC8EC5E}"/>
              </a:ext>
            </a:extLst>
          </p:cNvPr>
          <p:cNvPicPr>
            <a:picLocks noChangeAspect="1"/>
          </p:cNvPicPr>
          <p:nvPr/>
        </p:nvPicPr>
        <p:blipFill>
          <a:blip r:embed="rId4"/>
          <a:srcRect t="27" b="27"/>
          <a:stretch>
            <a:fillRect/>
          </a:stretch>
        </p:blipFill>
        <p:spPr>
          <a:xfrm>
            <a:off x="-12888" y="0"/>
            <a:ext cx="12192000" cy="6858000"/>
          </a:xfrm>
          <a:prstGeom prst="rect">
            <a:avLst/>
          </a:prstGeom>
        </p:spPr>
      </p:pic>
      <p:sp>
        <p:nvSpPr>
          <p:cNvPr id="4" name="Rectangle 3"/>
          <p:cNvSpPr/>
          <p:nvPr/>
        </p:nvSpPr>
        <p:spPr>
          <a:xfrm>
            <a:off x="31016" y="27494"/>
            <a:ext cx="12192000" cy="6858000"/>
          </a:xfrm>
          <a:prstGeom prst="rect">
            <a:avLst/>
          </a:prstGeom>
          <a:solidFill>
            <a:srgbClr val="00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p:cNvSpPr/>
          <p:nvPr/>
        </p:nvSpPr>
        <p:spPr>
          <a:xfrm>
            <a:off x="1219939" y="-739444"/>
            <a:ext cx="9107555" cy="9034439"/>
          </a:xfrm>
          <a:prstGeom prst="ellipse">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ysClr val="windowText" lastClr="000000"/>
              </a:solidFill>
              <a:effectLst/>
              <a:uLnTx/>
              <a:uFillTx/>
            </a:endParaRPr>
          </a:p>
        </p:txBody>
      </p:sp>
      <p:sp>
        <p:nvSpPr>
          <p:cNvPr id="15" name="Oval 14"/>
          <p:cNvSpPr/>
          <p:nvPr/>
        </p:nvSpPr>
        <p:spPr>
          <a:xfrm>
            <a:off x="1219939" y="-739444"/>
            <a:ext cx="9107555" cy="9034439"/>
          </a:xfrm>
          <a:prstGeom prst="ellipse">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ysClr val="windowText" lastClr="000000"/>
              </a:solidFill>
              <a:effectLst/>
              <a:uLnTx/>
              <a:uFillTx/>
            </a:endParaRPr>
          </a:p>
        </p:txBody>
      </p:sp>
      <p:sp>
        <p:nvSpPr>
          <p:cNvPr id="16" name="Oval 15"/>
          <p:cNvSpPr/>
          <p:nvPr/>
        </p:nvSpPr>
        <p:spPr>
          <a:xfrm>
            <a:off x="1219939" y="-739444"/>
            <a:ext cx="9107555" cy="9034439"/>
          </a:xfrm>
          <a:prstGeom prst="ellipse">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ysClr val="windowText" lastClr="000000"/>
              </a:solidFill>
              <a:effectLst/>
              <a:uLnTx/>
              <a:uFillTx/>
            </a:endParaRPr>
          </a:p>
        </p:txBody>
      </p:sp>
      <p:sp>
        <p:nvSpPr>
          <p:cNvPr id="10" name="Oval 9"/>
          <p:cNvSpPr/>
          <p:nvPr/>
        </p:nvSpPr>
        <p:spPr>
          <a:xfrm>
            <a:off x="5907634" y="3213970"/>
            <a:ext cx="2805809" cy="2783284"/>
          </a:xfrm>
          <a:prstGeom prst="ellipse">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ysClr val="windowText" lastClr="000000"/>
              </a:solidFill>
              <a:effectLst/>
              <a:uLnTx/>
              <a:uFillTx/>
            </a:endParaRPr>
          </a:p>
        </p:txBody>
      </p:sp>
      <p:sp>
        <p:nvSpPr>
          <p:cNvPr id="11" name="Oval 10"/>
          <p:cNvSpPr/>
          <p:nvPr/>
        </p:nvSpPr>
        <p:spPr>
          <a:xfrm>
            <a:off x="5907634" y="3213970"/>
            <a:ext cx="2805809" cy="2783284"/>
          </a:xfrm>
          <a:prstGeom prst="ellipse">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ysClr val="windowText" lastClr="000000"/>
              </a:solidFill>
              <a:effectLst/>
              <a:uLnTx/>
              <a:uFillTx/>
            </a:endParaRPr>
          </a:p>
        </p:txBody>
      </p:sp>
      <p:sp>
        <p:nvSpPr>
          <p:cNvPr id="12" name="Oval 11"/>
          <p:cNvSpPr/>
          <p:nvPr/>
        </p:nvSpPr>
        <p:spPr>
          <a:xfrm>
            <a:off x="5907634" y="3213970"/>
            <a:ext cx="2805809" cy="2783284"/>
          </a:xfrm>
          <a:prstGeom prst="ellipse">
            <a:avLst/>
          </a:prstGeom>
          <a:noFill/>
          <a:ln w="19050" cmpd="thinThick">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ysClr val="windowText" lastClr="000000"/>
              </a:solidFill>
              <a:effectLst/>
              <a:uLnTx/>
              <a:uFillTx/>
            </a:endParaRPr>
          </a:p>
        </p:txBody>
      </p:sp>
      <p:sp>
        <p:nvSpPr>
          <p:cNvPr id="46" name="Rectangle 45"/>
          <p:cNvSpPr/>
          <p:nvPr/>
        </p:nvSpPr>
        <p:spPr>
          <a:xfrm flipH="1">
            <a:off x="2746209" y="4624036"/>
            <a:ext cx="2995659" cy="144761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90000"/>
              </a:lnSpc>
            </a:pPr>
            <a:r>
              <a:rPr lang="en-US" sz="1600" dirty="0">
                <a:gradFill>
                  <a:gsLst>
                    <a:gs pos="0">
                      <a:srgbClr val="75D1FF">
                        <a:lumMod val="5000"/>
                        <a:lumOff val="95000"/>
                      </a:srgbClr>
                    </a:gs>
                    <a:gs pos="100000">
                      <a:srgbClr val="FFFFFF"/>
                    </a:gs>
                  </a:gsLst>
                  <a:lin ang="5400000" scaled="1"/>
                </a:gradFill>
              </a:rPr>
              <a:t>A</a:t>
            </a:r>
          </a:p>
          <a:p>
            <a:pPr lvl="0" algn="ctr">
              <a:lnSpc>
                <a:spcPct val="90000"/>
              </a:lnSpc>
            </a:pPr>
            <a:r>
              <a:rPr lang="en-US" sz="1600" dirty="0">
                <a:gradFill>
                  <a:gsLst>
                    <a:gs pos="0">
                      <a:srgbClr val="75D1FF">
                        <a:lumMod val="5000"/>
                        <a:lumOff val="95000"/>
                      </a:srgbClr>
                    </a:gs>
                    <a:gs pos="100000">
                      <a:srgbClr val="FFFFFF"/>
                    </a:gs>
                  </a:gsLst>
                  <a:lin ang="5400000" scaled="1"/>
                </a:gradFill>
              </a:rPr>
              <a:t>B</a:t>
            </a:r>
          </a:p>
          <a:p>
            <a:pPr lvl="0" algn="ctr">
              <a:lnSpc>
                <a:spcPct val="90000"/>
              </a:lnSpc>
            </a:pPr>
            <a:r>
              <a:rPr lang="en-US" sz="1600" dirty="0">
                <a:gradFill>
                  <a:gsLst>
                    <a:gs pos="0">
                      <a:srgbClr val="75D1FF">
                        <a:lumMod val="5000"/>
                        <a:lumOff val="95000"/>
                      </a:srgbClr>
                    </a:gs>
                    <a:gs pos="100000">
                      <a:srgbClr val="FFFFFF"/>
                    </a:gs>
                  </a:gsLst>
                  <a:lin ang="5400000" scaled="1"/>
                </a:gradFill>
              </a:rPr>
              <a:t>C</a:t>
            </a:r>
          </a:p>
          <a:p>
            <a:pPr lvl="0" algn="ctr">
              <a:lnSpc>
                <a:spcPct val="90000"/>
              </a:lnSpc>
            </a:pPr>
            <a:r>
              <a:rPr lang="en-US" sz="1600" dirty="0">
                <a:gradFill>
                  <a:gsLst>
                    <a:gs pos="0">
                      <a:srgbClr val="75D1FF">
                        <a:lumMod val="5000"/>
                        <a:lumOff val="95000"/>
                      </a:srgbClr>
                    </a:gs>
                    <a:gs pos="100000">
                      <a:srgbClr val="FFFFFF"/>
                    </a:gs>
                  </a:gsLst>
                  <a:lin ang="5400000" scaled="1"/>
                </a:gradFill>
              </a:rPr>
              <a:t>D</a:t>
            </a:r>
          </a:p>
          <a:p>
            <a:pPr lvl="0" algn="ctr">
              <a:lnSpc>
                <a:spcPct val="90000"/>
              </a:lnSpc>
            </a:pPr>
            <a:r>
              <a:rPr lang="en-US" sz="1600" dirty="0">
                <a:gradFill>
                  <a:gsLst>
                    <a:gs pos="0">
                      <a:srgbClr val="75D1FF">
                        <a:lumMod val="5000"/>
                        <a:lumOff val="95000"/>
                      </a:srgbClr>
                    </a:gs>
                    <a:gs pos="100000">
                      <a:srgbClr val="FFFFFF"/>
                    </a:gs>
                  </a:gsLst>
                  <a:lin ang="5400000" scaled="1"/>
                </a:gradFill>
              </a:rPr>
              <a:t>E</a:t>
            </a:r>
          </a:p>
          <a:p>
            <a:pPr lvl="0" algn="ctr">
              <a:lnSpc>
                <a:spcPct val="90000"/>
              </a:lnSpc>
            </a:pPr>
            <a:r>
              <a:rPr lang="en-US" sz="1600" dirty="0">
                <a:gradFill>
                  <a:gsLst>
                    <a:gs pos="0">
                      <a:srgbClr val="75D1FF">
                        <a:lumMod val="5000"/>
                        <a:lumOff val="95000"/>
                      </a:srgbClr>
                    </a:gs>
                    <a:gs pos="100000">
                      <a:srgbClr val="FFFFFF"/>
                    </a:gs>
                  </a:gsLst>
                  <a:lin ang="5400000" scaled="1"/>
                </a:gradFill>
              </a:rPr>
              <a:t>F</a:t>
            </a:r>
          </a:p>
        </p:txBody>
      </p:sp>
      <p:sp>
        <p:nvSpPr>
          <p:cNvPr id="9" name="Title 6"/>
          <p:cNvSpPr txBox="1">
            <a:spLocks/>
          </p:cNvSpPr>
          <p:nvPr/>
        </p:nvSpPr>
        <p:spPr>
          <a:xfrm>
            <a:off x="1679957" y="3280601"/>
            <a:ext cx="5909265" cy="874205"/>
          </a:xfrm>
          <a:prstGeom prst="rect">
            <a:avLst/>
          </a:prstGeom>
        </p:spPr>
        <p:txBody>
          <a:bodyPr vert="horz" lIns="91440" tIns="0" rIns="91440" bIns="0" rtlCol="0" anchor="ctr">
            <a:noAutofit/>
          </a:bodyPr>
          <a:lstStyle>
            <a:lvl1pPr algn="ctr" defTabSz="914400" rtl="0" eaLnBrk="1" latinLnBrk="0" hangingPunct="1">
              <a:lnSpc>
                <a:spcPct val="90000"/>
              </a:lnSpc>
              <a:spcBef>
                <a:spcPct val="0"/>
              </a:spcBef>
              <a:buNone/>
              <a:defRPr lang="en-US" sz="3200" b="1" i="0" kern="1200" spc="300" dirty="0">
                <a:solidFill>
                  <a:schemeClr val="tx1">
                    <a:lumMod val="85000"/>
                    <a:lumOff val="15000"/>
                  </a:schemeClr>
                </a:solidFill>
                <a:latin typeface="+mj-lt"/>
                <a:ea typeface="+mn-ea"/>
                <a:cs typeface="Segoe UI Semilight" panose="020B0402040204020203" pitchFamily="34" charset="0"/>
              </a:defRPr>
            </a:lvl1pPr>
          </a:lstStyle>
          <a:p>
            <a:endParaRPr lang="en-US" sz="8800" spc="-300" dirty="0">
              <a:gradFill>
                <a:gsLst>
                  <a:gs pos="0">
                    <a:schemeClr val="accent1">
                      <a:lumMod val="5000"/>
                      <a:lumOff val="95000"/>
                    </a:schemeClr>
                  </a:gs>
                  <a:gs pos="100000">
                    <a:schemeClr val="bg1"/>
                  </a:gs>
                </a:gsLst>
                <a:lin ang="5400000" scaled="1"/>
              </a:gradFill>
              <a:latin typeface="+mn-lt"/>
            </a:endParaRPr>
          </a:p>
        </p:txBody>
      </p:sp>
      <p:sp>
        <p:nvSpPr>
          <p:cNvPr id="7" name="Title 6"/>
          <p:cNvSpPr>
            <a:spLocks noGrp="1"/>
          </p:cNvSpPr>
          <p:nvPr>
            <p:ph type="ctrTitle"/>
          </p:nvPr>
        </p:nvSpPr>
        <p:spPr>
          <a:xfrm>
            <a:off x="687847" y="2461199"/>
            <a:ext cx="10107887" cy="1248097"/>
          </a:xfrm>
        </p:spPr>
        <p:txBody>
          <a:bodyPr/>
          <a:lstStyle/>
          <a:p>
            <a:r>
              <a:rPr lang="en-IN" sz="4800" dirty="0"/>
              <a:t>SEQUIN: Sequential N-k Attacks in Electric Power Grids </a:t>
            </a:r>
            <a:br>
              <a:rPr lang="en-IN" dirty="0"/>
            </a:br>
            <a:br>
              <a:rPr lang="en-IN" dirty="0"/>
            </a:br>
            <a:br>
              <a:rPr lang="en-IN" dirty="0"/>
            </a:br>
            <a:endParaRPr lang="en-US" dirty="0"/>
          </a:p>
        </p:txBody>
      </p:sp>
      <p:sp>
        <p:nvSpPr>
          <p:cNvPr id="8" name="Text Placeholder 7"/>
          <p:cNvSpPr>
            <a:spLocks noGrp="1"/>
          </p:cNvSpPr>
          <p:nvPr>
            <p:ph type="body" sz="quarter" idx="13"/>
          </p:nvPr>
        </p:nvSpPr>
        <p:spPr>
          <a:xfrm>
            <a:off x="2054917" y="1196940"/>
            <a:ext cx="9461500" cy="618631"/>
          </a:xfrm>
        </p:spPr>
        <p:txBody>
          <a:bodyPr/>
          <a:lstStyle/>
          <a:p>
            <a:r>
              <a:rPr lang="en-US" sz="3800" dirty="0"/>
              <a:t>CS637 Project</a:t>
            </a:r>
          </a:p>
        </p:txBody>
      </p:sp>
      <p:sp>
        <p:nvSpPr>
          <p:cNvPr id="19" name="Freeform: Shape 18"/>
          <p:cNvSpPr/>
          <p:nvPr/>
        </p:nvSpPr>
        <p:spPr>
          <a:xfrm>
            <a:off x="2102982" y="5172932"/>
            <a:ext cx="488128" cy="488128"/>
          </a:xfrm>
          <a:custGeom>
            <a:avLst/>
            <a:gdLst>
              <a:gd name="connsiteX0" fmla="*/ 244064 w 488128"/>
              <a:gd name="connsiteY0" fmla="*/ 0 h 488128"/>
              <a:gd name="connsiteX1" fmla="*/ 488128 w 488128"/>
              <a:gd name="connsiteY1" fmla="*/ 244064 h 488128"/>
              <a:gd name="connsiteX2" fmla="*/ 244064 w 488128"/>
              <a:gd name="connsiteY2" fmla="*/ 488128 h 488128"/>
              <a:gd name="connsiteX3" fmla="*/ 0 w 488128"/>
              <a:gd name="connsiteY3" fmla="*/ 244064 h 488128"/>
              <a:gd name="connsiteX4" fmla="*/ 244064 w 488128"/>
              <a:gd name="connsiteY4" fmla="*/ 0 h 488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128" h="488128">
                <a:moveTo>
                  <a:pt x="244064" y="0"/>
                </a:moveTo>
                <a:cubicBezTo>
                  <a:pt x="378857" y="0"/>
                  <a:pt x="488128" y="109271"/>
                  <a:pt x="488128" y="244064"/>
                </a:cubicBezTo>
                <a:cubicBezTo>
                  <a:pt x="488128" y="378857"/>
                  <a:pt x="378857" y="488128"/>
                  <a:pt x="244064" y="488128"/>
                </a:cubicBezTo>
                <a:cubicBezTo>
                  <a:pt x="109271" y="488128"/>
                  <a:pt x="0" y="378857"/>
                  <a:pt x="0" y="244064"/>
                </a:cubicBezTo>
                <a:cubicBezTo>
                  <a:pt x="0" y="109271"/>
                  <a:pt x="109271" y="0"/>
                  <a:pt x="24406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ysClr val="windowText" lastClr="000000"/>
              </a:solidFill>
              <a:effectLst/>
              <a:uLnTx/>
              <a:uFillTx/>
            </a:endParaRPr>
          </a:p>
        </p:txBody>
      </p:sp>
      <p:sp>
        <p:nvSpPr>
          <p:cNvPr id="3" name="Slide Number Placeholder 2"/>
          <p:cNvSpPr>
            <a:spLocks noGrp="1"/>
          </p:cNvSpPr>
          <p:nvPr>
            <p:ph type="sldNum" sz="quarter" idx="12"/>
          </p:nvPr>
        </p:nvSpPr>
        <p:spPr/>
        <p:txBody>
          <a:bodyPr/>
          <a:lstStyle/>
          <a:p>
            <a:fld id="{5AE1514C-5E56-4738-A1FF-4B1CFD2A3E36}" type="slidenum">
              <a:rPr lang="en-US" smtClean="0"/>
              <a:t>1</a:t>
            </a:fld>
            <a:endParaRPr lang="en-US" dirty="0"/>
          </a:p>
        </p:txBody>
      </p:sp>
    </p:spTree>
    <p:extLst>
      <p:ext uri="{BB962C8B-B14F-4D97-AF65-F5344CB8AC3E}">
        <p14:creationId xmlns:p14="http://schemas.microsoft.com/office/powerpoint/2010/main" val="180389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10" presetClass="exit" presetSubtype="0" fill="hold" grpId="1" nodeType="withEffect">
                                  <p:stCondLst>
                                    <p:cond delay="250"/>
                                  </p:stCondLst>
                                  <p:childTnLst>
                                    <p:animEffect transition="out" filter="fade">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par>
                                <p:cTn id="13" presetID="53" presetClass="entr" presetSubtype="16" fill="hold" grpId="0" nodeType="withEffect">
                                  <p:stCondLst>
                                    <p:cond delay="250"/>
                                  </p:stCondLst>
                                  <p:childTnLst>
                                    <p:set>
                                      <p:cBhvr>
                                        <p:cTn id="14" dur="1" fill="hold">
                                          <p:stCondLst>
                                            <p:cond delay="0"/>
                                          </p:stCondLst>
                                        </p:cTn>
                                        <p:tgtEl>
                                          <p:spTgt spid="15"/>
                                        </p:tgtEl>
                                        <p:attrNameLst>
                                          <p:attrName>style.visibility</p:attrName>
                                        </p:attrNameLst>
                                      </p:cBhvr>
                                      <p:to>
                                        <p:strVal val="visible"/>
                                      </p:to>
                                    </p:set>
                                    <p:anim calcmode="lin" valueType="num">
                                      <p:cBhvr>
                                        <p:cTn id="15" dur="500" fill="hold"/>
                                        <p:tgtEl>
                                          <p:spTgt spid="15"/>
                                        </p:tgtEl>
                                        <p:attrNameLst>
                                          <p:attrName>ppt_w</p:attrName>
                                        </p:attrNameLst>
                                      </p:cBhvr>
                                      <p:tavLst>
                                        <p:tav tm="0">
                                          <p:val>
                                            <p:fltVal val="0"/>
                                          </p:val>
                                        </p:tav>
                                        <p:tav tm="100000">
                                          <p:val>
                                            <p:strVal val="#ppt_w"/>
                                          </p:val>
                                        </p:tav>
                                      </p:tavLst>
                                    </p:anim>
                                    <p:anim calcmode="lin" valueType="num">
                                      <p:cBhvr>
                                        <p:cTn id="16" dur="500" fill="hold"/>
                                        <p:tgtEl>
                                          <p:spTgt spid="15"/>
                                        </p:tgtEl>
                                        <p:attrNameLst>
                                          <p:attrName>ppt_h</p:attrName>
                                        </p:attrNameLst>
                                      </p:cBhvr>
                                      <p:tavLst>
                                        <p:tav tm="0">
                                          <p:val>
                                            <p:fltVal val="0"/>
                                          </p:val>
                                        </p:tav>
                                        <p:tav tm="100000">
                                          <p:val>
                                            <p:strVal val="#ppt_h"/>
                                          </p:val>
                                        </p:tav>
                                      </p:tavLst>
                                    </p:anim>
                                    <p:animEffect transition="in" filter="fade">
                                      <p:cBhvr>
                                        <p:cTn id="17" dur="500"/>
                                        <p:tgtEl>
                                          <p:spTgt spid="15"/>
                                        </p:tgtEl>
                                      </p:cBhvr>
                                    </p:animEffect>
                                  </p:childTnLst>
                                </p:cTn>
                              </p:par>
                              <p:par>
                                <p:cTn id="18" presetID="10" presetClass="exit" presetSubtype="0" fill="hold" grpId="1" nodeType="withEffect">
                                  <p:stCondLst>
                                    <p:cond delay="500"/>
                                  </p:stCondLst>
                                  <p:childTnLst>
                                    <p:animEffect transition="out" filter="fade">
                                      <p:cBhvr>
                                        <p:cTn id="19" dur="500"/>
                                        <p:tgtEl>
                                          <p:spTgt spid="15"/>
                                        </p:tgtEl>
                                      </p:cBhvr>
                                    </p:animEffect>
                                    <p:set>
                                      <p:cBhvr>
                                        <p:cTn id="20" dur="1" fill="hold">
                                          <p:stCondLst>
                                            <p:cond delay="499"/>
                                          </p:stCondLst>
                                        </p:cTn>
                                        <p:tgtEl>
                                          <p:spTgt spid="15"/>
                                        </p:tgtEl>
                                        <p:attrNameLst>
                                          <p:attrName>style.visibility</p:attrName>
                                        </p:attrNameLst>
                                      </p:cBhvr>
                                      <p:to>
                                        <p:strVal val="hidden"/>
                                      </p:to>
                                    </p:set>
                                  </p:childTnLst>
                                </p:cTn>
                              </p:par>
                              <p:par>
                                <p:cTn id="21" presetID="53" presetClass="entr" presetSubtype="16" fill="hold" grpId="0" nodeType="withEffect">
                                  <p:stCondLst>
                                    <p:cond delay="500"/>
                                  </p:stCondLst>
                                  <p:childTnLst>
                                    <p:set>
                                      <p:cBhvr>
                                        <p:cTn id="22" dur="1" fill="hold">
                                          <p:stCondLst>
                                            <p:cond delay="0"/>
                                          </p:stCondLst>
                                        </p:cTn>
                                        <p:tgtEl>
                                          <p:spTgt spid="16"/>
                                        </p:tgtEl>
                                        <p:attrNameLst>
                                          <p:attrName>style.visibility</p:attrName>
                                        </p:attrNameLst>
                                      </p:cBhvr>
                                      <p:to>
                                        <p:strVal val="visible"/>
                                      </p:to>
                                    </p:set>
                                    <p:anim calcmode="lin" valueType="num">
                                      <p:cBhvr>
                                        <p:cTn id="23" dur="500" fill="hold"/>
                                        <p:tgtEl>
                                          <p:spTgt spid="16"/>
                                        </p:tgtEl>
                                        <p:attrNameLst>
                                          <p:attrName>ppt_w</p:attrName>
                                        </p:attrNameLst>
                                      </p:cBhvr>
                                      <p:tavLst>
                                        <p:tav tm="0">
                                          <p:val>
                                            <p:fltVal val="0"/>
                                          </p:val>
                                        </p:tav>
                                        <p:tav tm="100000">
                                          <p:val>
                                            <p:strVal val="#ppt_w"/>
                                          </p:val>
                                        </p:tav>
                                      </p:tavLst>
                                    </p:anim>
                                    <p:anim calcmode="lin" valueType="num">
                                      <p:cBhvr>
                                        <p:cTn id="24" dur="500" fill="hold"/>
                                        <p:tgtEl>
                                          <p:spTgt spid="16"/>
                                        </p:tgtEl>
                                        <p:attrNameLst>
                                          <p:attrName>ppt_h</p:attrName>
                                        </p:attrNameLst>
                                      </p:cBhvr>
                                      <p:tavLst>
                                        <p:tav tm="0">
                                          <p:val>
                                            <p:fltVal val="0"/>
                                          </p:val>
                                        </p:tav>
                                        <p:tav tm="100000">
                                          <p:val>
                                            <p:strVal val="#ppt_h"/>
                                          </p:val>
                                        </p:tav>
                                      </p:tavLst>
                                    </p:anim>
                                    <p:animEffect transition="in" filter="fade">
                                      <p:cBhvr>
                                        <p:cTn id="25" dur="500"/>
                                        <p:tgtEl>
                                          <p:spTgt spid="16"/>
                                        </p:tgtEl>
                                      </p:cBhvr>
                                    </p:animEffect>
                                  </p:childTnLst>
                                </p:cTn>
                              </p:par>
                              <p:par>
                                <p:cTn id="26" presetID="10" presetClass="exit" presetSubtype="0" fill="hold" grpId="1" nodeType="withEffect">
                                  <p:stCondLst>
                                    <p:cond delay="750"/>
                                  </p:stCondLst>
                                  <p:childTnLst>
                                    <p:animEffect transition="out" filter="fade">
                                      <p:cBhvr>
                                        <p:cTn id="27" dur="500"/>
                                        <p:tgtEl>
                                          <p:spTgt spid="16"/>
                                        </p:tgtEl>
                                      </p:cBhvr>
                                    </p:animEffect>
                                    <p:set>
                                      <p:cBhvr>
                                        <p:cTn id="28" dur="1" fill="hold">
                                          <p:stCondLst>
                                            <p:cond delay="499"/>
                                          </p:stCondLst>
                                        </p:cTn>
                                        <p:tgtEl>
                                          <p:spTgt spid="16"/>
                                        </p:tgtEl>
                                        <p:attrNameLst>
                                          <p:attrName>style.visibility</p:attrName>
                                        </p:attrNameLst>
                                      </p:cBhvr>
                                      <p:to>
                                        <p:strVal val="hidden"/>
                                      </p:to>
                                    </p:set>
                                  </p:childTnLst>
                                </p:cTn>
                              </p:par>
                              <p:par>
                                <p:cTn id="29" presetID="53" presetClass="entr" presetSubtype="16"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00" fill="hold"/>
                                        <p:tgtEl>
                                          <p:spTgt spid="10"/>
                                        </p:tgtEl>
                                        <p:attrNameLst>
                                          <p:attrName>ppt_w</p:attrName>
                                        </p:attrNameLst>
                                      </p:cBhvr>
                                      <p:tavLst>
                                        <p:tav tm="0">
                                          <p:val>
                                            <p:fltVal val="0"/>
                                          </p:val>
                                        </p:tav>
                                        <p:tav tm="100000">
                                          <p:val>
                                            <p:strVal val="#ppt_w"/>
                                          </p:val>
                                        </p:tav>
                                      </p:tavLst>
                                    </p:anim>
                                    <p:anim calcmode="lin" valueType="num">
                                      <p:cBhvr>
                                        <p:cTn id="32" dur="500" fill="hold"/>
                                        <p:tgtEl>
                                          <p:spTgt spid="10"/>
                                        </p:tgtEl>
                                        <p:attrNameLst>
                                          <p:attrName>ppt_h</p:attrName>
                                        </p:attrNameLst>
                                      </p:cBhvr>
                                      <p:tavLst>
                                        <p:tav tm="0">
                                          <p:val>
                                            <p:fltVal val="0"/>
                                          </p:val>
                                        </p:tav>
                                        <p:tav tm="100000">
                                          <p:val>
                                            <p:strVal val="#ppt_h"/>
                                          </p:val>
                                        </p:tav>
                                      </p:tavLst>
                                    </p:anim>
                                    <p:animEffect transition="in" filter="fade">
                                      <p:cBhvr>
                                        <p:cTn id="33" dur="500"/>
                                        <p:tgtEl>
                                          <p:spTgt spid="10"/>
                                        </p:tgtEl>
                                      </p:cBhvr>
                                    </p:animEffect>
                                  </p:childTnLst>
                                </p:cTn>
                              </p:par>
                              <p:par>
                                <p:cTn id="34" presetID="10" presetClass="exit" presetSubtype="0" fill="hold" grpId="1" nodeType="withEffect">
                                  <p:stCondLst>
                                    <p:cond delay="250"/>
                                  </p:stCondLst>
                                  <p:childTnLst>
                                    <p:animEffect transition="out" filter="fade">
                                      <p:cBhvr>
                                        <p:cTn id="35" dur="500"/>
                                        <p:tgtEl>
                                          <p:spTgt spid="10"/>
                                        </p:tgtEl>
                                      </p:cBhvr>
                                    </p:animEffect>
                                    <p:set>
                                      <p:cBhvr>
                                        <p:cTn id="36" dur="1" fill="hold">
                                          <p:stCondLst>
                                            <p:cond delay="499"/>
                                          </p:stCondLst>
                                        </p:cTn>
                                        <p:tgtEl>
                                          <p:spTgt spid="10"/>
                                        </p:tgtEl>
                                        <p:attrNameLst>
                                          <p:attrName>style.visibility</p:attrName>
                                        </p:attrNameLst>
                                      </p:cBhvr>
                                      <p:to>
                                        <p:strVal val="hidden"/>
                                      </p:to>
                                    </p:set>
                                  </p:childTnLst>
                                </p:cTn>
                              </p:par>
                              <p:par>
                                <p:cTn id="37" presetID="53" presetClass="entr" presetSubtype="16" fill="hold" grpId="0" nodeType="withEffect">
                                  <p:stCondLst>
                                    <p:cond delay="250"/>
                                  </p:stCondLst>
                                  <p:childTnLst>
                                    <p:set>
                                      <p:cBhvr>
                                        <p:cTn id="38" dur="1" fill="hold">
                                          <p:stCondLst>
                                            <p:cond delay="0"/>
                                          </p:stCondLst>
                                        </p:cTn>
                                        <p:tgtEl>
                                          <p:spTgt spid="11"/>
                                        </p:tgtEl>
                                        <p:attrNameLst>
                                          <p:attrName>style.visibility</p:attrName>
                                        </p:attrNameLst>
                                      </p:cBhvr>
                                      <p:to>
                                        <p:strVal val="visible"/>
                                      </p:to>
                                    </p:set>
                                    <p:anim calcmode="lin" valueType="num">
                                      <p:cBhvr>
                                        <p:cTn id="39" dur="500" fill="hold"/>
                                        <p:tgtEl>
                                          <p:spTgt spid="11"/>
                                        </p:tgtEl>
                                        <p:attrNameLst>
                                          <p:attrName>ppt_w</p:attrName>
                                        </p:attrNameLst>
                                      </p:cBhvr>
                                      <p:tavLst>
                                        <p:tav tm="0">
                                          <p:val>
                                            <p:fltVal val="0"/>
                                          </p:val>
                                        </p:tav>
                                        <p:tav tm="100000">
                                          <p:val>
                                            <p:strVal val="#ppt_w"/>
                                          </p:val>
                                        </p:tav>
                                      </p:tavLst>
                                    </p:anim>
                                    <p:anim calcmode="lin" valueType="num">
                                      <p:cBhvr>
                                        <p:cTn id="40" dur="500" fill="hold"/>
                                        <p:tgtEl>
                                          <p:spTgt spid="11"/>
                                        </p:tgtEl>
                                        <p:attrNameLst>
                                          <p:attrName>ppt_h</p:attrName>
                                        </p:attrNameLst>
                                      </p:cBhvr>
                                      <p:tavLst>
                                        <p:tav tm="0">
                                          <p:val>
                                            <p:fltVal val="0"/>
                                          </p:val>
                                        </p:tav>
                                        <p:tav tm="100000">
                                          <p:val>
                                            <p:strVal val="#ppt_h"/>
                                          </p:val>
                                        </p:tav>
                                      </p:tavLst>
                                    </p:anim>
                                    <p:animEffect transition="in" filter="fade">
                                      <p:cBhvr>
                                        <p:cTn id="41" dur="500"/>
                                        <p:tgtEl>
                                          <p:spTgt spid="11"/>
                                        </p:tgtEl>
                                      </p:cBhvr>
                                    </p:animEffect>
                                  </p:childTnLst>
                                </p:cTn>
                              </p:par>
                              <p:par>
                                <p:cTn id="42" presetID="10" presetClass="exit" presetSubtype="0" fill="hold" grpId="1" nodeType="withEffect">
                                  <p:stCondLst>
                                    <p:cond delay="500"/>
                                  </p:stCondLst>
                                  <p:childTnLst>
                                    <p:animEffect transition="out" filter="fade">
                                      <p:cBhvr>
                                        <p:cTn id="43" dur="500"/>
                                        <p:tgtEl>
                                          <p:spTgt spid="11"/>
                                        </p:tgtEl>
                                      </p:cBhvr>
                                    </p:animEffect>
                                    <p:set>
                                      <p:cBhvr>
                                        <p:cTn id="44" dur="1" fill="hold">
                                          <p:stCondLst>
                                            <p:cond delay="499"/>
                                          </p:stCondLst>
                                        </p:cTn>
                                        <p:tgtEl>
                                          <p:spTgt spid="11"/>
                                        </p:tgtEl>
                                        <p:attrNameLst>
                                          <p:attrName>style.visibility</p:attrName>
                                        </p:attrNameLst>
                                      </p:cBhvr>
                                      <p:to>
                                        <p:strVal val="hidden"/>
                                      </p:to>
                                    </p:set>
                                  </p:childTnLst>
                                </p:cTn>
                              </p:par>
                              <p:par>
                                <p:cTn id="45" presetID="53" presetClass="entr" presetSubtype="16" fill="hold" grpId="0" nodeType="withEffect">
                                  <p:stCondLst>
                                    <p:cond delay="500"/>
                                  </p:stCondLst>
                                  <p:childTnLst>
                                    <p:set>
                                      <p:cBhvr>
                                        <p:cTn id="46" dur="1" fill="hold">
                                          <p:stCondLst>
                                            <p:cond delay="0"/>
                                          </p:stCondLst>
                                        </p:cTn>
                                        <p:tgtEl>
                                          <p:spTgt spid="12"/>
                                        </p:tgtEl>
                                        <p:attrNameLst>
                                          <p:attrName>style.visibility</p:attrName>
                                        </p:attrNameLst>
                                      </p:cBhvr>
                                      <p:to>
                                        <p:strVal val="visible"/>
                                      </p:to>
                                    </p:set>
                                    <p:anim calcmode="lin" valueType="num">
                                      <p:cBhvr>
                                        <p:cTn id="47" dur="500" fill="hold"/>
                                        <p:tgtEl>
                                          <p:spTgt spid="12"/>
                                        </p:tgtEl>
                                        <p:attrNameLst>
                                          <p:attrName>ppt_w</p:attrName>
                                        </p:attrNameLst>
                                      </p:cBhvr>
                                      <p:tavLst>
                                        <p:tav tm="0">
                                          <p:val>
                                            <p:fltVal val="0"/>
                                          </p:val>
                                        </p:tav>
                                        <p:tav tm="100000">
                                          <p:val>
                                            <p:strVal val="#ppt_w"/>
                                          </p:val>
                                        </p:tav>
                                      </p:tavLst>
                                    </p:anim>
                                    <p:anim calcmode="lin" valueType="num">
                                      <p:cBhvr>
                                        <p:cTn id="48" dur="500" fill="hold"/>
                                        <p:tgtEl>
                                          <p:spTgt spid="12"/>
                                        </p:tgtEl>
                                        <p:attrNameLst>
                                          <p:attrName>ppt_h</p:attrName>
                                        </p:attrNameLst>
                                      </p:cBhvr>
                                      <p:tavLst>
                                        <p:tav tm="0">
                                          <p:val>
                                            <p:fltVal val="0"/>
                                          </p:val>
                                        </p:tav>
                                        <p:tav tm="100000">
                                          <p:val>
                                            <p:strVal val="#ppt_h"/>
                                          </p:val>
                                        </p:tav>
                                      </p:tavLst>
                                    </p:anim>
                                    <p:animEffect transition="in" filter="fade">
                                      <p:cBhvr>
                                        <p:cTn id="49" dur="500"/>
                                        <p:tgtEl>
                                          <p:spTgt spid="12"/>
                                        </p:tgtEl>
                                      </p:cBhvr>
                                    </p:animEffect>
                                  </p:childTnLst>
                                </p:cTn>
                              </p:par>
                              <p:par>
                                <p:cTn id="50" presetID="10" presetClass="exit" presetSubtype="0" fill="hold" grpId="1" nodeType="withEffect">
                                  <p:stCondLst>
                                    <p:cond delay="750"/>
                                  </p:stCondLst>
                                  <p:childTnLst>
                                    <p:animEffect transition="out" filter="fade">
                                      <p:cBhvr>
                                        <p:cTn id="51" dur="500"/>
                                        <p:tgtEl>
                                          <p:spTgt spid="12"/>
                                        </p:tgtEl>
                                      </p:cBhvr>
                                    </p:animEffect>
                                    <p:set>
                                      <p:cBhvr>
                                        <p:cTn id="52" dur="1" fill="hold">
                                          <p:stCondLst>
                                            <p:cond delay="499"/>
                                          </p:stCondLst>
                                        </p:cTn>
                                        <p:tgtEl>
                                          <p:spTgt spid="12"/>
                                        </p:tgtEl>
                                        <p:attrNameLst>
                                          <p:attrName>style.visibility</p:attrName>
                                        </p:attrNameLst>
                                      </p:cBhvr>
                                      <p:to>
                                        <p:strVal val="hidden"/>
                                      </p:to>
                                    </p:set>
                                  </p:childTnLst>
                                </p:cTn>
                              </p:par>
                            </p:childTnLst>
                          </p:cTn>
                        </p:par>
                        <p:par>
                          <p:cTn id="53" fill="hold">
                            <p:stCondLst>
                              <p:cond delay="1250"/>
                            </p:stCondLst>
                            <p:childTnLst>
                              <p:par>
                                <p:cTn id="54" presetID="1" presetClass="entr" presetSubtype="0" fill="hold" grpId="0" nodeType="afterEffect">
                                  <p:stCondLst>
                                    <p:cond delay="0"/>
                                  </p:stCondLst>
                                  <p:childTnLst>
                                    <p:set>
                                      <p:cBhvr>
                                        <p:cTn id="55" dur="1" fill="hold">
                                          <p:stCondLst>
                                            <p:cond delay="0"/>
                                          </p:stCondLst>
                                        </p:cTn>
                                        <p:tgtEl>
                                          <p:spTgt spid="19"/>
                                        </p:tgtEl>
                                        <p:attrNameLst>
                                          <p:attrName>style.visibility</p:attrName>
                                        </p:attrNameLst>
                                      </p:cBhvr>
                                      <p:to>
                                        <p:strVal val="visible"/>
                                      </p:to>
                                    </p:set>
                                  </p:childTnLst>
                                </p:cTn>
                              </p:par>
                            </p:childTnLst>
                          </p:cTn>
                        </p:par>
                        <p:par>
                          <p:cTn id="56" fill="hold">
                            <p:stCondLst>
                              <p:cond delay="1250"/>
                            </p:stCondLst>
                            <p:childTnLst>
                              <p:par>
                                <p:cTn id="57" presetID="2" presetClass="entr" presetSubtype="1" decel="100000" fill="hold" grpId="0" nodeType="afterEffect">
                                  <p:stCondLst>
                                    <p:cond delay="0"/>
                                  </p:stCondLst>
                                  <p:childTnLst>
                                    <p:set>
                                      <p:cBhvr>
                                        <p:cTn id="58" dur="1" fill="hold">
                                          <p:stCondLst>
                                            <p:cond delay="0"/>
                                          </p:stCondLst>
                                        </p:cTn>
                                        <p:tgtEl>
                                          <p:spTgt spid="46"/>
                                        </p:tgtEl>
                                        <p:attrNameLst>
                                          <p:attrName>style.visibility</p:attrName>
                                        </p:attrNameLst>
                                      </p:cBhvr>
                                      <p:to>
                                        <p:strVal val="visible"/>
                                      </p:to>
                                    </p:set>
                                    <p:anim calcmode="lin" valueType="num">
                                      <p:cBhvr additive="base">
                                        <p:cTn id="59" dur="650" fill="hold"/>
                                        <p:tgtEl>
                                          <p:spTgt spid="46"/>
                                        </p:tgtEl>
                                        <p:attrNameLst>
                                          <p:attrName>ppt_x</p:attrName>
                                        </p:attrNameLst>
                                      </p:cBhvr>
                                      <p:tavLst>
                                        <p:tav tm="0">
                                          <p:val>
                                            <p:strVal val="#ppt_x"/>
                                          </p:val>
                                        </p:tav>
                                        <p:tav tm="100000">
                                          <p:val>
                                            <p:strVal val="#ppt_x"/>
                                          </p:val>
                                        </p:tav>
                                      </p:tavLst>
                                    </p:anim>
                                    <p:anim calcmode="lin" valueType="num">
                                      <p:cBhvr additive="base">
                                        <p:cTn id="60" dur="650" fill="hold"/>
                                        <p:tgtEl>
                                          <p:spTgt spid="4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5" grpId="0" animBg="1"/>
      <p:bldP spid="15" grpId="1" animBg="1"/>
      <p:bldP spid="16" grpId="0" animBg="1"/>
      <p:bldP spid="16" grpId="1" animBg="1"/>
      <p:bldP spid="10" grpId="0" animBg="1"/>
      <p:bldP spid="10" grpId="1" animBg="1"/>
      <p:bldP spid="11" grpId="0" animBg="1"/>
      <p:bldP spid="11" grpId="1" animBg="1"/>
      <p:bldP spid="12" grpId="0" animBg="1"/>
      <p:bldP spid="12" grpId="1" animBg="1"/>
      <p:bldP spid="46" grpId="0" animBg="1"/>
      <p:bldP spid="1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203D8BED-825A-41B4-86CC-EC23BBD79896}"/>
              </a:ext>
            </a:extLst>
          </p:cNvPr>
          <p:cNvSpPr>
            <a:spLocks noGrp="1"/>
          </p:cNvSpPr>
          <p:nvPr/>
        </p:nvSpPr>
        <p:spPr>
          <a:xfrm>
            <a:off x="11334750" y="6438900"/>
            <a:ext cx="342900" cy="228600"/>
          </a:xfrm>
          <a:prstGeom prst="rect">
            <a:avLst/>
          </a:prstGeom>
          <a:noFill/>
          <a:ln w="0">
            <a:noFill/>
            <a:prstDash val="solid"/>
          </a:ln>
        </p:spPr>
        <p:txBody>
          <a:bodyPr wrap="square" lIns="0" tIns="0" rIns="0" bIns="0" anchor="t">
            <a:noAutofit/>
          </a:bodyPr>
          <a:lstStyle>
            <a:defPPr algn="r">
              <a:defRPr sz="1125" b="0">
                <a:solidFill>
                  <a:srgbClr val="646C73"/>
                </a:solidFill>
                <a:latin typeface="Nimbus Sans"/>
                <a:ea typeface="Nimbus Sans"/>
                <a:cs typeface="Nimbus Sans"/>
              </a:defRPr>
            </a:defPPr>
            <a:lvl1pPr algn="r">
              <a:defRPr sz="1125" b="0">
                <a:solidFill>
                  <a:srgbClr val="646C73"/>
                </a:solidFill>
                <a:latin typeface="Nimbus Sans"/>
                <a:ea typeface="Nimbus Sans"/>
                <a:cs typeface="Nimbus Sans"/>
              </a:defRPr>
            </a:lvl1pPr>
            <a:lvl2pPr algn="r">
              <a:defRPr sz="1125" b="0">
                <a:solidFill>
                  <a:srgbClr val="646C73"/>
                </a:solidFill>
                <a:latin typeface="Nimbus Sans"/>
                <a:ea typeface="Nimbus Sans"/>
                <a:cs typeface="Nimbus Sans"/>
              </a:defRPr>
            </a:lvl2pPr>
            <a:lvl3pPr algn="r">
              <a:defRPr sz="1125" b="0">
                <a:solidFill>
                  <a:srgbClr val="646C73"/>
                </a:solidFill>
                <a:latin typeface="Nimbus Sans"/>
                <a:ea typeface="Nimbus Sans"/>
                <a:cs typeface="Nimbus Sans"/>
              </a:defRPr>
            </a:lvl3pPr>
            <a:lvl4pPr algn="r">
              <a:defRPr sz="1125" b="0">
                <a:solidFill>
                  <a:srgbClr val="646C73"/>
                </a:solidFill>
                <a:latin typeface="Nimbus Sans"/>
                <a:ea typeface="Nimbus Sans"/>
                <a:cs typeface="Nimbus Sans"/>
              </a:defRPr>
            </a:lvl4pPr>
            <a:lvl5pPr algn="r">
              <a:defRPr sz="1125" b="0">
                <a:solidFill>
                  <a:srgbClr val="646C73"/>
                </a:solidFill>
                <a:latin typeface="Nimbus Sans"/>
                <a:ea typeface="Nimbus Sans"/>
                <a:cs typeface="Nimbus Sans"/>
              </a:defRPr>
            </a:lvl5pPr>
            <a:lvl6pPr algn="r">
              <a:defRPr sz="1125" b="0">
                <a:solidFill>
                  <a:srgbClr val="646C73"/>
                </a:solidFill>
                <a:latin typeface="Nimbus Sans"/>
                <a:ea typeface="Nimbus Sans"/>
                <a:cs typeface="Nimbus Sans"/>
              </a:defRPr>
            </a:lvl6pPr>
            <a:lvl7pPr algn="r">
              <a:defRPr sz="1125" b="0">
                <a:solidFill>
                  <a:srgbClr val="646C73"/>
                </a:solidFill>
                <a:latin typeface="Nimbus Sans"/>
                <a:ea typeface="Nimbus Sans"/>
                <a:cs typeface="Nimbus Sans"/>
              </a:defRPr>
            </a:lvl7pPr>
            <a:lvl8pPr algn="r">
              <a:defRPr sz="1125" b="0">
                <a:solidFill>
                  <a:srgbClr val="646C73"/>
                </a:solidFill>
                <a:latin typeface="Nimbus Sans"/>
                <a:ea typeface="Nimbus Sans"/>
                <a:cs typeface="Nimbus Sans"/>
              </a:defRPr>
            </a:lvl8pPr>
            <a:lvl9pPr algn="r">
              <a:defRPr sz="1125" b="0">
                <a:solidFill>
                  <a:srgbClr val="646C73"/>
                </a:solidFill>
                <a:latin typeface="Nimbus Sans"/>
                <a:ea typeface="Nimbus Sans"/>
                <a:cs typeface="Nimbus Sans"/>
              </a:defRPr>
            </a:lvl9pPr>
          </a:lstStyle>
          <a:p>
            <a:pPr marL="0" marR="0" lvl="0" indent="0" algn="r" defTabSz="914400" rtl="0" eaLnBrk="1" fontAlgn="auto" latinLnBrk="0" hangingPunct="1">
              <a:lnSpc>
                <a:spcPct val="100000"/>
              </a:lnSpc>
              <a:spcBef>
                <a:spcPts val="0"/>
              </a:spcBef>
              <a:spcAft>
                <a:spcPts val="0"/>
              </a:spcAft>
              <a:buClrTx/>
              <a:buSzTx/>
              <a:buFontTx/>
              <a:buNone/>
              <a:tabLst/>
              <a:defRPr sz="1125" b="0">
                <a:solidFill>
                  <a:srgbClr val="646C73"/>
                </a:solidFill>
                <a:latin typeface="Nimbus Sans"/>
                <a:ea typeface="Nimbus Sans"/>
                <a:cs typeface="Nimbus Sans"/>
              </a:defRPr>
            </a:pPr>
            <a:r>
              <a:rPr kumimoji="0" sz="1125" b="0" i="0" u="none" strike="noStrike" kern="1200" cap="none" spc="0" normalizeH="0" baseline="0" noProof="0">
                <a:ln>
                  <a:noFill/>
                </a:ln>
                <a:solidFill>
                  <a:srgbClr val="646C73"/>
                </a:solidFill>
                <a:effectLst/>
                <a:uLnTx/>
                <a:uFillTx/>
                <a:latin typeface="Nimbus Sans"/>
                <a:ea typeface="Nimbus Sans"/>
                <a:cs typeface="Nimbus Sans"/>
              </a:rPr>
              <a:t>02</a:t>
            </a:r>
          </a:p>
        </p:txBody>
      </p:sp>
      <p:sp>
        <p:nvSpPr>
          <p:cNvPr id="3" name="text-2">
            <a:extLst>
              <a:ext uri="{FF2B5EF4-FFF2-40B4-BE49-F238E27FC236}">
                <a16:creationId xmlns:a16="http://schemas.microsoft.com/office/drawing/2014/main" id="{FEB37243-EAFC-467D-9596-268DCD98402D}"/>
              </a:ext>
            </a:extLst>
          </p:cNvPr>
          <p:cNvSpPr>
            <a:spLocks noGrp="1"/>
          </p:cNvSpPr>
          <p:nvPr/>
        </p:nvSpPr>
        <p:spPr>
          <a:xfrm>
            <a:off x="495300" y="428625"/>
            <a:ext cx="8572500" cy="1257300"/>
          </a:xfrm>
          <a:prstGeom prst="rect">
            <a:avLst/>
          </a:prstGeom>
          <a:noFill/>
          <a:ln w="0">
            <a:noFill/>
            <a:prstDash val="solid"/>
          </a:ln>
        </p:spPr>
        <p:txBody>
          <a:bodyPr wrap="square" lIns="0" tIns="0" rIns="0" bIns="0" anchor="t">
            <a:noAutofit/>
          </a:bodyPr>
          <a:lstStyle>
            <a:defPPr algn="l">
              <a:defRPr sz="8625" b="1">
                <a:solidFill>
                  <a:srgbClr val="244BD6"/>
                </a:solidFill>
                <a:latin typeface="Nimbus Sans"/>
                <a:ea typeface="Nimbus Sans"/>
                <a:cs typeface="Nimbus Sans"/>
              </a:defRPr>
            </a:defPPr>
            <a:lvl1pPr algn="l">
              <a:defRPr sz="8625" b="1">
                <a:solidFill>
                  <a:srgbClr val="244BD6"/>
                </a:solidFill>
                <a:latin typeface="Nimbus Sans"/>
                <a:ea typeface="Nimbus Sans"/>
                <a:cs typeface="Nimbus Sans"/>
              </a:defRPr>
            </a:lvl1pPr>
            <a:lvl2pPr algn="l">
              <a:defRPr sz="8625" b="1">
                <a:solidFill>
                  <a:srgbClr val="244BD6"/>
                </a:solidFill>
                <a:latin typeface="Nimbus Sans"/>
                <a:ea typeface="Nimbus Sans"/>
                <a:cs typeface="Nimbus Sans"/>
              </a:defRPr>
            </a:lvl2pPr>
            <a:lvl3pPr algn="l">
              <a:defRPr sz="8625" b="1">
                <a:solidFill>
                  <a:srgbClr val="244BD6"/>
                </a:solidFill>
                <a:latin typeface="Nimbus Sans"/>
                <a:ea typeface="Nimbus Sans"/>
                <a:cs typeface="Nimbus Sans"/>
              </a:defRPr>
            </a:lvl3pPr>
            <a:lvl4pPr algn="l">
              <a:defRPr sz="8625" b="1">
                <a:solidFill>
                  <a:srgbClr val="244BD6"/>
                </a:solidFill>
                <a:latin typeface="Nimbus Sans"/>
                <a:ea typeface="Nimbus Sans"/>
                <a:cs typeface="Nimbus Sans"/>
              </a:defRPr>
            </a:lvl4pPr>
            <a:lvl5pPr algn="l">
              <a:defRPr sz="8625" b="1">
                <a:solidFill>
                  <a:srgbClr val="244BD6"/>
                </a:solidFill>
                <a:latin typeface="Nimbus Sans"/>
                <a:ea typeface="Nimbus Sans"/>
                <a:cs typeface="Nimbus Sans"/>
              </a:defRPr>
            </a:lvl5pPr>
            <a:lvl6pPr algn="l">
              <a:defRPr sz="8625" b="1">
                <a:solidFill>
                  <a:srgbClr val="244BD6"/>
                </a:solidFill>
                <a:latin typeface="Nimbus Sans"/>
                <a:ea typeface="Nimbus Sans"/>
                <a:cs typeface="Nimbus Sans"/>
              </a:defRPr>
            </a:lvl6pPr>
            <a:lvl7pPr algn="l">
              <a:defRPr sz="8625" b="1">
                <a:solidFill>
                  <a:srgbClr val="244BD6"/>
                </a:solidFill>
                <a:latin typeface="Nimbus Sans"/>
                <a:ea typeface="Nimbus Sans"/>
                <a:cs typeface="Nimbus Sans"/>
              </a:defRPr>
            </a:lvl7pPr>
            <a:lvl8pPr algn="l">
              <a:defRPr sz="8625" b="1">
                <a:solidFill>
                  <a:srgbClr val="244BD6"/>
                </a:solidFill>
                <a:latin typeface="Nimbus Sans"/>
                <a:ea typeface="Nimbus Sans"/>
                <a:cs typeface="Nimbus Sans"/>
              </a:defRPr>
            </a:lvl8pPr>
            <a:lvl9pPr algn="l">
              <a:defRPr sz="8625" b="1">
                <a:solidFill>
                  <a:srgbClr val="244BD6"/>
                </a:solidFill>
                <a:latin typeface="Nimbus Sans"/>
                <a:ea typeface="Nimbus Sans"/>
                <a:cs typeface="Nimbus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sz="8625" b="1">
                <a:solidFill>
                  <a:srgbClr val="244BD6"/>
                </a:solidFill>
                <a:latin typeface="Nimbus Sans"/>
                <a:ea typeface="Nimbus Sans"/>
                <a:cs typeface="Nimbus Sans"/>
              </a:defRPr>
            </a:pPr>
            <a:r>
              <a:rPr kumimoji="0" sz="8625" b="1" i="0" u="none" strike="noStrike" kern="1200" cap="none" spc="0" normalizeH="0" baseline="0" noProof="0" dirty="0">
                <a:ln>
                  <a:noFill/>
                </a:ln>
                <a:solidFill>
                  <a:schemeClr val="tx2">
                    <a:lumMod val="50000"/>
                    <a:lumOff val="50000"/>
                  </a:schemeClr>
                </a:solidFill>
                <a:effectLst/>
                <a:uLnTx/>
                <a:uFillTx/>
                <a:latin typeface="Nimbus Sans"/>
                <a:ea typeface="Nimbus Sans"/>
                <a:cs typeface="Nimbus Sans"/>
              </a:rPr>
              <a:t>SEQUIN</a:t>
            </a:r>
          </a:p>
        </p:txBody>
      </p:sp>
      <p:sp>
        <p:nvSpPr>
          <p:cNvPr id="4" name="text-3">
            <a:extLst>
              <a:ext uri="{FF2B5EF4-FFF2-40B4-BE49-F238E27FC236}">
                <a16:creationId xmlns:a16="http://schemas.microsoft.com/office/drawing/2014/main" id="{02194D3E-0DC0-4DC4-A320-3924F5D385D4}"/>
              </a:ext>
            </a:extLst>
          </p:cNvPr>
          <p:cNvSpPr>
            <a:spLocks noGrp="1"/>
          </p:cNvSpPr>
          <p:nvPr/>
        </p:nvSpPr>
        <p:spPr>
          <a:xfrm>
            <a:off x="552450" y="1933575"/>
            <a:ext cx="11049000" cy="1362075"/>
          </a:xfrm>
          <a:prstGeom prst="rect">
            <a:avLst/>
          </a:prstGeom>
          <a:noFill/>
          <a:ln w="0">
            <a:noFill/>
            <a:prstDash val="solid"/>
          </a:ln>
        </p:spPr>
        <p:txBody>
          <a:bodyPr wrap="square" lIns="0" tIns="0" rIns="0" bIns="0" anchor="t">
            <a:noAutofit/>
          </a:bodyPr>
          <a:lstStyle>
            <a:defPPr algn="l">
              <a:defRPr sz="2700" b="1">
                <a:solidFill>
                  <a:srgbClr val="20252A"/>
                </a:solidFill>
                <a:latin typeface="Nimbus Sans"/>
                <a:ea typeface="Nimbus Sans"/>
                <a:cs typeface="Nimbus Sans"/>
              </a:defRPr>
            </a:defPPr>
            <a:lvl1pPr algn="l">
              <a:defRPr sz="2700" b="1">
                <a:solidFill>
                  <a:srgbClr val="20252A"/>
                </a:solidFill>
                <a:latin typeface="Nimbus Sans"/>
                <a:ea typeface="Nimbus Sans"/>
                <a:cs typeface="Nimbus Sans"/>
              </a:defRPr>
            </a:lvl1pPr>
            <a:lvl2pPr algn="l">
              <a:defRPr sz="2700" b="1">
                <a:solidFill>
                  <a:srgbClr val="20252A"/>
                </a:solidFill>
                <a:latin typeface="Nimbus Sans"/>
                <a:ea typeface="Nimbus Sans"/>
                <a:cs typeface="Nimbus Sans"/>
              </a:defRPr>
            </a:lvl2pPr>
            <a:lvl3pPr algn="l">
              <a:defRPr sz="2700" b="1">
                <a:solidFill>
                  <a:srgbClr val="20252A"/>
                </a:solidFill>
                <a:latin typeface="Nimbus Sans"/>
                <a:ea typeface="Nimbus Sans"/>
                <a:cs typeface="Nimbus Sans"/>
              </a:defRPr>
            </a:lvl3pPr>
            <a:lvl4pPr algn="l">
              <a:defRPr sz="2700" b="1">
                <a:solidFill>
                  <a:srgbClr val="20252A"/>
                </a:solidFill>
                <a:latin typeface="Nimbus Sans"/>
                <a:ea typeface="Nimbus Sans"/>
                <a:cs typeface="Nimbus Sans"/>
              </a:defRPr>
            </a:lvl4pPr>
            <a:lvl5pPr algn="l">
              <a:defRPr sz="2700" b="1">
                <a:solidFill>
                  <a:srgbClr val="20252A"/>
                </a:solidFill>
                <a:latin typeface="Nimbus Sans"/>
                <a:ea typeface="Nimbus Sans"/>
                <a:cs typeface="Nimbus Sans"/>
              </a:defRPr>
            </a:lvl5pPr>
            <a:lvl6pPr algn="l">
              <a:defRPr sz="2700" b="1">
                <a:solidFill>
                  <a:srgbClr val="20252A"/>
                </a:solidFill>
                <a:latin typeface="Nimbus Sans"/>
                <a:ea typeface="Nimbus Sans"/>
                <a:cs typeface="Nimbus Sans"/>
              </a:defRPr>
            </a:lvl6pPr>
            <a:lvl7pPr algn="l">
              <a:defRPr sz="2700" b="1">
                <a:solidFill>
                  <a:srgbClr val="20252A"/>
                </a:solidFill>
                <a:latin typeface="Nimbus Sans"/>
                <a:ea typeface="Nimbus Sans"/>
                <a:cs typeface="Nimbus Sans"/>
              </a:defRPr>
            </a:lvl7pPr>
            <a:lvl8pPr algn="l">
              <a:defRPr sz="2700" b="1">
                <a:solidFill>
                  <a:srgbClr val="20252A"/>
                </a:solidFill>
                <a:latin typeface="Nimbus Sans"/>
                <a:ea typeface="Nimbus Sans"/>
                <a:cs typeface="Nimbus Sans"/>
              </a:defRPr>
            </a:lvl8pPr>
            <a:lvl9pPr algn="l">
              <a:defRPr sz="2700" b="1">
                <a:solidFill>
                  <a:srgbClr val="20252A"/>
                </a:solidFill>
                <a:latin typeface="Nimbus Sans"/>
                <a:ea typeface="Nimbus Sans"/>
                <a:cs typeface="Nimbus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sz="2700" b="1">
                <a:solidFill>
                  <a:srgbClr val="20252A"/>
                </a:solidFill>
                <a:latin typeface="Nimbus Sans"/>
                <a:ea typeface="Nimbus Sans"/>
                <a:cs typeface="Nimbus Sans"/>
              </a:defRPr>
            </a:pPr>
            <a:r>
              <a:rPr kumimoji="0" sz="2700" b="1" i="0" u="none" strike="noStrike" kern="1200" cap="none" spc="0" normalizeH="0" baseline="0" noProof="0" dirty="0">
                <a:ln>
                  <a:noFill/>
                </a:ln>
                <a:solidFill>
                  <a:srgbClr val="20252A"/>
                </a:solidFill>
                <a:effectLst/>
                <a:uLnTx/>
                <a:uFillTx/>
                <a:latin typeface="Nimbus Sans"/>
                <a:ea typeface="Nimbus Sans"/>
                <a:cs typeface="Nimbus Sans"/>
              </a:rPr>
              <a:t>A Network Science and Physics-based Approach</a:t>
            </a:r>
          </a:p>
          <a:p>
            <a:pPr marL="0" marR="0" lvl="0" indent="0" algn="l" defTabSz="914400" rtl="0" eaLnBrk="1" fontAlgn="auto" latinLnBrk="0" hangingPunct="1">
              <a:lnSpc>
                <a:spcPct val="100000"/>
              </a:lnSpc>
              <a:spcBef>
                <a:spcPts val="0"/>
              </a:spcBef>
              <a:spcAft>
                <a:spcPts val="0"/>
              </a:spcAft>
              <a:buClrTx/>
              <a:buSzTx/>
              <a:buFontTx/>
              <a:buNone/>
              <a:tabLst/>
              <a:defRPr sz="2700" b="1">
                <a:solidFill>
                  <a:srgbClr val="20252A"/>
                </a:solidFill>
                <a:latin typeface="Nimbus Sans"/>
                <a:ea typeface="Nimbus Sans"/>
                <a:cs typeface="Nimbus Sans"/>
              </a:defRPr>
            </a:pPr>
            <a:r>
              <a:rPr kumimoji="0" sz="2700" b="1" i="0" u="none" strike="noStrike" kern="1200" cap="none" spc="0" normalizeH="0" baseline="0" noProof="0" dirty="0">
                <a:ln>
                  <a:noFill/>
                </a:ln>
                <a:solidFill>
                  <a:srgbClr val="20252A"/>
                </a:solidFill>
                <a:effectLst/>
                <a:uLnTx/>
                <a:uFillTx/>
                <a:latin typeface="Nimbus Sans"/>
                <a:ea typeface="Nimbus Sans"/>
                <a:cs typeface="Nimbus Sans"/>
              </a:rPr>
              <a:t>to Identify Sequential N-k Attacks in Electric</a:t>
            </a:r>
          </a:p>
          <a:p>
            <a:pPr marL="0" marR="0" lvl="0" indent="0" algn="l" defTabSz="914400" rtl="0" eaLnBrk="1" fontAlgn="auto" latinLnBrk="0" hangingPunct="1">
              <a:lnSpc>
                <a:spcPct val="100000"/>
              </a:lnSpc>
              <a:spcBef>
                <a:spcPts val="0"/>
              </a:spcBef>
              <a:spcAft>
                <a:spcPts val="0"/>
              </a:spcAft>
              <a:buClrTx/>
              <a:buSzTx/>
              <a:buFontTx/>
              <a:buNone/>
              <a:tabLst/>
              <a:defRPr sz="2700" b="1">
                <a:solidFill>
                  <a:srgbClr val="20252A"/>
                </a:solidFill>
                <a:latin typeface="Nimbus Sans"/>
                <a:ea typeface="Nimbus Sans"/>
                <a:cs typeface="Nimbus Sans"/>
              </a:defRPr>
            </a:pPr>
            <a:r>
              <a:rPr kumimoji="0" sz="2700" b="1" i="0" u="none" strike="noStrike" kern="1200" cap="none" spc="0" normalizeH="0" baseline="0" noProof="0" dirty="0">
                <a:ln>
                  <a:noFill/>
                </a:ln>
                <a:solidFill>
                  <a:srgbClr val="20252A"/>
                </a:solidFill>
                <a:effectLst/>
                <a:uLnTx/>
                <a:uFillTx/>
                <a:latin typeface="Nimbus Sans"/>
                <a:ea typeface="Nimbus Sans"/>
                <a:cs typeface="Nimbus Sans"/>
              </a:rPr>
              <a:t>Power Grids</a:t>
            </a:r>
          </a:p>
        </p:txBody>
      </p:sp>
      <p:sp>
        <p:nvSpPr>
          <p:cNvPr id="5" name="text-4">
            <a:extLst>
              <a:ext uri="{FF2B5EF4-FFF2-40B4-BE49-F238E27FC236}">
                <a16:creationId xmlns:a16="http://schemas.microsoft.com/office/drawing/2014/main" id="{78EAB9D3-B28D-451D-B6AC-50F335C919A7}"/>
              </a:ext>
            </a:extLst>
          </p:cNvPr>
          <p:cNvSpPr>
            <a:spLocks noGrp="1"/>
          </p:cNvSpPr>
          <p:nvPr/>
        </p:nvSpPr>
        <p:spPr>
          <a:xfrm>
            <a:off x="542925" y="3886200"/>
            <a:ext cx="2381250" cy="1390650"/>
          </a:xfrm>
          <a:prstGeom prst="rect">
            <a:avLst/>
          </a:prstGeom>
          <a:noFill/>
          <a:ln w="0">
            <a:noFill/>
            <a:prstDash val="solid"/>
          </a:ln>
        </p:spPr>
        <p:txBody>
          <a:bodyPr wrap="square" lIns="0" tIns="0" rIns="0" bIns="0" anchor="t">
            <a:noAutofit/>
          </a:bodyPr>
          <a:lstStyle>
            <a:defPPr algn="l">
              <a:defRPr sz="4500" b="1">
                <a:solidFill>
                  <a:srgbClr val="20252A"/>
                </a:solidFill>
                <a:latin typeface="Bitstream Charter"/>
                <a:ea typeface="Bitstream Charter"/>
                <a:cs typeface="Bitstream Charter"/>
              </a:defRPr>
            </a:defPPr>
            <a:lvl1pPr algn="l">
              <a:defRPr sz="4500" b="1">
                <a:solidFill>
                  <a:srgbClr val="20252A"/>
                </a:solidFill>
                <a:latin typeface="Bitstream Charter"/>
                <a:ea typeface="Bitstream Charter"/>
                <a:cs typeface="Bitstream Charter"/>
              </a:defRPr>
            </a:lvl1pPr>
            <a:lvl2pPr algn="l">
              <a:defRPr sz="4500" b="1">
                <a:solidFill>
                  <a:srgbClr val="20252A"/>
                </a:solidFill>
                <a:latin typeface="Bitstream Charter"/>
                <a:ea typeface="Bitstream Charter"/>
                <a:cs typeface="Bitstream Charter"/>
              </a:defRPr>
            </a:lvl2pPr>
            <a:lvl3pPr algn="l">
              <a:defRPr sz="4500" b="1">
                <a:solidFill>
                  <a:srgbClr val="20252A"/>
                </a:solidFill>
                <a:latin typeface="Bitstream Charter"/>
                <a:ea typeface="Bitstream Charter"/>
                <a:cs typeface="Bitstream Charter"/>
              </a:defRPr>
            </a:lvl3pPr>
            <a:lvl4pPr algn="l">
              <a:defRPr sz="4500" b="1">
                <a:solidFill>
                  <a:srgbClr val="20252A"/>
                </a:solidFill>
                <a:latin typeface="Bitstream Charter"/>
                <a:ea typeface="Bitstream Charter"/>
                <a:cs typeface="Bitstream Charter"/>
              </a:defRPr>
            </a:lvl4pPr>
            <a:lvl5pPr algn="l">
              <a:defRPr sz="4500" b="1">
                <a:solidFill>
                  <a:srgbClr val="20252A"/>
                </a:solidFill>
                <a:latin typeface="Bitstream Charter"/>
                <a:ea typeface="Bitstream Charter"/>
                <a:cs typeface="Bitstream Charter"/>
              </a:defRPr>
            </a:lvl5pPr>
            <a:lvl6pPr algn="l">
              <a:defRPr sz="4500" b="1">
                <a:solidFill>
                  <a:srgbClr val="20252A"/>
                </a:solidFill>
                <a:latin typeface="Bitstream Charter"/>
                <a:ea typeface="Bitstream Charter"/>
                <a:cs typeface="Bitstream Charter"/>
              </a:defRPr>
            </a:lvl6pPr>
            <a:lvl7pPr algn="l">
              <a:defRPr sz="4500" b="1">
                <a:solidFill>
                  <a:srgbClr val="20252A"/>
                </a:solidFill>
                <a:latin typeface="Bitstream Charter"/>
                <a:ea typeface="Bitstream Charter"/>
                <a:cs typeface="Bitstream Charter"/>
              </a:defRPr>
            </a:lvl7pPr>
            <a:lvl8pPr algn="l">
              <a:defRPr sz="4500" b="1">
                <a:solidFill>
                  <a:srgbClr val="20252A"/>
                </a:solidFill>
                <a:latin typeface="Bitstream Charter"/>
                <a:ea typeface="Bitstream Charter"/>
                <a:cs typeface="Bitstream Charter"/>
              </a:defRPr>
            </a:lvl8pPr>
            <a:lvl9pPr algn="l">
              <a:defRPr sz="4500" b="1">
                <a:solidFill>
                  <a:srgbClr val="20252A"/>
                </a:solidFill>
                <a:latin typeface="Bitstream Charter"/>
                <a:ea typeface="Bitstream Charter"/>
                <a:cs typeface="Bitstream Charter"/>
              </a:defRPr>
            </a:lvl9pPr>
          </a:lstStyle>
          <a:p>
            <a:pPr marL="0" marR="0" lvl="0" indent="0" algn="l" defTabSz="914400" rtl="0" eaLnBrk="1" fontAlgn="auto" latinLnBrk="0" hangingPunct="1">
              <a:lnSpc>
                <a:spcPct val="100000"/>
              </a:lnSpc>
              <a:spcBef>
                <a:spcPts val="0"/>
              </a:spcBef>
              <a:spcAft>
                <a:spcPts val="0"/>
              </a:spcAft>
              <a:buClrTx/>
              <a:buSzTx/>
              <a:buFontTx/>
              <a:buNone/>
              <a:tabLst/>
              <a:defRPr sz="4500" b="1">
                <a:solidFill>
                  <a:srgbClr val="20252A"/>
                </a:solidFill>
                <a:latin typeface="Bitstream Charter"/>
                <a:ea typeface="Bitstream Charter"/>
                <a:cs typeface="Bitstream Charter"/>
              </a:defRPr>
            </a:pPr>
            <a:r>
              <a:rPr kumimoji="0" sz="4500" b="1" i="0" u="none" strike="noStrike" kern="1200" cap="none" spc="0" normalizeH="0" baseline="0" noProof="0">
                <a:ln>
                  <a:noFill/>
                </a:ln>
                <a:solidFill>
                  <a:srgbClr val="20252A"/>
                </a:solidFill>
                <a:effectLst/>
                <a:uLnTx/>
                <a:uFillTx/>
                <a:latin typeface="Bitstream Charter"/>
                <a:ea typeface="Bitstream Charter"/>
                <a:cs typeface="Bitstream Charter"/>
              </a:rPr>
              <a:t>ICCPS</a:t>
            </a:r>
          </a:p>
          <a:p>
            <a:pPr marL="0" marR="0" lvl="0" indent="0" algn="l" defTabSz="914400" rtl="0" eaLnBrk="1" fontAlgn="auto" latinLnBrk="0" hangingPunct="1">
              <a:lnSpc>
                <a:spcPct val="100000"/>
              </a:lnSpc>
              <a:spcBef>
                <a:spcPts val="0"/>
              </a:spcBef>
              <a:spcAft>
                <a:spcPts val="0"/>
              </a:spcAft>
              <a:buClrTx/>
              <a:buSzTx/>
              <a:buFontTx/>
              <a:buNone/>
              <a:tabLst/>
              <a:defRPr sz="4500" b="1">
                <a:solidFill>
                  <a:srgbClr val="20252A"/>
                </a:solidFill>
                <a:latin typeface="Bitstream Charter"/>
                <a:ea typeface="Bitstream Charter"/>
                <a:cs typeface="Bitstream Charter"/>
              </a:defRPr>
            </a:pPr>
            <a:r>
              <a:rPr kumimoji="0" sz="4500" b="1" i="0" u="none" strike="noStrike" kern="1200" cap="none" spc="0" normalizeH="0" baseline="0" noProof="0">
                <a:ln>
                  <a:noFill/>
                </a:ln>
                <a:solidFill>
                  <a:srgbClr val="20252A"/>
                </a:solidFill>
                <a:effectLst/>
                <a:uLnTx/>
                <a:uFillTx/>
                <a:latin typeface="Bitstream Charter"/>
                <a:ea typeface="Bitstream Charter"/>
                <a:cs typeface="Bitstream Charter"/>
              </a:rPr>
              <a:t>2025</a:t>
            </a:r>
          </a:p>
        </p:txBody>
      </p:sp>
      <p:sp>
        <p:nvSpPr>
          <p:cNvPr id="6" name="text-5">
            <a:extLst>
              <a:ext uri="{FF2B5EF4-FFF2-40B4-BE49-F238E27FC236}">
                <a16:creationId xmlns:a16="http://schemas.microsoft.com/office/drawing/2014/main" id="{D567FC38-60EB-41DE-B6DE-2467844BE624}"/>
              </a:ext>
            </a:extLst>
          </p:cNvPr>
          <p:cNvSpPr>
            <a:spLocks noGrp="1"/>
          </p:cNvSpPr>
          <p:nvPr/>
        </p:nvSpPr>
        <p:spPr>
          <a:xfrm>
            <a:off x="552450" y="5524500"/>
            <a:ext cx="5810250" cy="685800"/>
          </a:xfrm>
          <a:prstGeom prst="rect">
            <a:avLst/>
          </a:prstGeom>
          <a:noFill/>
          <a:ln w="0">
            <a:noFill/>
            <a:prstDash val="solid"/>
          </a:ln>
        </p:spPr>
        <p:txBody>
          <a:bodyPr wrap="square" lIns="0" tIns="0" rIns="0" bIns="0" anchor="t">
            <a:noAutofit/>
          </a:bodyPr>
          <a:lstStyle>
            <a:defPPr algn="l">
              <a:defRPr sz="1725" b="0">
                <a:solidFill>
                  <a:srgbClr val="646C73"/>
                </a:solidFill>
                <a:latin typeface="Nimbus Sans"/>
                <a:ea typeface="Nimbus Sans"/>
                <a:cs typeface="Nimbus Sans"/>
              </a:defRPr>
            </a:defPPr>
            <a:lvl1pPr algn="l">
              <a:defRPr sz="1725" b="0">
                <a:solidFill>
                  <a:srgbClr val="646C73"/>
                </a:solidFill>
                <a:latin typeface="Nimbus Sans"/>
                <a:ea typeface="Nimbus Sans"/>
                <a:cs typeface="Nimbus Sans"/>
              </a:defRPr>
            </a:lvl1pPr>
            <a:lvl2pPr algn="l">
              <a:defRPr sz="1725" b="0">
                <a:solidFill>
                  <a:srgbClr val="646C73"/>
                </a:solidFill>
                <a:latin typeface="Nimbus Sans"/>
                <a:ea typeface="Nimbus Sans"/>
                <a:cs typeface="Nimbus Sans"/>
              </a:defRPr>
            </a:lvl2pPr>
            <a:lvl3pPr algn="l">
              <a:defRPr sz="1725" b="0">
                <a:solidFill>
                  <a:srgbClr val="646C73"/>
                </a:solidFill>
                <a:latin typeface="Nimbus Sans"/>
                <a:ea typeface="Nimbus Sans"/>
                <a:cs typeface="Nimbus Sans"/>
              </a:defRPr>
            </a:lvl3pPr>
            <a:lvl4pPr algn="l">
              <a:defRPr sz="1725" b="0">
                <a:solidFill>
                  <a:srgbClr val="646C73"/>
                </a:solidFill>
                <a:latin typeface="Nimbus Sans"/>
                <a:ea typeface="Nimbus Sans"/>
                <a:cs typeface="Nimbus Sans"/>
              </a:defRPr>
            </a:lvl4pPr>
            <a:lvl5pPr algn="l">
              <a:defRPr sz="1725" b="0">
                <a:solidFill>
                  <a:srgbClr val="646C73"/>
                </a:solidFill>
                <a:latin typeface="Nimbus Sans"/>
                <a:ea typeface="Nimbus Sans"/>
                <a:cs typeface="Nimbus Sans"/>
              </a:defRPr>
            </a:lvl5pPr>
            <a:lvl6pPr algn="l">
              <a:defRPr sz="1725" b="0">
                <a:solidFill>
                  <a:srgbClr val="646C73"/>
                </a:solidFill>
                <a:latin typeface="Nimbus Sans"/>
                <a:ea typeface="Nimbus Sans"/>
                <a:cs typeface="Nimbus Sans"/>
              </a:defRPr>
            </a:lvl6pPr>
            <a:lvl7pPr algn="l">
              <a:defRPr sz="1725" b="0">
                <a:solidFill>
                  <a:srgbClr val="646C73"/>
                </a:solidFill>
                <a:latin typeface="Nimbus Sans"/>
                <a:ea typeface="Nimbus Sans"/>
                <a:cs typeface="Nimbus Sans"/>
              </a:defRPr>
            </a:lvl7pPr>
            <a:lvl8pPr algn="l">
              <a:defRPr sz="1725" b="0">
                <a:solidFill>
                  <a:srgbClr val="646C73"/>
                </a:solidFill>
                <a:latin typeface="Nimbus Sans"/>
                <a:ea typeface="Nimbus Sans"/>
                <a:cs typeface="Nimbus Sans"/>
              </a:defRPr>
            </a:lvl8pPr>
            <a:lvl9pPr algn="l">
              <a:defRPr sz="1725" b="0">
                <a:solidFill>
                  <a:srgbClr val="646C73"/>
                </a:solidFill>
                <a:latin typeface="Nimbus Sans"/>
                <a:ea typeface="Nimbus Sans"/>
                <a:cs typeface="Nimbus Sans"/>
              </a:defRPr>
            </a:lvl9pPr>
          </a:lstStyle>
          <a:p>
            <a:pPr lvl="0">
              <a:defRPr sz="1725" b="0">
                <a:solidFill>
                  <a:srgbClr val="646C73"/>
                </a:solidFill>
                <a:latin typeface="Nimbus Sans"/>
                <a:ea typeface="Nimbus Sans"/>
                <a:cs typeface="Nimbus Sans"/>
              </a:defRPr>
            </a:pPr>
            <a:r>
              <a:rPr lang="en-IN" dirty="0"/>
              <a:t>•   </a:t>
            </a:r>
            <a:r>
              <a:rPr kumimoji="0" sz="1725" b="0" i="0" u="none" strike="noStrike" kern="1200" cap="none" spc="0" normalizeH="0" baseline="0" noProof="0" dirty="0">
                <a:ln>
                  <a:noFill/>
                </a:ln>
                <a:solidFill>
                  <a:srgbClr val="646C73"/>
                </a:solidFill>
                <a:effectLst/>
                <a:uLnTx/>
                <a:uFillTx/>
                <a:latin typeface="Nimbus Sans"/>
                <a:ea typeface="Nimbus Sans"/>
                <a:cs typeface="Nimbus Sans"/>
              </a:rPr>
              <a:t>Andrew Chio   •   Russell Bent</a:t>
            </a:r>
          </a:p>
          <a:p>
            <a:pPr lvl="0">
              <a:defRPr sz="1725" b="0">
                <a:solidFill>
                  <a:srgbClr val="646C73"/>
                </a:solidFill>
                <a:latin typeface="Nimbus Sans"/>
                <a:ea typeface="Nimbus Sans"/>
                <a:cs typeface="Nimbus Sans"/>
              </a:defRPr>
            </a:pPr>
            <a:r>
              <a:rPr lang="en-IN" dirty="0"/>
              <a:t>•   </a:t>
            </a:r>
            <a:r>
              <a:rPr kumimoji="0" sz="1725" b="0" i="0" u="none" strike="noStrike" kern="1200" cap="none" spc="0" normalizeH="0" baseline="0" noProof="0" dirty="0">
                <a:ln>
                  <a:noFill/>
                </a:ln>
                <a:solidFill>
                  <a:srgbClr val="646C73"/>
                </a:solidFill>
                <a:effectLst/>
                <a:uLnTx/>
                <a:uFillTx/>
                <a:latin typeface="Nimbus Sans"/>
                <a:ea typeface="Nimbus Sans"/>
                <a:cs typeface="Nimbus Sans"/>
              </a:rPr>
              <a:t>Kaarthik Sundar   •   Nalini Venkatasubramanian</a:t>
            </a:r>
          </a:p>
        </p:txBody>
      </p:sp>
      <p:pic>
        <p:nvPicPr>
          <p:cNvPr id="7" name="Picture 6">
            <a:extLst>
              <a:ext uri="{FF2B5EF4-FFF2-40B4-BE49-F238E27FC236}">
                <a16:creationId xmlns:a16="http://schemas.microsoft.com/office/drawing/2014/main" id="{07C56D3A-3E75-4BE5-AE36-FB48C0CB7077}"/>
              </a:ext>
            </a:extLst>
          </p:cNvPr>
          <p:cNvPicPr>
            <a:picLocks noChangeAspect="1"/>
          </p:cNvPicPr>
          <p:nvPr/>
        </p:nvPicPr>
        <p:blipFill>
          <a:blip r:embed="rId3"/>
          <a:stretch/>
        </p:blipFill>
        <p:spPr>
          <a:xfrm rot="180000">
            <a:off x="5488346" y="3419475"/>
            <a:ext cx="5549182" cy="2647950"/>
          </a:xfrm>
          <a:prstGeom prst="rect">
            <a:avLst/>
          </a:prstGeom>
        </p:spPr>
      </p:pic>
    </p:spTree>
    <p:extLst>
      <p:ext uri="{BB962C8B-B14F-4D97-AF65-F5344CB8AC3E}">
        <p14:creationId xmlns:p14="http://schemas.microsoft.com/office/powerpoint/2010/main" val="133487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17"/>
          <p:cNvSpPr>
            <a:spLocks noGrp="1"/>
          </p:cNvSpPr>
          <p:nvPr>
            <p:ph idx="15"/>
          </p:nvPr>
        </p:nvSpPr>
        <p:spPr>
          <a:xfrm>
            <a:off x="7370759" y="1708106"/>
            <a:ext cx="3773077" cy="424732"/>
          </a:xfrm>
        </p:spPr>
        <p:txBody>
          <a:bodyPr/>
          <a:lstStyle/>
          <a:p>
            <a:pPr>
              <a:spcAft>
                <a:spcPts val="2400"/>
              </a:spcAft>
            </a:pPr>
            <a:r>
              <a:rPr lang="en-US" dirty="0"/>
              <a:t>Paper Symbols</a:t>
            </a:r>
          </a:p>
        </p:txBody>
      </p:sp>
      <p:sp>
        <p:nvSpPr>
          <p:cNvPr id="14" name="Title 1"/>
          <p:cNvSpPr>
            <a:spLocks noGrp="1"/>
          </p:cNvSpPr>
          <p:nvPr>
            <p:ph type="title"/>
          </p:nvPr>
        </p:nvSpPr>
        <p:spPr/>
        <p:txBody>
          <a:bodyPr/>
          <a:lstStyle/>
          <a:p>
            <a:r>
              <a:rPr lang="en-US" dirty="0"/>
              <a:t>CONTEXT</a:t>
            </a:r>
          </a:p>
        </p:txBody>
      </p:sp>
      <p:sp>
        <p:nvSpPr>
          <p:cNvPr id="6" name="Text Placeholder 5"/>
          <p:cNvSpPr>
            <a:spLocks noGrp="1"/>
          </p:cNvSpPr>
          <p:nvPr>
            <p:ph type="body" sz="quarter" idx="16"/>
          </p:nvPr>
        </p:nvSpPr>
        <p:spPr>
          <a:xfrm>
            <a:off x="3228956" y="360331"/>
            <a:ext cx="9084398" cy="590931"/>
          </a:xfrm>
        </p:spPr>
        <p:txBody>
          <a:bodyPr/>
          <a:lstStyle/>
          <a:p>
            <a:r>
              <a:rPr lang="en-US" sz="3600" dirty="0"/>
              <a:t>Modelling </a:t>
            </a:r>
            <a:r>
              <a:rPr lang="en-US" sz="3600" dirty="0">
                <a:solidFill>
                  <a:srgbClr val="102235"/>
                </a:solidFill>
                <a:latin typeface="Inter Display"/>
                <a:ea typeface="Inter Display"/>
              </a:rPr>
              <a:t>Power Grid as Network</a:t>
            </a:r>
            <a:endParaRPr lang="en-US" sz="3600" dirty="0"/>
          </a:p>
        </p:txBody>
      </p:sp>
      <p:sp>
        <p:nvSpPr>
          <p:cNvPr id="15" name="Rectangle 14"/>
          <p:cNvSpPr/>
          <p:nvPr/>
        </p:nvSpPr>
        <p:spPr>
          <a:xfrm>
            <a:off x="7760556" y="2162414"/>
            <a:ext cx="3383280" cy="182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Slide Number Placeholder 41"/>
          <p:cNvSpPr>
            <a:spLocks noGrp="1"/>
          </p:cNvSpPr>
          <p:nvPr>
            <p:ph type="sldNum" sz="quarter" idx="4"/>
          </p:nvPr>
        </p:nvSpPr>
        <p:spPr>
          <a:xfrm>
            <a:off x="11344869" y="6492875"/>
            <a:ext cx="498402" cy="365125"/>
          </a:xfrm>
        </p:spPr>
        <p:txBody>
          <a:bodyPr/>
          <a:lstStyle/>
          <a:p>
            <a:fld id="{5AE1514C-5E56-4738-A1FF-4B1CFD2A3E36}" type="slidenum">
              <a:rPr lang="en-US" smtClean="0"/>
              <a:t>3</a:t>
            </a:fld>
            <a:endParaRPr lang="en-US" dirty="0"/>
          </a:p>
        </p:txBody>
      </p:sp>
      <p:sp>
        <p:nvSpPr>
          <p:cNvPr id="17" name="Shape 4">
            <a:extLst>
              <a:ext uri="{FF2B5EF4-FFF2-40B4-BE49-F238E27FC236}">
                <a16:creationId xmlns:a16="http://schemas.microsoft.com/office/drawing/2014/main" id="{4327073F-D60A-6EA2-B01C-827F830AF3CB}"/>
              </a:ext>
            </a:extLst>
          </p:cNvPr>
          <p:cNvSpPr/>
          <p:nvPr/>
        </p:nvSpPr>
        <p:spPr>
          <a:xfrm>
            <a:off x="547716" y="1619337"/>
            <a:ext cx="5714640" cy="4480200"/>
          </a:xfrm>
          <a:prstGeom prst="roundRect">
            <a:avLst>
              <a:gd name="adj" fmla="val 2449"/>
            </a:avLst>
          </a:prstGeom>
          <a:solidFill>
            <a:srgbClr val="FFFFFF"/>
          </a:solidFill>
          <a:ln w="12700">
            <a:solidFill>
              <a:schemeClr val="tx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 name="Text 5">
            <a:extLst>
              <a:ext uri="{FF2B5EF4-FFF2-40B4-BE49-F238E27FC236}">
                <a16:creationId xmlns:a16="http://schemas.microsoft.com/office/drawing/2014/main" id="{6DB5F935-2373-8D68-A7D8-5C55817BBA06}"/>
              </a:ext>
            </a:extLst>
          </p:cNvPr>
          <p:cNvSpPr/>
          <p:nvPr/>
        </p:nvSpPr>
        <p:spPr>
          <a:xfrm>
            <a:off x="872076" y="1840999"/>
            <a:ext cx="1371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F28C35"/>
                </a:solidFill>
                <a:effectLst/>
                <a:uFillTx/>
                <a:latin typeface="Inter"/>
                <a:ea typeface="Inter"/>
              </a:rPr>
              <a:t>G = (𝒩, 𝓔)</a:t>
            </a:r>
            <a:endParaRPr lang="en-US" sz="1800" b="0" u="none" strike="noStrike">
              <a:solidFill>
                <a:srgbClr val="000000"/>
              </a:solidFill>
              <a:effectLst/>
              <a:uFillTx/>
              <a:latin typeface="Arial"/>
            </a:endParaRPr>
          </a:p>
        </p:txBody>
      </p:sp>
      <p:sp>
        <p:nvSpPr>
          <p:cNvPr id="22" name="Shape 6">
            <a:extLst>
              <a:ext uri="{FF2B5EF4-FFF2-40B4-BE49-F238E27FC236}">
                <a16:creationId xmlns:a16="http://schemas.microsoft.com/office/drawing/2014/main" id="{2C72A04B-EDAC-E643-8111-278BA7C9EE2E}"/>
              </a:ext>
            </a:extLst>
          </p:cNvPr>
          <p:cNvSpPr/>
          <p:nvPr/>
        </p:nvSpPr>
        <p:spPr>
          <a:xfrm flipV="1">
            <a:off x="1237836" y="2691319"/>
            <a:ext cx="1234440" cy="457200"/>
          </a:xfrm>
          <a:prstGeom prst="line">
            <a:avLst/>
          </a:prstGeom>
          <a:ln w="38100">
            <a:solidFill>
              <a:srgbClr val="7C8E9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4" name="Shape 7">
            <a:extLst>
              <a:ext uri="{FF2B5EF4-FFF2-40B4-BE49-F238E27FC236}">
                <a16:creationId xmlns:a16="http://schemas.microsoft.com/office/drawing/2014/main" id="{4B7AB909-8BFC-B529-EB59-AC8241259F3F}"/>
              </a:ext>
            </a:extLst>
          </p:cNvPr>
          <p:cNvSpPr/>
          <p:nvPr/>
        </p:nvSpPr>
        <p:spPr>
          <a:xfrm>
            <a:off x="2472276" y="2691319"/>
            <a:ext cx="1143000" cy="502920"/>
          </a:xfrm>
          <a:prstGeom prst="line">
            <a:avLst/>
          </a:prstGeom>
          <a:ln w="38100">
            <a:solidFill>
              <a:srgbClr val="7C8E9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6" name="Shape 8">
            <a:extLst>
              <a:ext uri="{FF2B5EF4-FFF2-40B4-BE49-F238E27FC236}">
                <a16:creationId xmlns:a16="http://schemas.microsoft.com/office/drawing/2014/main" id="{2B43437A-38E5-6FB6-1ABC-C7E2BC17DEFC}"/>
              </a:ext>
            </a:extLst>
          </p:cNvPr>
          <p:cNvSpPr/>
          <p:nvPr/>
        </p:nvSpPr>
        <p:spPr>
          <a:xfrm flipV="1">
            <a:off x="3615276" y="2554159"/>
            <a:ext cx="1325880" cy="640080"/>
          </a:xfrm>
          <a:prstGeom prst="line">
            <a:avLst/>
          </a:prstGeom>
          <a:ln w="38100">
            <a:solidFill>
              <a:srgbClr val="7C8E9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8" name="Shape 9">
            <a:extLst>
              <a:ext uri="{FF2B5EF4-FFF2-40B4-BE49-F238E27FC236}">
                <a16:creationId xmlns:a16="http://schemas.microsoft.com/office/drawing/2014/main" id="{5E7179A0-B7F6-A3E6-F902-41B8A85EB8BD}"/>
              </a:ext>
            </a:extLst>
          </p:cNvPr>
          <p:cNvSpPr/>
          <p:nvPr/>
        </p:nvSpPr>
        <p:spPr>
          <a:xfrm>
            <a:off x="4941156" y="2554159"/>
            <a:ext cx="320040" cy="1554480"/>
          </a:xfrm>
          <a:prstGeom prst="line">
            <a:avLst/>
          </a:prstGeom>
          <a:ln w="38100">
            <a:solidFill>
              <a:srgbClr val="7C8E9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0" name="Shape 10">
            <a:extLst>
              <a:ext uri="{FF2B5EF4-FFF2-40B4-BE49-F238E27FC236}">
                <a16:creationId xmlns:a16="http://schemas.microsoft.com/office/drawing/2014/main" id="{FAC59C90-1BE8-0DB8-C22E-389BAA9D0AA1}"/>
              </a:ext>
            </a:extLst>
          </p:cNvPr>
          <p:cNvSpPr/>
          <p:nvPr/>
        </p:nvSpPr>
        <p:spPr>
          <a:xfrm flipH="1">
            <a:off x="3295236" y="3194239"/>
            <a:ext cx="320040" cy="1143000"/>
          </a:xfrm>
          <a:prstGeom prst="line">
            <a:avLst/>
          </a:prstGeom>
          <a:ln w="38100">
            <a:solidFill>
              <a:srgbClr val="7C8E9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2" name="Shape 11">
            <a:extLst>
              <a:ext uri="{FF2B5EF4-FFF2-40B4-BE49-F238E27FC236}">
                <a16:creationId xmlns:a16="http://schemas.microsoft.com/office/drawing/2014/main" id="{26B34A69-CD0D-13C5-7F98-EA8B81D3B850}"/>
              </a:ext>
            </a:extLst>
          </p:cNvPr>
          <p:cNvSpPr/>
          <p:nvPr/>
        </p:nvSpPr>
        <p:spPr>
          <a:xfrm flipV="1">
            <a:off x="3295236" y="4108639"/>
            <a:ext cx="1965960" cy="228600"/>
          </a:xfrm>
          <a:prstGeom prst="line">
            <a:avLst/>
          </a:prstGeom>
          <a:ln w="38100">
            <a:solidFill>
              <a:srgbClr val="7C8E9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4" name="Shape 12">
            <a:extLst>
              <a:ext uri="{FF2B5EF4-FFF2-40B4-BE49-F238E27FC236}">
                <a16:creationId xmlns:a16="http://schemas.microsoft.com/office/drawing/2014/main" id="{0A321FE2-61AB-2B6C-BDF0-195764C31A7B}"/>
              </a:ext>
            </a:extLst>
          </p:cNvPr>
          <p:cNvSpPr/>
          <p:nvPr/>
        </p:nvSpPr>
        <p:spPr>
          <a:xfrm flipH="1">
            <a:off x="1786476" y="2691319"/>
            <a:ext cx="685800" cy="1600200"/>
          </a:xfrm>
          <a:prstGeom prst="line">
            <a:avLst/>
          </a:prstGeom>
          <a:ln w="38100">
            <a:solidFill>
              <a:srgbClr val="7C8E9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6" name="Shape 13">
            <a:extLst>
              <a:ext uri="{FF2B5EF4-FFF2-40B4-BE49-F238E27FC236}">
                <a16:creationId xmlns:a16="http://schemas.microsoft.com/office/drawing/2014/main" id="{0EA1B08B-BA75-DDD0-C0D2-9469D05F0886}"/>
              </a:ext>
            </a:extLst>
          </p:cNvPr>
          <p:cNvSpPr/>
          <p:nvPr/>
        </p:nvSpPr>
        <p:spPr>
          <a:xfrm>
            <a:off x="1786476" y="4291519"/>
            <a:ext cx="1508760" cy="45720"/>
          </a:xfrm>
          <a:prstGeom prst="line">
            <a:avLst/>
          </a:prstGeom>
          <a:ln w="38100">
            <a:solidFill>
              <a:srgbClr val="7C8E9E"/>
            </a:solidFill>
            <a:round/>
          </a:ln>
        </p:spPr>
        <p:style>
          <a:lnRef idx="0">
            <a:scrgbClr r="0" g="0" b="0"/>
          </a:lnRef>
          <a:fillRef idx="0">
            <a:scrgbClr r="0" g="0" b="0"/>
          </a:fillRef>
          <a:effectRef idx="0">
            <a:scrgbClr r="0" g="0" b="0"/>
          </a:effectRef>
          <a:fontRef idx="minor"/>
        </p:style>
        <p:txBody>
          <a:bodyPr lIns="90000" tIns="720" rIns="90000" bIns="720" anchor="t" anchorCtr="1">
            <a:noAutofit/>
          </a:bodyPr>
          <a:lstStyle/>
          <a:p>
            <a:endParaRPr lang="en-US" sz="1800" b="0" u="none" strike="noStrike">
              <a:solidFill>
                <a:srgbClr val="000000"/>
              </a:solidFill>
              <a:effectLst/>
              <a:uFillTx/>
              <a:latin typeface="Arial"/>
            </a:endParaRPr>
          </a:p>
        </p:txBody>
      </p:sp>
      <p:sp>
        <p:nvSpPr>
          <p:cNvPr id="38" name="Shape 14">
            <a:extLst>
              <a:ext uri="{FF2B5EF4-FFF2-40B4-BE49-F238E27FC236}">
                <a16:creationId xmlns:a16="http://schemas.microsoft.com/office/drawing/2014/main" id="{05C2C860-47D5-B533-4EAA-A1A32E4D277F}"/>
              </a:ext>
            </a:extLst>
          </p:cNvPr>
          <p:cNvSpPr/>
          <p:nvPr/>
        </p:nvSpPr>
        <p:spPr>
          <a:xfrm>
            <a:off x="2472276" y="2691319"/>
            <a:ext cx="822960" cy="1645920"/>
          </a:xfrm>
          <a:prstGeom prst="line">
            <a:avLst/>
          </a:prstGeom>
          <a:ln w="38100">
            <a:solidFill>
              <a:srgbClr val="7C8E9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0" name="Shape 15">
            <a:extLst>
              <a:ext uri="{FF2B5EF4-FFF2-40B4-BE49-F238E27FC236}">
                <a16:creationId xmlns:a16="http://schemas.microsoft.com/office/drawing/2014/main" id="{AFB1EC08-2787-899F-9A5F-65839ABCC526}"/>
              </a:ext>
            </a:extLst>
          </p:cNvPr>
          <p:cNvSpPr/>
          <p:nvPr/>
        </p:nvSpPr>
        <p:spPr>
          <a:xfrm>
            <a:off x="1073316" y="2983999"/>
            <a:ext cx="328680" cy="328680"/>
          </a:xfrm>
          <a:prstGeom prst="ellipse">
            <a:avLst/>
          </a:prstGeom>
          <a:solidFill>
            <a:srgbClr val="3E7BE6"/>
          </a:solidFill>
          <a:ln w="25400">
            <a:solidFill>
              <a:srgbClr val="3E7B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 name="Text 16">
            <a:extLst>
              <a:ext uri="{FF2B5EF4-FFF2-40B4-BE49-F238E27FC236}">
                <a16:creationId xmlns:a16="http://schemas.microsoft.com/office/drawing/2014/main" id="{B5115AD3-E7E0-9F01-3C48-00B4C83C2828}"/>
              </a:ext>
            </a:extLst>
          </p:cNvPr>
          <p:cNvSpPr/>
          <p:nvPr/>
        </p:nvSpPr>
        <p:spPr>
          <a:xfrm>
            <a:off x="1073316" y="3084439"/>
            <a:ext cx="328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950" b="1" u="none" strike="noStrike">
                <a:solidFill>
                  <a:srgbClr val="FFFFFF"/>
                </a:solidFill>
                <a:effectLst/>
                <a:uFillTx/>
                <a:latin typeface="Inter"/>
                <a:ea typeface="Inter"/>
              </a:rPr>
              <a:t>G</a:t>
            </a:r>
            <a:endParaRPr lang="en-US" sz="950" b="0" u="none" strike="noStrike">
              <a:solidFill>
                <a:srgbClr val="000000"/>
              </a:solidFill>
              <a:effectLst/>
              <a:uFillTx/>
              <a:latin typeface="Arial"/>
            </a:endParaRPr>
          </a:p>
        </p:txBody>
      </p:sp>
      <p:sp>
        <p:nvSpPr>
          <p:cNvPr id="45" name="Shape 17">
            <a:extLst>
              <a:ext uri="{FF2B5EF4-FFF2-40B4-BE49-F238E27FC236}">
                <a16:creationId xmlns:a16="http://schemas.microsoft.com/office/drawing/2014/main" id="{BE494E5C-FB15-70A3-7580-15E3B84D2EEA}"/>
              </a:ext>
            </a:extLst>
          </p:cNvPr>
          <p:cNvSpPr/>
          <p:nvPr/>
        </p:nvSpPr>
        <p:spPr>
          <a:xfrm>
            <a:off x="2307756" y="2526799"/>
            <a:ext cx="328680" cy="328680"/>
          </a:xfrm>
          <a:prstGeom prst="ellipse">
            <a:avLst/>
          </a:prstGeom>
          <a:solidFill>
            <a:srgbClr val="FFFFFF"/>
          </a:solidFill>
          <a:ln w="25400">
            <a:solidFill>
              <a:srgbClr val="8798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 name="Text 18">
            <a:extLst>
              <a:ext uri="{FF2B5EF4-FFF2-40B4-BE49-F238E27FC236}">
                <a16:creationId xmlns:a16="http://schemas.microsoft.com/office/drawing/2014/main" id="{E1D6794A-FC9C-C197-F8A0-57BF9ADC987B}"/>
              </a:ext>
            </a:extLst>
          </p:cNvPr>
          <p:cNvSpPr/>
          <p:nvPr/>
        </p:nvSpPr>
        <p:spPr>
          <a:xfrm>
            <a:off x="2307756" y="2627239"/>
            <a:ext cx="328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950" b="1" u="none" strike="noStrike">
                <a:solidFill>
                  <a:srgbClr val="102235"/>
                </a:solidFill>
                <a:effectLst/>
                <a:uFillTx/>
                <a:latin typeface="Inter"/>
                <a:ea typeface="Inter"/>
              </a:rPr>
              <a:t>B1</a:t>
            </a:r>
            <a:endParaRPr lang="en-US" sz="950" b="0" u="none" strike="noStrike">
              <a:solidFill>
                <a:srgbClr val="000000"/>
              </a:solidFill>
              <a:effectLst/>
              <a:uFillTx/>
              <a:latin typeface="Arial"/>
            </a:endParaRPr>
          </a:p>
        </p:txBody>
      </p:sp>
      <p:sp>
        <p:nvSpPr>
          <p:cNvPr id="49" name="Shape 19">
            <a:extLst>
              <a:ext uri="{FF2B5EF4-FFF2-40B4-BE49-F238E27FC236}">
                <a16:creationId xmlns:a16="http://schemas.microsoft.com/office/drawing/2014/main" id="{0AC37AC3-D0D6-54A3-684A-29CF97256B64}"/>
              </a:ext>
            </a:extLst>
          </p:cNvPr>
          <p:cNvSpPr/>
          <p:nvPr/>
        </p:nvSpPr>
        <p:spPr>
          <a:xfrm>
            <a:off x="3450756" y="3029719"/>
            <a:ext cx="328680" cy="328680"/>
          </a:xfrm>
          <a:prstGeom prst="ellipse">
            <a:avLst/>
          </a:prstGeom>
          <a:solidFill>
            <a:srgbClr val="FFFFFF"/>
          </a:solidFill>
          <a:ln w="25400">
            <a:solidFill>
              <a:srgbClr val="8798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 name="Text 20">
            <a:extLst>
              <a:ext uri="{FF2B5EF4-FFF2-40B4-BE49-F238E27FC236}">
                <a16:creationId xmlns:a16="http://schemas.microsoft.com/office/drawing/2014/main" id="{AE898913-FE20-4675-27F5-D8DBF1942B5F}"/>
              </a:ext>
            </a:extLst>
          </p:cNvPr>
          <p:cNvSpPr/>
          <p:nvPr/>
        </p:nvSpPr>
        <p:spPr>
          <a:xfrm>
            <a:off x="3450756" y="3130159"/>
            <a:ext cx="328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950" b="1" u="none" strike="noStrike">
                <a:solidFill>
                  <a:srgbClr val="102235"/>
                </a:solidFill>
                <a:effectLst/>
                <a:uFillTx/>
                <a:latin typeface="Inter"/>
                <a:ea typeface="Inter"/>
              </a:rPr>
              <a:t>B2</a:t>
            </a:r>
            <a:endParaRPr lang="en-US" sz="950" b="0" u="none" strike="noStrike">
              <a:solidFill>
                <a:srgbClr val="000000"/>
              </a:solidFill>
              <a:effectLst/>
              <a:uFillTx/>
              <a:latin typeface="Arial"/>
            </a:endParaRPr>
          </a:p>
        </p:txBody>
      </p:sp>
      <p:sp>
        <p:nvSpPr>
          <p:cNvPr id="53" name="Shape 21">
            <a:extLst>
              <a:ext uri="{FF2B5EF4-FFF2-40B4-BE49-F238E27FC236}">
                <a16:creationId xmlns:a16="http://schemas.microsoft.com/office/drawing/2014/main" id="{E40C9C7E-A8F2-9B09-C137-1837B1A3C014}"/>
              </a:ext>
            </a:extLst>
          </p:cNvPr>
          <p:cNvSpPr/>
          <p:nvPr/>
        </p:nvSpPr>
        <p:spPr>
          <a:xfrm>
            <a:off x="4776636" y="2389639"/>
            <a:ext cx="328680" cy="328680"/>
          </a:xfrm>
          <a:prstGeom prst="ellipse">
            <a:avLst/>
          </a:prstGeom>
          <a:solidFill>
            <a:srgbClr val="FFFFFF"/>
          </a:solidFill>
          <a:ln w="25400">
            <a:solidFill>
              <a:srgbClr val="8798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 name="Text 22">
            <a:extLst>
              <a:ext uri="{FF2B5EF4-FFF2-40B4-BE49-F238E27FC236}">
                <a16:creationId xmlns:a16="http://schemas.microsoft.com/office/drawing/2014/main" id="{03200AEE-6410-AD82-8A35-B37485E3CCB1}"/>
              </a:ext>
            </a:extLst>
          </p:cNvPr>
          <p:cNvSpPr/>
          <p:nvPr/>
        </p:nvSpPr>
        <p:spPr>
          <a:xfrm>
            <a:off x="4776636" y="2490079"/>
            <a:ext cx="328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950" b="1" u="none" strike="noStrike">
                <a:solidFill>
                  <a:srgbClr val="102235"/>
                </a:solidFill>
                <a:effectLst/>
                <a:uFillTx/>
                <a:latin typeface="Inter"/>
                <a:ea typeface="Inter"/>
              </a:rPr>
              <a:t>B3</a:t>
            </a:r>
            <a:endParaRPr lang="en-US" sz="950" b="0" u="none" strike="noStrike">
              <a:solidFill>
                <a:srgbClr val="000000"/>
              </a:solidFill>
              <a:effectLst/>
              <a:uFillTx/>
              <a:latin typeface="Arial"/>
            </a:endParaRPr>
          </a:p>
        </p:txBody>
      </p:sp>
      <p:sp>
        <p:nvSpPr>
          <p:cNvPr id="57" name="Shape 23">
            <a:extLst>
              <a:ext uri="{FF2B5EF4-FFF2-40B4-BE49-F238E27FC236}">
                <a16:creationId xmlns:a16="http://schemas.microsoft.com/office/drawing/2014/main" id="{45EDD1FC-5E81-6EB8-F1D3-F05BE3D3ACCB}"/>
              </a:ext>
            </a:extLst>
          </p:cNvPr>
          <p:cNvSpPr/>
          <p:nvPr/>
        </p:nvSpPr>
        <p:spPr>
          <a:xfrm>
            <a:off x="5096676" y="3944119"/>
            <a:ext cx="328680" cy="328680"/>
          </a:xfrm>
          <a:prstGeom prst="ellipse">
            <a:avLst/>
          </a:prstGeom>
          <a:solidFill>
            <a:srgbClr val="43A66E"/>
          </a:solidFill>
          <a:ln w="25400">
            <a:solidFill>
              <a:srgbClr val="43A66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9" name="Text 24">
            <a:extLst>
              <a:ext uri="{FF2B5EF4-FFF2-40B4-BE49-F238E27FC236}">
                <a16:creationId xmlns:a16="http://schemas.microsoft.com/office/drawing/2014/main" id="{888EE084-48D7-BD0C-D918-E44E3516DC4A}"/>
              </a:ext>
            </a:extLst>
          </p:cNvPr>
          <p:cNvSpPr/>
          <p:nvPr/>
        </p:nvSpPr>
        <p:spPr>
          <a:xfrm>
            <a:off x="5096676" y="4044559"/>
            <a:ext cx="328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950" b="1" u="none" strike="noStrike">
                <a:solidFill>
                  <a:srgbClr val="FFFFFF"/>
                </a:solidFill>
                <a:effectLst/>
                <a:uFillTx/>
                <a:latin typeface="Inter"/>
                <a:ea typeface="Inter"/>
              </a:rPr>
              <a:t>L</a:t>
            </a:r>
            <a:endParaRPr lang="en-US" sz="950" b="0" u="none" strike="noStrike">
              <a:solidFill>
                <a:srgbClr val="000000"/>
              </a:solidFill>
              <a:effectLst/>
              <a:uFillTx/>
              <a:latin typeface="Arial"/>
            </a:endParaRPr>
          </a:p>
        </p:txBody>
      </p:sp>
      <p:sp>
        <p:nvSpPr>
          <p:cNvPr id="61" name="Shape 25">
            <a:extLst>
              <a:ext uri="{FF2B5EF4-FFF2-40B4-BE49-F238E27FC236}">
                <a16:creationId xmlns:a16="http://schemas.microsoft.com/office/drawing/2014/main" id="{F9C23A81-C302-8F96-DC55-058A066A306B}"/>
              </a:ext>
            </a:extLst>
          </p:cNvPr>
          <p:cNvSpPr/>
          <p:nvPr/>
        </p:nvSpPr>
        <p:spPr>
          <a:xfrm>
            <a:off x="3130716" y="4172719"/>
            <a:ext cx="328680" cy="328680"/>
          </a:xfrm>
          <a:prstGeom prst="ellipse">
            <a:avLst/>
          </a:prstGeom>
          <a:solidFill>
            <a:srgbClr val="FFFFFF"/>
          </a:solidFill>
          <a:ln w="25400">
            <a:solidFill>
              <a:srgbClr val="8798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3" name="Text 26">
            <a:extLst>
              <a:ext uri="{FF2B5EF4-FFF2-40B4-BE49-F238E27FC236}">
                <a16:creationId xmlns:a16="http://schemas.microsoft.com/office/drawing/2014/main" id="{AD69D215-7888-D0F5-3A1A-AE2E22425ED4}"/>
              </a:ext>
            </a:extLst>
          </p:cNvPr>
          <p:cNvSpPr/>
          <p:nvPr/>
        </p:nvSpPr>
        <p:spPr>
          <a:xfrm>
            <a:off x="3130716" y="4273159"/>
            <a:ext cx="328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950" b="1" u="none" strike="noStrike">
                <a:solidFill>
                  <a:srgbClr val="102235"/>
                </a:solidFill>
                <a:effectLst/>
                <a:uFillTx/>
                <a:latin typeface="Inter"/>
                <a:ea typeface="Inter"/>
              </a:rPr>
              <a:t>B5</a:t>
            </a:r>
            <a:endParaRPr lang="en-US" sz="950" b="0" u="none" strike="noStrike">
              <a:solidFill>
                <a:srgbClr val="000000"/>
              </a:solidFill>
              <a:effectLst/>
              <a:uFillTx/>
              <a:latin typeface="Arial"/>
            </a:endParaRPr>
          </a:p>
        </p:txBody>
      </p:sp>
      <p:sp>
        <p:nvSpPr>
          <p:cNvPr id="65" name="Shape 27">
            <a:extLst>
              <a:ext uri="{FF2B5EF4-FFF2-40B4-BE49-F238E27FC236}">
                <a16:creationId xmlns:a16="http://schemas.microsoft.com/office/drawing/2014/main" id="{7371B2E6-9A9D-6547-BC5F-7B925F6E6F0B}"/>
              </a:ext>
            </a:extLst>
          </p:cNvPr>
          <p:cNvSpPr/>
          <p:nvPr/>
        </p:nvSpPr>
        <p:spPr>
          <a:xfrm>
            <a:off x="1621956" y="4126999"/>
            <a:ext cx="328680" cy="328680"/>
          </a:xfrm>
          <a:prstGeom prst="ellipse">
            <a:avLst/>
          </a:prstGeom>
          <a:solidFill>
            <a:srgbClr val="43A66E"/>
          </a:solidFill>
          <a:ln w="25400">
            <a:solidFill>
              <a:srgbClr val="43A66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7" name="Text 28">
            <a:extLst>
              <a:ext uri="{FF2B5EF4-FFF2-40B4-BE49-F238E27FC236}">
                <a16:creationId xmlns:a16="http://schemas.microsoft.com/office/drawing/2014/main" id="{152091F2-21D9-E719-88DD-0DA4F6760B88}"/>
              </a:ext>
            </a:extLst>
          </p:cNvPr>
          <p:cNvSpPr/>
          <p:nvPr/>
        </p:nvSpPr>
        <p:spPr>
          <a:xfrm>
            <a:off x="1621956" y="4227439"/>
            <a:ext cx="328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950" b="1" u="none" strike="noStrike">
                <a:solidFill>
                  <a:srgbClr val="FFFFFF"/>
                </a:solidFill>
                <a:effectLst/>
                <a:uFillTx/>
                <a:latin typeface="Inter"/>
                <a:ea typeface="Inter"/>
              </a:rPr>
              <a:t>L</a:t>
            </a:r>
            <a:endParaRPr lang="en-US" sz="950" b="0" u="none" strike="noStrike">
              <a:solidFill>
                <a:srgbClr val="000000"/>
              </a:solidFill>
              <a:effectLst/>
              <a:uFillTx/>
              <a:latin typeface="Arial"/>
            </a:endParaRPr>
          </a:p>
        </p:txBody>
      </p:sp>
      <p:sp>
        <p:nvSpPr>
          <p:cNvPr id="69" name="Text 29">
            <a:extLst>
              <a:ext uri="{FF2B5EF4-FFF2-40B4-BE49-F238E27FC236}">
                <a16:creationId xmlns:a16="http://schemas.microsoft.com/office/drawing/2014/main" id="{16729A2C-32F0-D281-C0EA-7DADB969A237}"/>
              </a:ext>
            </a:extLst>
          </p:cNvPr>
          <p:cNvSpPr/>
          <p:nvPr/>
        </p:nvSpPr>
        <p:spPr>
          <a:xfrm>
            <a:off x="844716" y="5251639"/>
            <a:ext cx="1096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00" b="0" u="none" strike="noStrike">
                <a:solidFill>
                  <a:srgbClr val="607487"/>
                </a:solidFill>
                <a:effectLst/>
                <a:uFillTx/>
                <a:latin typeface="Inter"/>
                <a:ea typeface="Inter"/>
              </a:rPr>
              <a:t>node / bus</a:t>
            </a:r>
            <a:endParaRPr lang="en-US" sz="1000" b="0" u="none" strike="noStrike">
              <a:solidFill>
                <a:srgbClr val="000000"/>
              </a:solidFill>
              <a:effectLst/>
              <a:uFillTx/>
              <a:latin typeface="Arial"/>
            </a:endParaRPr>
          </a:p>
        </p:txBody>
      </p:sp>
      <p:sp>
        <p:nvSpPr>
          <p:cNvPr id="71" name="Shape 30">
            <a:extLst>
              <a:ext uri="{FF2B5EF4-FFF2-40B4-BE49-F238E27FC236}">
                <a16:creationId xmlns:a16="http://schemas.microsoft.com/office/drawing/2014/main" id="{F348CB1C-7DEB-BC4A-47C2-458329BE8471}"/>
              </a:ext>
            </a:extLst>
          </p:cNvPr>
          <p:cNvSpPr/>
          <p:nvPr/>
        </p:nvSpPr>
        <p:spPr>
          <a:xfrm>
            <a:off x="1941996" y="5315719"/>
            <a:ext cx="109440" cy="109440"/>
          </a:xfrm>
          <a:prstGeom prst="ellipse">
            <a:avLst/>
          </a:prstGeom>
          <a:solidFill>
            <a:srgbClr val="FFFFFF"/>
          </a:solidFill>
          <a:ln w="12700">
            <a:solidFill>
              <a:srgbClr val="8798A8"/>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73" name="Text 31">
            <a:extLst>
              <a:ext uri="{FF2B5EF4-FFF2-40B4-BE49-F238E27FC236}">
                <a16:creationId xmlns:a16="http://schemas.microsoft.com/office/drawing/2014/main" id="{32636105-714C-0AB2-BBCD-C984DE7FC08C}"/>
              </a:ext>
            </a:extLst>
          </p:cNvPr>
          <p:cNvSpPr/>
          <p:nvPr/>
        </p:nvSpPr>
        <p:spPr>
          <a:xfrm>
            <a:off x="2307756" y="5251639"/>
            <a:ext cx="10512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00" b="0" u="none" strike="noStrike">
                <a:solidFill>
                  <a:srgbClr val="607487"/>
                </a:solidFill>
                <a:effectLst/>
                <a:uFillTx/>
                <a:latin typeface="Inter"/>
                <a:ea typeface="Inter"/>
              </a:rPr>
              <a:t>generator</a:t>
            </a:r>
            <a:endParaRPr lang="en-US" sz="1000" b="0" u="none" strike="noStrike">
              <a:solidFill>
                <a:srgbClr val="000000"/>
              </a:solidFill>
              <a:effectLst/>
              <a:uFillTx/>
              <a:latin typeface="Arial"/>
            </a:endParaRPr>
          </a:p>
        </p:txBody>
      </p:sp>
      <p:sp>
        <p:nvSpPr>
          <p:cNvPr id="75" name="Shape 32">
            <a:extLst>
              <a:ext uri="{FF2B5EF4-FFF2-40B4-BE49-F238E27FC236}">
                <a16:creationId xmlns:a16="http://schemas.microsoft.com/office/drawing/2014/main" id="{1B4E2BA8-DF2E-5A6C-78F4-B77244FA8171}"/>
              </a:ext>
            </a:extLst>
          </p:cNvPr>
          <p:cNvSpPr/>
          <p:nvPr/>
        </p:nvSpPr>
        <p:spPr>
          <a:xfrm>
            <a:off x="3405036" y="5315719"/>
            <a:ext cx="109440" cy="109440"/>
          </a:xfrm>
          <a:prstGeom prst="ellipse">
            <a:avLst/>
          </a:prstGeom>
          <a:solidFill>
            <a:srgbClr val="3E7BE6"/>
          </a:solidFill>
          <a:ln w="12700">
            <a:solidFill>
              <a:srgbClr val="3E7BE6"/>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77" name="Text 33">
            <a:extLst>
              <a:ext uri="{FF2B5EF4-FFF2-40B4-BE49-F238E27FC236}">
                <a16:creationId xmlns:a16="http://schemas.microsoft.com/office/drawing/2014/main" id="{C96744F7-03F5-F26F-15B7-46E4392AEFC0}"/>
              </a:ext>
            </a:extLst>
          </p:cNvPr>
          <p:cNvSpPr/>
          <p:nvPr/>
        </p:nvSpPr>
        <p:spPr>
          <a:xfrm>
            <a:off x="3770796" y="5251639"/>
            <a:ext cx="639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00" b="0" u="none" strike="noStrike">
                <a:solidFill>
                  <a:srgbClr val="607487"/>
                </a:solidFill>
                <a:effectLst/>
                <a:uFillTx/>
                <a:latin typeface="Inter"/>
                <a:ea typeface="Inter"/>
              </a:rPr>
              <a:t>load</a:t>
            </a:r>
            <a:endParaRPr lang="en-US" sz="1000" b="0" u="none" strike="noStrike">
              <a:solidFill>
                <a:srgbClr val="000000"/>
              </a:solidFill>
              <a:effectLst/>
              <a:uFillTx/>
              <a:latin typeface="Arial"/>
            </a:endParaRPr>
          </a:p>
        </p:txBody>
      </p:sp>
      <p:sp>
        <p:nvSpPr>
          <p:cNvPr id="79" name="Shape 34">
            <a:extLst>
              <a:ext uri="{FF2B5EF4-FFF2-40B4-BE49-F238E27FC236}">
                <a16:creationId xmlns:a16="http://schemas.microsoft.com/office/drawing/2014/main" id="{6F760A30-ADB7-CF37-F7EA-4E72F04CCFFB}"/>
              </a:ext>
            </a:extLst>
          </p:cNvPr>
          <p:cNvSpPr/>
          <p:nvPr/>
        </p:nvSpPr>
        <p:spPr>
          <a:xfrm>
            <a:off x="4410876" y="5315719"/>
            <a:ext cx="109440" cy="109440"/>
          </a:xfrm>
          <a:prstGeom prst="ellipse">
            <a:avLst/>
          </a:prstGeom>
          <a:solidFill>
            <a:srgbClr val="43A66E"/>
          </a:solidFill>
          <a:ln w="12700">
            <a:solidFill>
              <a:srgbClr val="43A66E"/>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84" name="Text 36">
            <a:extLst>
              <a:ext uri="{FF2B5EF4-FFF2-40B4-BE49-F238E27FC236}">
                <a16:creationId xmlns:a16="http://schemas.microsoft.com/office/drawing/2014/main" id="{0FFF6590-199B-39FF-C2E7-3413B8BF9221}"/>
              </a:ext>
            </a:extLst>
          </p:cNvPr>
          <p:cNvSpPr/>
          <p:nvPr/>
        </p:nvSpPr>
        <p:spPr>
          <a:xfrm>
            <a:off x="7771155" y="2298019"/>
            <a:ext cx="822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071522"/>
                </a:solidFill>
                <a:effectLst/>
                <a:uFillTx/>
                <a:latin typeface="Inter"/>
                <a:ea typeface="Inter"/>
              </a:rPr>
              <a:t>θᵢ</a:t>
            </a:r>
            <a:endParaRPr lang="en-US" sz="2000" b="0" u="none" strike="noStrike">
              <a:solidFill>
                <a:srgbClr val="000000"/>
              </a:solidFill>
              <a:effectLst/>
              <a:uFillTx/>
              <a:latin typeface="Arial"/>
            </a:endParaRPr>
          </a:p>
        </p:txBody>
      </p:sp>
      <p:sp>
        <p:nvSpPr>
          <p:cNvPr id="86" name="Text 37">
            <a:extLst>
              <a:ext uri="{FF2B5EF4-FFF2-40B4-BE49-F238E27FC236}">
                <a16:creationId xmlns:a16="http://schemas.microsoft.com/office/drawing/2014/main" id="{D60642A3-2234-3368-6CF2-B068503B66DE}"/>
              </a:ext>
            </a:extLst>
          </p:cNvPr>
          <p:cNvSpPr/>
          <p:nvPr/>
        </p:nvSpPr>
        <p:spPr>
          <a:xfrm>
            <a:off x="8685555" y="2298019"/>
            <a:ext cx="3245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u="none" strike="noStrike" dirty="0">
                <a:solidFill>
                  <a:srgbClr val="607487"/>
                </a:solidFill>
                <a:effectLst/>
                <a:uFillTx/>
                <a:latin typeface="Inter"/>
                <a:ea typeface="Inter"/>
              </a:rPr>
              <a:t>voltage phase ang</a:t>
            </a:r>
            <a:r>
              <a:rPr lang="en-US" sz="2000" dirty="0">
                <a:solidFill>
                  <a:srgbClr val="607487"/>
                </a:solidFill>
                <a:latin typeface="Inter"/>
                <a:ea typeface="Inter"/>
              </a:rPr>
              <a:t>l</a:t>
            </a:r>
            <a:r>
              <a:rPr lang="en-US" sz="2000" b="0" u="none" strike="noStrike" dirty="0">
                <a:solidFill>
                  <a:srgbClr val="607487"/>
                </a:solidFill>
                <a:effectLst/>
                <a:uFillTx/>
                <a:latin typeface="Inter"/>
                <a:ea typeface="Inter"/>
              </a:rPr>
              <a:t>e</a:t>
            </a:r>
            <a:endParaRPr lang="en-US" sz="2000" b="0" u="none" strike="noStrike" dirty="0">
              <a:solidFill>
                <a:srgbClr val="000000"/>
              </a:solidFill>
              <a:effectLst/>
              <a:uFillTx/>
              <a:latin typeface="Arial"/>
            </a:endParaRPr>
          </a:p>
        </p:txBody>
      </p:sp>
      <p:sp>
        <p:nvSpPr>
          <p:cNvPr id="88" name="Text 38">
            <a:extLst>
              <a:ext uri="{FF2B5EF4-FFF2-40B4-BE49-F238E27FC236}">
                <a16:creationId xmlns:a16="http://schemas.microsoft.com/office/drawing/2014/main" id="{FF27A1BD-1419-25A3-2BF4-8C835C54A63D}"/>
              </a:ext>
            </a:extLst>
          </p:cNvPr>
          <p:cNvSpPr/>
          <p:nvPr/>
        </p:nvSpPr>
        <p:spPr>
          <a:xfrm>
            <a:off x="7771155" y="2736859"/>
            <a:ext cx="822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071522"/>
                </a:solidFill>
                <a:effectLst/>
                <a:uFillTx/>
                <a:latin typeface="Inter"/>
                <a:ea typeface="Inter"/>
              </a:rPr>
              <a:t>pᵢᵍ</a:t>
            </a:r>
            <a:endParaRPr lang="en-US" sz="2000" b="0" u="none" strike="noStrike">
              <a:solidFill>
                <a:srgbClr val="000000"/>
              </a:solidFill>
              <a:effectLst/>
              <a:uFillTx/>
              <a:latin typeface="Arial"/>
            </a:endParaRPr>
          </a:p>
        </p:txBody>
      </p:sp>
      <p:sp>
        <p:nvSpPr>
          <p:cNvPr id="90" name="Text 39">
            <a:extLst>
              <a:ext uri="{FF2B5EF4-FFF2-40B4-BE49-F238E27FC236}">
                <a16:creationId xmlns:a16="http://schemas.microsoft.com/office/drawing/2014/main" id="{7A07DF8E-2C88-4548-850B-3753CACF4C3C}"/>
              </a:ext>
            </a:extLst>
          </p:cNvPr>
          <p:cNvSpPr/>
          <p:nvPr/>
        </p:nvSpPr>
        <p:spPr>
          <a:xfrm>
            <a:off x="8685555" y="2736859"/>
            <a:ext cx="3245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u="none" strike="noStrike">
                <a:solidFill>
                  <a:srgbClr val="607487"/>
                </a:solidFill>
                <a:effectLst/>
                <a:uFillTx/>
                <a:latin typeface="Inter"/>
                <a:ea typeface="Inter"/>
              </a:rPr>
              <a:t>generator output</a:t>
            </a:r>
            <a:endParaRPr lang="en-US" sz="2000" b="0" u="none" strike="noStrike">
              <a:solidFill>
                <a:srgbClr val="000000"/>
              </a:solidFill>
              <a:effectLst/>
              <a:uFillTx/>
              <a:latin typeface="Arial"/>
            </a:endParaRPr>
          </a:p>
        </p:txBody>
      </p:sp>
      <p:sp>
        <p:nvSpPr>
          <p:cNvPr id="92" name="Text 40">
            <a:extLst>
              <a:ext uri="{FF2B5EF4-FFF2-40B4-BE49-F238E27FC236}">
                <a16:creationId xmlns:a16="http://schemas.microsoft.com/office/drawing/2014/main" id="{9CA1F7B3-042B-7946-9C18-F2B703282E67}"/>
              </a:ext>
            </a:extLst>
          </p:cNvPr>
          <p:cNvSpPr/>
          <p:nvPr/>
        </p:nvSpPr>
        <p:spPr>
          <a:xfrm>
            <a:off x="7771155" y="3175699"/>
            <a:ext cx="822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071522"/>
                </a:solidFill>
                <a:effectLst/>
                <a:uFillTx/>
                <a:latin typeface="Inter"/>
                <a:ea typeface="Inter"/>
              </a:rPr>
              <a:t>pᵢᵈ</a:t>
            </a:r>
            <a:endParaRPr lang="en-US" sz="2000" b="0" u="none" strike="noStrike">
              <a:solidFill>
                <a:srgbClr val="000000"/>
              </a:solidFill>
              <a:effectLst/>
              <a:uFillTx/>
              <a:latin typeface="Arial"/>
            </a:endParaRPr>
          </a:p>
        </p:txBody>
      </p:sp>
      <p:sp>
        <p:nvSpPr>
          <p:cNvPr id="94" name="Text 41">
            <a:extLst>
              <a:ext uri="{FF2B5EF4-FFF2-40B4-BE49-F238E27FC236}">
                <a16:creationId xmlns:a16="http://schemas.microsoft.com/office/drawing/2014/main" id="{118E8EE4-D6B6-9CB4-0883-CDC5D6A59F5B}"/>
              </a:ext>
            </a:extLst>
          </p:cNvPr>
          <p:cNvSpPr/>
          <p:nvPr/>
        </p:nvSpPr>
        <p:spPr>
          <a:xfrm>
            <a:off x="8685555" y="3175699"/>
            <a:ext cx="3245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u="none" strike="noStrike">
                <a:solidFill>
                  <a:srgbClr val="607487"/>
                </a:solidFill>
                <a:effectLst/>
                <a:uFillTx/>
                <a:latin typeface="Inter"/>
                <a:ea typeface="Inter"/>
              </a:rPr>
              <a:t>load demand</a:t>
            </a:r>
            <a:endParaRPr lang="en-US" sz="2000" b="0" u="none" strike="noStrike">
              <a:solidFill>
                <a:srgbClr val="000000"/>
              </a:solidFill>
              <a:effectLst/>
              <a:uFillTx/>
              <a:latin typeface="Arial"/>
            </a:endParaRPr>
          </a:p>
        </p:txBody>
      </p:sp>
      <p:sp>
        <p:nvSpPr>
          <p:cNvPr id="96" name="Text 42">
            <a:extLst>
              <a:ext uri="{FF2B5EF4-FFF2-40B4-BE49-F238E27FC236}">
                <a16:creationId xmlns:a16="http://schemas.microsoft.com/office/drawing/2014/main" id="{18D423F9-0A8D-6D47-C3B5-73837E4C9CD3}"/>
              </a:ext>
            </a:extLst>
          </p:cNvPr>
          <p:cNvSpPr/>
          <p:nvPr/>
        </p:nvSpPr>
        <p:spPr>
          <a:xfrm>
            <a:off x="7771155" y="3614539"/>
            <a:ext cx="822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071522"/>
                </a:solidFill>
                <a:effectLst/>
                <a:uFillTx/>
                <a:latin typeface="Inter"/>
                <a:ea typeface="Inter"/>
              </a:rPr>
              <a:t>pᵢˢ</a:t>
            </a:r>
            <a:endParaRPr lang="en-US" sz="2000" b="0" u="none" strike="noStrike">
              <a:solidFill>
                <a:srgbClr val="000000"/>
              </a:solidFill>
              <a:effectLst/>
              <a:uFillTx/>
              <a:latin typeface="Arial"/>
            </a:endParaRPr>
          </a:p>
        </p:txBody>
      </p:sp>
      <p:sp>
        <p:nvSpPr>
          <p:cNvPr id="98" name="Text 43">
            <a:extLst>
              <a:ext uri="{FF2B5EF4-FFF2-40B4-BE49-F238E27FC236}">
                <a16:creationId xmlns:a16="http://schemas.microsoft.com/office/drawing/2014/main" id="{8DF34419-F60F-AA4E-371B-FD59456D2364}"/>
              </a:ext>
            </a:extLst>
          </p:cNvPr>
          <p:cNvSpPr/>
          <p:nvPr/>
        </p:nvSpPr>
        <p:spPr>
          <a:xfrm>
            <a:off x="8685555" y="3614539"/>
            <a:ext cx="3245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u="none" strike="noStrike">
                <a:solidFill>
                  <a:srgbClr val="607487"/>
                </a:solidFill>
                <a:effectLst/>
                <a:uFillTx/>
                <a:latin typeface="Inter"/>
                <a:ea typeface="Inter"/>
              </a:rPr>
              <a:t>load shed</a:t>
            </a:r>
            <a:endParaRPr lang="en-US" sz="2000" b="0" u="none" strike="noStrike">
              <a:solidFill>
                <a:srgbClr val="000000"/>
              </a:solidFill>
              <a:effectLst/>
              <a:uFillTx/>
              <a:latin typeface="Arial"/>
            </a:endParaRPr>
          </a:p>
        </p:txBody>
      </p:sp>
      <p:sp>
        <p:nvSpPr>
          <p:cNvPr id="100" name="Text 44">
            <a:extLst>
              <a:ext uri="{FF2B5EF4-FFF2-40B4-BE49-F238E27FC236}">
                <a16:creationId xmlns:a16="http://schemas.microsoft.com/office/drawing/2014/main" id="{7CA4A976-E89D-2DC1-9893-7E9C526D07D4}"/>
              </a:ext>
            </a:extLst>
          </p:cNvPr>
          <p:cNvSpPr/>
          <p:nvPr/>
        </p:nvSpPr>
        <p:spPr>
          <a:xfrm>
            <a:off x="7771155" y="4053739"/>
            <a:ext cx="822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071522"/>
                </a:solidFill>
                <a:effectLst/>
                <a:uFillTx/>
                <a:latin typeface="Inter"/>
                <a:ea typeface="Inter"/>
              </a:rPr>
              <a:t>pᵢⱼ</a:t>
            </a:r>
            <a:endParaRPr lang="en-US" sz="2000" b="0" u="none" strike="noStrike">
              <a:solidFill>
                <a:srgbClr val="000000"/>
              </a:solidFill>
              <a:effectLst/>
              <a:uFillTx/>
              <a:latin typeface="Arial"/>
            </a:endParaRPr>
          </a:p>
        </p:txBody>
      </p:sp>
      <p:sp>
        <p:nvSpPr>
          <p:cNvPr id="102" name="Text 45">
            <a:extLst>
              <a:ext uri="{FF2B5EF4-FFF2-40B4-BE49-F238E27FC236}">
                <a16:creationId xmlns:a16="http://schemas.microsoft.com/office/drawing/2014/main" id="{0FFE918B-D48A-8E70-6CE6-3C2D8BE0CA62}"/>
              </a:ext>
            </a:extLst>
          </p:cNvPr>
          <p:cNvSpPr/>
          <p:nvPr/>
        </p:nvSpPr>
        <p:spPr>
          <a:xfrm>
            <a:off x="8685555" y="4053739"/>
            <a:ext cx="3245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u="none" strike="noStrike">
                <a:solidFill>
                  <a:srgbClr val="607487"/>
                </a:solidFill>
                <a:effectLst/>
                <a:uFillTx/>
                <a:latin typeface="Inter"/>
                <a:ea typeface="Inter"/>
              </a:rPr>
              <a:t>actual line power flow</a:t>
            </a:r>
            <a:endParaRPr lang="en-US" sz="2000" b="0" u="none" strike="noStrike">
              <a:solidFill>
                <a:srgbClr val="000000"/>
              </a:solidFill>
              <a:effectLst/>
              <a:uFillTx/>
              <a:latin typeface="Arial"/>
            </a:endParaRPr>
          </a:p>
        </p:txBody>
      </p:sp>
      <p:sp>
        <p:nvSpPr>
          <p:cNvPr id="104" name="Text 46">
            <a:extLst>
              <a:ext uri="{FF2B5EF4-FFF2-40B4-BE49-F238E27FC236}">
                <a16:creationId xmlns:a16="http://schemas.microsoft.com/office/drawing/2014/main" id="{D87A72EA-9D0E-A411-5FA9-DE2876F45C40}"/>
              </a:ext>
            </a:extLst>
          </p:cNvPr>
          <p:cNvSpPr/>
          <p:nvPr/>
        </p:nvSpPr>
        <p:spPr>
          <a:xfrm>
            <a:off x="7771155" y="4492579"/>
            <a:ext cx="822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071522"/>
                </a:solidFill>
                <a:effectLst/>
                <a:uFillTx/>
                <a:latin typeface="Inter"/>
                <a:ea typeface="Inter"/>
              </a:rPr>
              <a:t>bᵢⱼ</a:t>
            </a:r>
            <a:endParaRPr lang="en-US" sz="2000" b="0" u="none" strike="noStrike">
              <a:solidFill>
                <a:srgbClr val="000000"/>
              </a:solidFill>
              <a:effectLst/>
              <a:uFillTx/>
              <a:latin typeface="Arial"/>
            </a:endParaRPr>
          </a:p>
        </p:txBody>
      </p:sp>
      <p:sp>
        <p:nvSpPr>
          <p:cNvPr id="106" name="Text 47">
            <a:extLst>
              <a:ext uri="{FF2B5EF4-FFF2-40B4-BE49-F238E27FC236}">
                <a16:creationId xmlns:a16="http://schemas.microsoft.com/office/drawing/2014/main" id="{DE14596A-6D29-C98A-3C3E-79918B3351BD}"/>
              </a:ext>
            </a:extLst>
          </p:cNvPr>
          <p:cNvSpPr/>
          <p:nvPr/>
        </p:nvSpPr>
        <p:spPr>
          <a:xfrm>
            <a:off x="8685555" y="4492579"/>
            <a:ext cx="3245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u="none" strike="noStrike" dirty="0">
                <a:solidFill>
                  <a:srgbClr val="607487"/>
                </a:solidFill>
                <a:effectLst/>
                <a:uFillTx/>
                <a:latin typeface="Inter"/>
                <a:ea typeface="Inter"/>
              </a:rPr>
              <a:t>inverse reactance / susceptance</a:t>
            </a:r>
            <a:endParaRPr lang="en-US" sz="2000" b="0" u="none" strike="noStrike" dirty="0">
              <a:solidFill>
                <a:srgbClr val="000000"/>
              </a:solidFill>
              <a:effectLst/>
              <a:uFillTx/>
              <a:latin typeface="Arial"/>
            </a:endParaRPr>
          </a:p>
        </p:txBody>
      </p:sp>
      <p:sp>
        <p:nvSpPr>
          <p:cNvPr id="108" name="Text 48">
            <a:extLst>
              <a:ext uri="{FF2B5EF4-FFF2-40B4-BE49-F238E27FC236}">
                <a16:creationId xmlns:a16="http://schemas.microsoft.com/office/drawing/2014/main" id="{81166082-60FC-98DB-A515-527D77B938D3}"/>
              </a:ext>
            </a:extLst>
          </p:cNvPr>
          <p:cNvSpPr/>
          <p:nvPr/>
        </p:nvSpPr>
        <p:spPr>
          <a:xfrm>
            <a:off x="7771155" y="4931419"/>
            <a:ext cx="822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dirty="0">
                <a:solidFill>
                  <a:srgbClr val="F28C35"/>
                </a:solidFill>
                <a:effectLst/>
                <a:uFillTx/>
                <a:latin typeface="Inter"/>
                <a:ea typeface="Inter"/>
              </a:rPr>
              <a:t>tᵢⱼ</a:t>
            </a:r>
            <a:endParaRPr lang="en-US" sz="2000" b="0" u="none" strike="noStrike" dirty="0">
              <a:solidFill>
                <a:srgbClr val="000000"/>
              </a:solidFill>
              <a:effectLst/>
              <a:uFillTx/>
              <a:latin typeface="Arial"/>
            </a:endParaRPr>
          </a:p>
        </p:txBody>
      </p:sp>
      <p:sp>
        <p:nvSpPr>
          <p:cNvPr id="110" name="Text 49">
            <a:extLst>
              <a:ext uri="{FF2B5EF4-FFF2-40B4-BE49-F238E27FC236}">
                <a16:creationId xmlns:a16="http://schemas.microsoft.com/office/drawing/2014/main" id="{C0DCA557-8C79-B8FC-A756-AD60F87E4143}"/>
              </a:ext>
            </a:extLst>
          </p:cNvPr>
          <p:cNvSpPr/>
          <p:nvPr/>
        </p:nvSpPr>
        <p:spPr>
          <a:xfrm>
            <a:off x="8685555" y="4931419"/>
            <a:ext cx="3245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u="none" strike="noStrike" dirty="0">
                <a:solidFill>
                  <a:srgbClr val="607487"/>
                </a:solidFill>
                <a:effectLst/>
                <a:uFillTx/>
                <a:latin typeface="Inter"/>
                <a:ea typeface="Inter"/>
              </a:rPr>
              <a:t>thermal rating / capacity</a:t>
            </a:r>
            <a:endParaRPr lang="en-US" sz="2000" b="0" u="none" strike="noStrike" dirty="0">
              <a:solidFill>
                <a:srgbClr val="000000"/>
              </a:solidFill>
              <a:effectLst/>
              <a:uFillTx/>
              <a:latin typeface="Arial"/>
            </a:endParaRPr>
          </a:p>
        </p:txBody>
      </p:sp>
      <p:sp>
        <p:nvSpPr>
          <p:cNvPr id="112" name="Text 50">
            <a:extLst>
              <a:ext uri="{FF2B5EF4-FFF2-40B4-BE49-F238E27FC236}">
                <a16:creationId xmlns:a16="http://schemas.microsoft.com/office/drawing/2014/main" id="{8837469B-96DC-CBE4-48D5-C2BA556B416E}"/>
              </a:ext>
            </a:extLst>
          </p:cNvPr>
          <p:cNvSpPr/>
          <p:nvPr/>
        </p:nvSpPr>
        <p:spPr>
          <a:xfrm>
            <a:off x="7771155" y="5370259"/>
            <a:ext cx="822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071522"/>
                </a:solidFill>
                <a:effectLst/>
                <a:uFillTx/>
                <a:latin typeface="Inter"/>
                <a:ea typeface="Inter"/>
              </a:rPr>
              <a:t>δᵢ</a:t>
            </a:r>
            <a:endParaRPr lang="en-US" sz="2000" b="0" u="none" strike="noStrike">
              <a:solidFill>
                <a:srgbClr val="000000"/>
              </a:solidFill>
              <a:effectLst/>
              <a:uFillTx/>
              <a:latin typeface="Arial"/>
            </a:endParaRPr>
          </a:p>
        </p:txBody>
      </p:sp>
      <p:sp>
        <p:nvSpPr>
          <p:cNvPr id="114" name="Text 51">
            <a:extLst>
              <a:ext uri="{FF2B5EF4-FFF2-40B4-BE49-F238E27FC236}">
                <a16:creationId xmlns:a16="http://schemas.microsoft.com/office/drawing/2014/main" id="{83F4288D-2676-72C1-16FD-4BFA496224C7}"/>
              </a:ext>
            </a:extLst>
          </p:cNvPr>
          <p:cNvSpPr/>
          <p:nvPr/>
        </p:nvSpPr>
        <p:spPr>
          <a:xfrm>
            <a:off x="8685555" y="5370259"/>
            <a:ext cx="3245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u="none" strike="noStrike" dirty="0">
                <a:solidFill>
                  <a:srgbClr val="607487"/>
                </a:solidFill>
                <a:effectLst/>
                <a:uFillTx/>
                <a:latin typeface="Inter"/>
                <a:ea typeface="Inter"/>
              </a:rPr>
              <a:t>generator ramp bound</a:t>
            </a:r>
            <a:endParaRPr lang="en-US" sz="2000" b="0" u="none" strike="noStrike" dirty="0">
              <a:solidFill>
                <a:srgbClr val="000000"/>
              </a:solidFill>
              <a:effectLst/>
              <a:uFillTx/>
              <a:latin typeface="Arial"/>
            </a:endParaRPr>
          </a:p>
        </p:txBody>
      </p:sp>
    </p:spTree>
    <p:extLst>
      <p:ext uri="{BB962C8B-B14F-4D97-AF65-F5344CB8AC3E}">
        <p14:creationId xmlns:p14="http://schemas.microsoft.com/office/powerpoint/2010/main" val="311071683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decel="10000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8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8" dur="800" fill="hold"/>
                                        <p:tgtEl>
                                          <p:spTgt spid="18">
                                            <p:txEl>
                                              <p:pRg st="0" end="0"/>
                                            </p:txEl>
                                          </p:spTgt>
                                        </p:tgtEl>
                                        <p:attrNameLst>
                                          <p:attrName>ppt_y</p:attrName>
                                        </p:attrNameLst>
                                      </p:cBhvr>
                                      <p:tavLst>
                                        <p:tav tm="0">
                                          <p:val>
                                            <p:strVal val="1+#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63" presetClass="path" presetSubtype="0" accel="50000" decel="50000" fill="hold" grpId="1" nodeType="withEffect">
                                  <p:stCondLst>
                                    <p:cond delay="0"/>
                                  </p:stCondLst>
                                  <p:childTnLst>
                                    <p:animMotion origin="layout" path="M -0.13932 -4.44444E-6 L -2.5E-6 -4.44444E-6 " pathEditMode="relative" rAng="0" ptsTypes="AA">
                                      <p:cBhvr>
                                        <p:cTn id="12" dur="500" fill="hold"/>
                                        <p:tgtEl>
                                          <p:spTgt spid="15"/>
                                        </p:tgtEl>
                                        <p:attrNameLst>
                                          <p:attrName>ppt_x</p:attrName>
                                          <p:attrName>ppt_y</p:attrName>
                                        </p:attrNameLst>
                                      </p:cBhvr>
                                      <p:rCtr x="696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p:bldP spid="15" grpId="0" animBg="1"/>
      <p:bldP spid="15"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4855F-7CBB-0C6F-DF1C-CC0B24BF6EA5}"/>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3F193A0D-0E58-0949-FDB8-2C5AE171DAD5}"/>
              </a:ext>
            </a:extLst>
          </p:cNvPr>
          <p:cNvSpPr>
            <a:spLocks noGrp="1"/>
          </p:cNvSpPr>
          <p:nvPr>
            <p:ph type="title"/>
          </p:nvPr>
        </p:nvSpPr>
        <p:spPr/>
        <p:txBody>
          <a:bodyPr/>
          <a:lstStyle/>
          <a:p>
            <a:r>
              <a:rPr lang="en-US" dirty="0"/>
              <a:t>CONTEXT</a:t>
            </a:r>
          </a:p>
        </p:txBody>
      </p:sp>
      <p:sp>
        <p:nvSpPr>
          <p:cNvPr id="6" name="Text Placeholder 5">
            <a:extLst>
              <a:ext uri="{FF2B5EF4-FFF2-40B4-BE49-F238E27FC236}">
                <a16:creationId xmlns:a16="http://schemas.microsoft.com/office/drawing/2014/main" id="{A2ED4B8F-EEE2-07AF-7833-D1220CE42C9A}"/>
              </a:ext>
            </a:extLst>
          </p:cNvPr>
          <p:cNvSpPr>
            <a:spLocks noGrp="1"/>
          </p:cNvSpPr>
          <p:nvPr>
            <p:ph type="body" sz="quarter" idx="16"/>
          </p:nvPr>
        </p:nvSpPr>
        <p:spPr>
          <a:xfrm>
            <a:off x="2846917" y="392041"/>
            <a:ext cx="9084398" cy="590931"/>
          </a:xfrm>
        </p:spPr>
        <p:txBody>
          <a:bodyPr/>
          <a:lstStyle/>
          <a:p>
            <a:r>
              <a:rPr lang="en-US" sz="3600" dirty="0"/>
              <a:t>Physics Constraints</a:t>
            </a:r>
          </a:p>
        </p:txBody>
      </p:sp>
      <p:sp>
        <p:nvSpPr>
          <p:cNvPr id="42" name="Slide Number Placeholder 41">
            <a:extLst>
              <a:ext uri="{FF2B5EF4-FFF2-40B4-BE49-F238E27FC236}">
                <a16:creationId xmlns:a16="http://schemas.microsoft.com/office/drawing/2014/main" id="{FC66350A-5DCD-6C41-831D-C03DC3723327}"/>
              </a:ext>
            </a:extLst>
          </p:cNvPr>
          <p:cNvSpPr>
            <a:spLocks noGrp="1"/>
          </p:cNvSpPr>
          <p:nvPr>
            <p:ph type="sldNum" sz="quarter" idx="4"/>
          </p:nvPr>
        </p:nvSpPr>
        <p:spPr>
          <a:xfrm>
            <a:off x="11432913" y="6316156"/>
            <a:ext cx="498402" cy="365125"/>
          </a:xfrm>
        </p:spPr>
        <p:txBody>
          <a:bodyPr/>
          <a:lstStyle/>
          <a:p>
            <a:fld id="{5AE1514C-5E56-4738-A1FF-4B1CFD2A3E36}" type="slidenum">
              <a:rPr lang="en-US" smtClean="0"/>
              <a:t>4</a:t>
            </a:fld>
            <a:endParaRPr lang="en-US" dirty="0"/>
          </a:p>
        </p:txBody>
      </p:sp>
      <p:sp>
        <p:nvSpPr>
          <p:cNvPr id="37" name="text-3">
            <a:extLst>
              <a:ext uri="{FF2B5EF4-FFF2-40B4-BE49-F238E27FC236}">
                <a16:creationId xmlns:a16="http://schemas.microsoft.com/office/drawing/2014/main" id="{EFA46C10-7F20-C278-F82C-CDD3A4F19E6B}"/>
              </a:ext>
            </a:extLst>
          </p:cNvPr>
          <p:cNvSpPr>
            <a:spLocks noGrp="1"/>
          </p:cNvSpPr>
          <p:nvPr/>
        </p:nvSpPr>
        <p:spPr>
          <a:xfrm>
            <a:off x="485085" y="1637954"/>
            <a:ext cx="857250" cy="600075"/>
          </a:xfrm>
          <a:prstGeom prst="rect">
            <a:avLst/>
          </a:prstGeom>
          <a:noFill/>
          <a:ln w="0">
            <a:noFill/>
            <a:prstDash val="solid"/>
          </a:ln>
        </p:spPr>
        <p:txBody>
          <a:bodyPr wrap="square" lIns="0" tIns="0" rIns="0" bIns="0" anchor="t">
            <a:noAutofit/>
          </a:bodyPr>
          <a:lstStyle>
            <a:defPPr algn="l">
              <a:defRPr sz="3525" b="1">
                <a:solidFill>
                  <a:srgbClr val="244BD6"/>
                </a:solidFill>
                <a:latin typeface="Bitstream Charter"/>
                <a:ea typeface="Bitstream Charter"/>
                <a:cs typeface="Bitstream Charter"/>
              </a:defRPr>
            </a:defPPr>
            <a:lvl1pPr algn="l">
              <a:defRPr sz="3525" b="1">
                <a:solidFill>
                  <a:srgbClr val="244BD6"/>
                </a:solidFill>
                <a:latin typeface="Bitstream Charter"/>
                <a:ea typeface="Bitstream Charter"/>
                <a:cs typeface="Bitstream Charter"/>
              </a:defRPr>
            </a:lvl1pPr>
            <a:lvl2pPr algn="l">
              <a:defRPr sz="3525" b="1">
                <a:solidFill>
                  <a:srgbClr val="244BD6"/>
                </a:solidFill>
                <a:latin typeface="Bitstream Charter"/>
                <a:ea typeface="Bitstream Charter"/>
                <a:cs typeface="Bitstream Charter"/>
              </a:defRPr>
            </a:lvl2pPr>
            <a:lvl3pPr algn="l">
              <a:defRPr sz="3525" b="1">
                <a:solidFill>
                  <a:srgbClr val="244BD6"/>
                </a:solidFill>
                <a:latin typeface="Bitstream Charter"/>
                <a:ea typeface="Bitstream Charter"/>
                <a:cs typeface="Bitstream Charter"/>
              </a:defRPr>
            </a:lvl3pPr>
            <a:lvl4pPr algn="l">
              <a:defRPr sz="3525" b="1">
                <a:solidFill>
                  <a:srgbClr val="244BD6"/>
                </a:solidFill>
                <a:latin typeface="Bitstream Charter"/>
                <a:ea typeface="Bitstream Charter"/>
                <a:cs typeface="Bitstream Charter"/>
              </a:defRPr>
            </a:lvl4pPr>
            <a:lvl5pPr algn="l">
              <a:defRPr sz="3525" b="1">
                <a:solidFill>
                  <a:srgbClr val="244BD6"/>
                </a:solidFill>
                <a:latin typeface="Bitstream Charter"/>
                <a:ea typeface="Bitstream Charter"/>
                <a:cs typeface="Bitstream Charter"/>
              </a:defRPr>
            </a:lvl5pPr>
            <a:lvl6pPr algn="l">
              <a:defRPr sz="3525" b="1">
                <a:solidFill>
                  <a:srgbClr val="244BD6"/>
                </a:solidFill>
                <a:latin typeface="Bitstream Charter"/>
                <a:ea typeface="Bitstream Charter"/>
                <a:cs typeface="Bitstream Charter"/>
              </a:defRPr>
            </a:lvl6pPr>
            <a:lvl7pPr algn="l">
              <a:defRPr sz="3525" b="1">
                <a:solidFill>
                  <a:srgbClr val="244BD6"/>
                </a:solidFill>
                <a:latin typeface="Bitstream Charter"/>
                <a:ea typeface="Bitstream Charter"/>
                <a:cs typeface="Bitstream Charter"/>
              </a:defRPr>
            </a:lvl7pPr>
            <a:lvl8pPr algn="l">
              <a:defRPr sz="3525" b="1">
                <a:solidFill>
                  <a:srgbClr val="244BD6"/>
                </a:solidFill>
                <a:latin typeface="Bitstream Charter"/>
                <a:ea typeface="Bitstream Charter"/>
                <a:cs typeface="Bitstream Charter"/>
              </a:defRPr>
            </a:lvl8pPr>
            <a:lvl9pPr algn="l">
              <a:defRPr sz="3525" b="1">
                <a:solidFill>
                  <a:srgbClr val="244BD6"/>
                </a:solidFill>
                <a:latin typeface="Bitstream Charter"/>
                <a:ea typeface="Bitstream Charter"/>
                <a:cs typeface="Bitstream Charter"/>
              </a:defRPr>
            </a:lvl9pPr>
          </a:lstStyle>
          <a:p>
            <a:pPr algn="l">
              <a:defRPr sz="3525" b="1">
                <a:solidFill>
                  <a:srgbClr val="244BD6"/>
                </a:solidFill>
                <a:latin typeface="Bitstream Charter"/>
                <a:ea typeface="Bitstream Charter"/>
                <a:cs typeface="Bitstream Charter"/>
              </a:defRPr>
            </a:pPr>
            <a:r>
              <a:rPr sz="3525" b="1" dirty="0">
                <a:solidFill>
                  <a:schemeClr val="accent1">
                    <a:lumMod val="75000"/>
                  </a:schemeClr>
                </a:solidFill>
                <a:latin typeface="Bitstream Charter"/>
                <a:ea typeface="Bitstream Charter"/>
                <a:cs typeface="Bitstream Charter"/>
              </a:rPr>
              <a:t>01</a:t>
            </a:r>
          </a:p>
        </p:txBody>
      </p:sp>
      <p:sp>
        <p:nvSpPr>
          <p:cNvPr id="39" name="text-4">
            <a:extLst>
              <a:ext uri="{FF2B5EF4-FFF2-40B4-BE49-F238E27FC236}">
                <a16:creationId xmlns:a16="http://schemas.microsoft.com/office/drawing/2014/main" id="{2E8DE561-239B-B8FB-0F06-A342BABBD672}"/>
              </a:ext>
            </a:extLst>
          </p:cNvPr>
          <p:cNvSpPr>
            <a:spLocks noGrp="1"/>
          </p:cNvSpPr>
          <p:nvPr/>
        </p:nvSpPr>
        <p:spPr>
          <a:xfrm>
            <a:off x="1552575" y="1685925"/>
            <a:ext cx="9048750" cy="409575"/>
          </a:xfrm>
          <a:prstGeom prst="rect">
            <a:avLst/>
          </a:prstGeom>
          <a:noFill/>
          <a:ln w="0">
            <a:noFill/>
            <a:prstDash val="solid"/>
          </a:ln>
        </p:spPr>
        <p:txBody>
          <a:bodyPr wrap="square" lIns="0" tIns="0" rIns="0" bIns="0" anchor="t">
            <a:noAutofit/>
          </a:bodyPr>
          <a:lstStyle>
            <a:defPPr algn="l">
              <a:defRPr sz="2175" b="1">
                <a:solidFill>
                  <a:srgbClr val="244BD6"/>
                </a:solidFill>
                <a:latin typeface="Nimbus Sans"/>
                <a:ea typeface="Nimbus Sans"/>
                <a:cs typeface="Nimbus Sans"/>
              </a:defRPr>
            </a:defPPr>
            <a:lvl1pPr algn="l">
              <a:defRPr sz="2175" b="1">
                <a:solidFill>
                  <a:srgbClr val="244BD6"/>
                </a:solidFill>
                <a:latin typeface="Nimbus Sans"/>
                <a:ea typeface="Nimbus Sans"/>
                <a:cs typeface="Nimbus Sans"/>
              </a:defRPr>
            </a:lvl1pPr>
            <a:lvl2pPr algn="l">
              <a:defRPr sz="2175" b="1">
                <a:solidFill>
                  <a:srgbClr val="244BD6"/>
                </a:solidFill>
                <a:latin typeface="Nimbus Sans"/>
                <a:ea typeface="Nimbus Sans"/>
                <a:cs typeface="Nimbus Sans"/>
              </a:defRPr>
            </a:lvl2pPr>
            <a:lvl3pPr algn="l">
              <a:defRPr sz="2175" b="1">
                <a:solidFill>
                  <a:srgbClr val="244BD6"/>
                </a:solidFill>
                <a:latin typeface="Nimbus Sans"/>
                <a:ea typeface="Nimbus Sans"/>
                <a:cs typeface="Nimbus Sans"/>
              </a:defRPr>
            </a:lvl3pPr>
            <a:lvl4pPr algn="l">
              <a:defRPr sz="2175" b="1">
                <a:solidFill>
                  <a:srgbClr val="244BD6"/>
                </a:solidFill>
                <a:latin typeface="Nimbus Sans"/>
                <a:ea typeface="Nimbus Sans"/>
                <a:cs typeface="Nimbus Sans"/>
              </a:defRPr>
            </a:lvl4pPr>
            <a:lvl5pPr algn="l">
              <a:defRPr sz="2175" b="1">
                <a:solidFill>
                  <a:srgbClr val="244BD6"/>
                </a:solidFill>
                <a:latin typeface="Nimbus Sans"/>
                <a:ea typeface="Nimbus Sans"/>
                <a:cs typeface="Nimbus Sans"/>
              </a:defRPr>
            </a:lvl5pPr>
            <a:lvl6pPr algn="l">
              <a:defRPr sz="2175" b="1">
                <a:solidFill>
                  <a:srgbClr val="244BD6"/>
                </a:solidFill>
                <a:latin typeface="Nimbus Sans"/>
                <a:ea typeface="Nimbus Sans"/>
                <a:cs typeface="Nimbus Sans"/>
              </a:defRPr>
            </a:lvl6pPr>
            <a:lvl7pPr algn="l">
              <a:defRPr sz="2175" b="1">
                <a:solidFill>
                  <a:srgbClr val="244BD6"/>
                </a:solidFill>
                <a:latin typeface="Nimbus Sans"/>
                <a:ea typeface="Nimbus Sans"/>
                <a:cs typeface="Nimbus Sans"/>
              </a:defRPr>
            </a:lvl7pPr>
            <a:lvl8pPr algn="l">
              <a:defRPr sz="2175" b="1">
                <a:solidFill>
                  <a:srgbClr val="244BD6"/>
                </a:solidFill>
                <a:latin typeface="Nimbus Sans"/>
                <a:ea typeface="Nimbus Sans"/>
                <a:cs typeface="Nimbus Sans"/>
              </a:defRPr>
            </a:lvl8pPr>
            <a:lvl9pPr algn="l">
              <a:defRPr sz="2175" b="1">
                <a:solidFill>
                  <a:srgbClr val="244BD6"/>
                </a:solidFill>
                <a:latin typeface="Nimbus Sans"/>
                <a:ea typeface="Nimbus Sans"/>
                <a:cs typeface="Nimbus Sans"/>
              </a:defRPr>
            </a:lvl9pPr>
          </a:lstStyle>
          <a:p>
            <a:pPr algn="l">
              <a:defRPr sz="2175" b="1">
                <a:solidFill>
                  <a:srgbClr val="244BD6"/>
                </a:solidFill>
                <a:latin typeface="Nimbus Sans"/>
                <a:ea typeface="Nimbus Sans"/>
                <a:cs typeface="Nimbus Sans"/>
              </a:defRPr>
            </a:pPr>
            <a:r>
              <a:rPr sz="2175" b="1" dirty="0">
                <a:solidFill>
                  <a:schemeClr val="accent1">
                    <a:lumMod val="75000"/>
                  </a:schemeClr>
                </a:solidFill>
                <a:latin typeface="Nimbus Sans"/>
                <a:ea typeface="Nimbus Sans"/>
                <a:cs typeface="Nimbus Sans"/>
              </a:rPr>
              <a:t>Bus balance</a:t>
            </a:r>
          </a:p>
        </p:txBody>
      </p:sp>
      <p:sp>
        <p:nvSpPr>
          <p:cNvPr id="41" name="text-5">
            <a:extLst>
              <a:ext uri="{FF2B5EF4-FFF2-40B4-BE49-F238E27FC236}">
                <a16:creationId xmlns:a16="http://schemas.microsoft.com/office/drawing/2014/main" id="{95F444E1-B2E4-AF2E-B1B4-9E1012E0492D}"/>
              </a:ext>
            </a:extLst>
          </p:cNvPr>
          <p:cNvSpPr>
            <a:spLocks noGrp="1"/>
          </p:cNvSpPr>
          <p:nvPr/>
        </p:nvSpPr>
        <p:spPr>
          <a:xfrm>
            <a:off x="1552575" y="2247900"/>
            <a:ext cx="9620250" cy="723900"/>
          </a:xfrm>
          <a:prstGeom prst="rect">
            <a:avLst/>
          </a:prstGeom>
          <a:noFill/>
          <a:ln w="0">
            <a:noFill/>
            <a:prstDash val="solid"/>
          </a:ln>
        </p:spPr>
        <p:txBody>
          <a:bodyPr wrap="square" lIns="0" tIns="0" rIns="0" bIns="0" anchor="t">
            <a:noAutofit/>
          </a:bodyPr>
          <a:lstStyle>
            <a:defPPr algn="l">
              <a:defRPr sz="3225" b="0">
                <a:solidFill>
                  <a:srgbClr val="20252A"/>
                </a:solidFill>
                <a:latin typeface="DejaVu Serif"/>
                <a:ea typeface="DejaVu Serif"/>
                <a:cs typeface="DejaVu Serif"/>
              </a:defRPr>
            </a:defPPr>
            <a:lvl1pPr algn="l">
              <a:defRPr sz="3225" b="0">
                <a:solidFill>
                  <a:srgbClr val="20252A"/>
                </a:solidFill>
                <a:latin typeface="DejaVu Serif"/>
                <a:ea typeface="DejaVu Serif"/>
                <a:cs typeface="DejaVu Serif"/>
              </a:defRPr>
            </a:lvl1pPr>
            <a:lvl2pPr algn="l">
              <a:defRPr sz="3225" b="0">
                <a:solidFill>
                  <a:srgbClr val="20252A"/>
                </a:solidFill>
                <a:latin typeface="DejaVu Serif"/>
                <a:ea typeface="DejaVu Serif"/>
                <a:cs typeface="DejaVu Serif"/>
              </a:defRPr>
            </a:lvl2pPr>
            <a:lvl3pPr algn="l">
              <a:defRPr sz="3225" b="0">
                <a:solidFill>
                  <a:srgbClr val="20252A"/>
                </a:solidFill>
                <a:latin typeface="DejaVu Serif"/>
                <a:ea typeface="DejaVu Serif"/>
                <a:cs typeface="DejaVu Serif"/>
              </a:defRPr>
            </a:lvl3pPr>
            <a:lvl4pPr algn="l">
              <a:defRPr sz="3225" b="0">
                <a:solidFill>
                  <a:srgbClr val="20252A"/>
                </a:solidFill>
                <a:latin typeface="DejaVu Serif"/>
                <a:ea typeface="DejaVu Serif"/>
                <a:cs typeface="DejaVu Serif"/>
              </a:defRPr>
            </a:lvl4pPr>
            <a:lvl5pPr algn="l">
              <a:defRPr sz="3225" b="0">
                <a:solidFill>
                  <a:srgbClr val="20252A"/>
                </a:solidFill>
                <a:latin typeface="DejaVu Serif"/>
                <a:ea typeface="DejaVu Serif"/>
                <a:cs typeface="DejaVu Serif"/>
              </a:defRPr>
            </a:lvl5pPr>
            <a:lvl6pPr algn="l">
              <a:defRPr sz="3225" b="0">
                <a:solidFill>
                  <a:srgbClr val="20252A"/>
                </a:solidFill>
                <a:latin typeface="DejaVu Serif"/>
                <a:ea typeface="DejaVu Serif"/>
                <a:cs typeface="DejaVu Serif"/>
              </a:defRPr>
            </a:lvl6pPr>
            <a:lvl7pPr algn="l">
              <a:defRPr sz="3225" b="0">
                <a:solidFill>
                  <a:srgbClr val="20252A"/>
                </a:solidFill>
                <a:latin typeface="DejaVu Serif"/>
                <a:ea typeface="DejaVu Serif"/>
                <a:cs typeface="DejaVu Serif"/>
              </a:defRPr>
            </a:lvl7pPr>
            <a:lvl8pPr algn="l">
              <a:defRPr sz="3225" b="0">
                <a:solidFill>
                  <a:srgbClr val="20252A"/>
                </a:solidFill>
                <a:latin typeface="DejaVu Serif"/>
                <a:ea typeface="DejaVu Serif"/>
                <a:cs typeface="DejaVu Serif"/>
              </a:defRPr>
            </a:lvl8pPr>
            <a:lvl9pPr algn="l">
              <a:defRPr sz="3225" b="0">
                <a:solidFill>
                  <a:srgbClr val="20252A"/>
                </a:solidFill>
                <a:latin typeface="DejaVu Serif"/>
                <a:ea typeface="DejaVu Serif"/>
                <a:cs typeface="DejaVu Serif"/>
              </a:defRPr>
            </a:lvl9pPr>
          </a:lstStyle>
          <a:p>
            <a:pPr algn="l">
              <a:defRPr sz="3225" b="0">
                <a:solidFill>
                  <a:srgbClr val="20252A"/>
                </a:solidFill>
                <a:latin typeface="DejaVu Serif"/>
                <a:ea typeface="DejaVu Serif"/>
                <a:cs typeface="DejaVu Serif"/>
              </a:defRPr>
            </a:pPr>
            <a:r>
              <a:rPr sz="3225" b="0">
                <a:solidFill>
                  <a:srgbClr val="20252A"/>
                </a:solidFill>
                <a:latin typeface="DejaVu Serif"/>
                <a:ea typeface="DejaVu Serif"/>
                <a:cs typeface="DejaVu Serif"/>
              </a:rPr>
              <a:t>pᵍᵢ − pᵈᵢ + pˢᵢ = Σ pᵢⱼ − Σ pⱼᵢ</a:t>
            </a:r>
          </a:p>
        </p:txBody>
      </p:sp>
      <p:sp>
        <p:nvSpPr>
          <p:cNvPr id="46" name="line-7">
            <a:extLst>
              <a:ext uri="{FF2B5EF4-FFF2-40B4-BE49-F238E27FC236}">
                <a16:creationId xmlns:a16="http://schemas.microsoft.com/office/drawing/2014/main" id="{46A4E119-49AD-1EFD-FF2E-8102EC9928F0}"/>
              </a:ext>
            </a:extLst>
          </p:cNvPr>
          <p:cNvSpPr>
            <a:spLocks noGrp="1"/>
          </p:cNvSpPr>
          <p:nvPr/>
        </p:nvSpPr>
        <p:spPr>
          <a:xfrm flipV="1">
            <a:off x="449663" y="3457735"/>
            <a:ext cx="5433577" cy="19050"/>
          </a:xfrm>
          <a:prstGeom prst="line">
            <a:avLst/>
          </a:prstGeom>
          <a:ln/>
        </p:spPr>
        <p:style>
          <a:lnRef idx="2">
            <a:schemeClr val="accent4"/>
          </a:lnRef>
          <a:fillRef idx="0">
            <a:schemeClr val="accent4"/>
          </a:fillRef>
          <a:effectRef idx="1">
            <a:schemeClr val="accent4"/>
          </a:effectRef>
          <a:fontRef idx="minor">
            <a:schemeClr val="tx1"/>
          </a:fontRef>
        </p:style>
        <p:txBody>
          <a:bodyPr/>
          <a:lstStyle/>
          <a:p>
            <a:endParaRPr lang="en-IN"/>
          </a:p>
        </p:txBody>
      </p:sp>
      <p:sp>
        <p:nvSpPr>
          <p:cNvPr id="48" name="text-8">
            <a:extLst>
              <a:ext uri="{FF2B5EF4-FFF2-40B4-BE49-F238E27FC236}">
                <a16:creationId xmlns:a16="http://schemas.microsoft.com/office/drawing/2014/main" id="{BEA0BB13-C67F-F244-098E-E9102A3B7A92}"/>
              </a:ext>
            </a:extLst>
          </p:cNvPr>
          <p:cNvSpPr>
            <a:spLocks noGrp="1"/>
          </p:cNvSpPr>
          <p:nvPr/>
        </p:nvSpPr>
        <p:spPr>
          <a:xfrm>
            <a:off x="449663" y="3686334"/>
            <a:ext cx="857250" cy="600075"/>
          </a:xfrm>
          <a:prstGeom prst="rect">
            <a:avLst/>
          </a:prstGeom>
          <a:noFill/>
          <a:ln w="0">
            <a:noFill/>
            <a:prstDash val="solid"/>
          </a:ln>
        </p:spPr>
        <p:txBody>
          <a:bodyPr wrap="square" lIns="0" tIns="0" rIns="0" bIns="0" anchor="t">
            <a:noAutofit/>
          </a:bodyPr>
          <a:lstStyle>
            <a:defPPr algn="l">
              <a:defRPr sz="3525" b="1">
                <a:solidFill>
                  <a:srgbClr val="244BD6"/>
                </a:solidFill>
                <a:latin typeface="Bitstream Charter"/>
                <a:ea typeface="Bitstream Charter"/>
                <a:cs typeface="Bitstream Charter"/>
              </a:defRPr>
            </a:defPPr>
            <a:lvl1pPr algn="l">
              <a:defRPr sz="3525" b="1">
                <a:solidFill>
                  <a:srgbClr val="244BD6"/>
                </a:solidFill>
                <a:latin typeface="Bitstream Charter"/>
                <a:ea typeface="Bitstream Charter"/>
                <a:cs typeface="Bitstream Charter"/>
              </a:defRPr>
            </a:lvl1pPr>
            <a:lvl2pPr algn="l">
              <a:defRPr sz="3525" b="1">
                <a:solidFill>
                  <a:srgbClr val="244BD6"/>
                </a:solidFill>
                <a:latin typeface="Bitstream Charter"/>
                <a:ea typeface="Bitstream Charter"/>
                <a:cs typeface="Bitstream Charter"/>
              </a:defRPr>
            </a:lvl2pPr>
            <a:lvl3pPr algn="l">
              <a:defRPr sz="3525" b="1">
                <a:solidFill>
                  <a:srgbClr val="244BD6"/>
                </a:solidFill>
                <a:latin typeface="Bitstream Charter"/>
                <a:ea typeface="Bitstream Charter"/>
                <a:cs typeface="Bitstream Charter"/>
              </a:defRPr>
            </a:lvl3pPr>
            <a:lvl4pPr algn="l">
              <a:defRPr sz="3525" b="1">
                <a:solidFill>
                  <a:srgbClr val="244BD6"/>
                </a:solidFill>
                <a:latin typeface="Bitstream Charter"/>
                <a:ea typeface="Bitstream Charter"/>
                <a:cs typeface="Bitstream Charter"/>
              </a:defRPr>
            </a:lvl4pPr>
            <a:lvl5pPr algn="l">
              <a:defRPr sz="3525" b="1">
                <a:solidFill>
                  <a:srgbClr val="244BD6"/>
                </a:solidFill>
                <a:latin typeface="Bitstream Charter"/>
                <a:ea typeface="Bitstream Charter"/>
                <a:cs typeface="Bitstream Charter"/>
              </a:defRPr>
            </a:lvl5pPr>
            <a:lvl6pPr algn="l">
              <a:defRPr sz="3525" b="1">
                <a:solidFill>
                  <a:srgbClr val="244BD6"/>
                </a:solidFill>
                <a:latin typeface="Bitstream Charter"/>
                <a:ea typeface="Bitstream Charter"/>
                <a:cs typeface="Bitstream Charter"/>
              </a:defRPr>
            </a:lvl6pPr>
            <a:lvl7pPr algn="l">
              <a:defRPr sz="3525" b="1">
                <a:solidFill>
                  <a:srgbClr val="244BD6"/>
                </a:solidFill>
                <a:latin typeface="Bitstream Charter"/>
                <a:ea typeface="Bitstream Charter"/>
                <a:cs typeface="Bitstream Charter"/>
              </a:defRPr>
            </a:lvl7pPr>
            <a:lvl8pPr algn="l">
              <a:defRPr sz="3525" b="1">
                <a:solidFill>
                  <a:srgbClr val="244BD6"/>
                </a:solidFill>
                <a:latin typeface="Bitstream Charter"/>
                <a:ea typeface="Bitstream Charter"/>
                <a:cs typeface="Bitstream Charter"/>
              </a:defRPr>
            </a:lvl8pPr>
            <a:lvl9pPr algn="l">
              <a:defRPr sz="3525" b="1">
                <a:solidFill>
                  <a:srgbClr val="244BD6"/>
                </a:solidFill>
                <a:latin typeface="Bitstream Charter"/>
                <a:ea typeface="Bitstream Charter"/>
                <a:cs typeface="Bitstream Charter"/>
              </a:defRPr>
            </a:lvl9pPr>
          </a:lstStyle>
          <a:p>
            <a:pPr algn="l">
              <a:defRPr sz="3525" b="1">
                <a:solidFill>
                  <a:srgbClr val="244BD6"/>
                </a:solidFill>
                <a:latin typeface="Bitstream Charter"/>
                <a:ea typeface="Bitstream Charter"/>
                <a:cs typeface="Bitstream Charter"/>
              </a:defRPr>
            </a:pPr>
            <a:r>
              <a:rPr sz="3525" b="1" dirty="0">
                <a:solidFill>
                  <a:schemeClr val="accent1">
                    <a:lumMod val="75000"/>
                  </a:schemeClr>
                </a:solidFill>
                <a:latin typeface="Bitstream Charter"/>
                <a:ea typeface="Bitstream Charter"/>
                <a:cs typeface="Bitstream Charter"/>
              </a:rPr>
              <a:t>02</a:t>
            </a:r>
          </a:p>
        </p:txBody>
      </p:sp>
      <p:sp>
        <p:nvSpPr>
          <p:cNvPr id="50" name="text-9">
            <a:extLst>
              <a:ext uri="{FF2B5EF4-FFF2-40B4-BE49-F238E27FC236}">
                <a16:creationId xmlns:a16="http://schemas.microsoft.com/office/drawing/2014/main" id="{0619898A-FDD5-5DCE-A2A9-4FCFD42E4423}"/>
              </a:ext>
            </a:extLst>
          </p:cNvPr>
          <p:cNvSpPr>
            <a:spLocks noGrp="1"/>
          </p:cNvSpPr>
          <p:nvPr/>
        </p:nvSpPr>
        <p:spPr>
          <a:xfrm>
            <a:off x="1468838" y="3781585"/>
            <a:ext cx="5048250" cy="409575"/>
          </a:xfrm>
          <a:prstGeom prst="rect">
            <a:avLst/>
          </a:prstGeom>
          <a:noFill/>
          <a:ln w="0">
            <a:noFill/>
            <a:prstDash val="solid"/>
          </a:ln>
        </p:spPr>
        <p:txBody>
          <a:bodyPr wrap="square" lIns="0" tIns="0" rIns="0" bIns="0" anchor="t">
            <a:noAutofit/>
          </a:bodyPr>
          <a:lstStyle>
            <a:defPPr algn="l">
              <a:defRPr sz="2175" b="1">
                <a:solidFill>
                  <a:srgbClr val="244BD6"/>
                </a:solidFill>
                <a:latin typeface="Nimbus Sans"/>
                <a:ea typeface="Nimbus Sans"/>
                <a:cs typeface="Nimbus Sans"/>
              </a:defRPr>
            </a:defPPr>
            <a:lvl1pPr algn="l">
              <a:defRPr sz="2175" b="1">
                <a:solidFill>
                  <a:srgbClr val="244BD6"/>
                </a:solidFill>
                <a:latin typeface="Nimbus Sans"/>
                <a:ea typeface="Nimbus Sans"/>
                <a:cs typeface="Nimbus Sans"/>
              </a:defRPr>
            </a:lvl1pPr>
            <a:lvl2pPr algn="l">
              <a:defRPr sz="2175" b="1">
                <a:solidFill>
                  <a:srgbClr val="244BD6"/>
                </a:solidFill>
                <a:latin typeface="Nimbus Sans"/>
                <a:ea typeface="Nimbus Sans"/>
                <a:cs typeface="Nimbus Sans"/>
              </a:defRPr>
            </a:lvl2pPr>
            <a:lvl3pPr algn="l">
              <a:defRPr sz="2175" b="1">
                <a:solidFill>
                  <a:srgbClr val="244BD6"/>
                </a:solidFill>
                <a:latin typeface="Nimbus Sans"/>
                <a:ea typeface="Nimbus Sans"/>
                <a:cs typeface="Nimbus Sans"/>
              </a:defRPr>
            </a:lvl3pPr>
            <a:lvl4pPr algn="l">
              <a:defRPr sz="2175" b="1">
                <a:solidFill>
                  <a:srgbClr val="244BD6"/>
                </a:solidFill>
                <a:latin typeface="Nimbus Sans"/>
                <a:ea typeface="Nimbus Sans"/>
                <a:cs typeface="Nimbus Sans"/>
              </a:defRPr>
            </a:lvl4pPr>
            <a:lvl5pPr algn="l">
              <a:defRPr sz="2175" b="1">
                <a:solidFill>
                  <a:srgbClr val="244BD6"/>
                </a:solidFill>
                <a:latin typeface="Nimbus Sans"/>
                <a:ea typeface="Nimbus Sans"/>
                <a:cs typeface="Nimbus Sans"/>
              </a:defRPr>
            </a:lvl5pPr>
            <a:lvl6pPr algn="l">
              <a:defRPr sz="2175" b="1">
                <a:solidFill>
                  <a:srgbClr val="244BD6"/>
                </a:solidFill>
                <a:latin typeface="Nimbus Sans"/>
                <a:ea typeface="Nimbus Sans"/>
                <a:cs typeface="Nimbus Sans"/>
              </a:defRPr>
            </a:lvl6pPr>
            <a:lvl7pPr algn="l">
              <a:defRPr sz="2175" b="1">
                <a:solidFill>
                  <a:srgbClr val="244BD6"/>
                </a:solidFill>
                <a:latin typeface="Nimbus Sans"/>
                <a:ea typeface="Nimbus Sans"/>
                <a:cs typeface="Nimbus Sans"/>
              </a:defRPr>
            </a:lvl7pPr>
            <a:lvl8pPr algn="l">
              <a:defRPr sz="2175" b="1">
                <a:solidFill>
                  <a:srgbClr val="244BD6"/>
                </a:solidFill>
                <a:latin typeface="Nimbus Sans"/>
                <a:ea typeface="Nimbus Sans"/>
                <a:cs typeface="Nimbus Sans"/>
              </a:defRPr>
            </a:lvl8pPr>
            <a:lvl9pPr algn="l">
              <a:defRPr sz="2175" b="1">
                <a:solidFill>
                  <a:srgbClr val="244BD6"/>
                </a:solidFill>
                <a:latin typeface="Nimbus Sans"/>
                <a:ea typeface="Nimbus Sans"/>
                <a:cs typeface="Nimbus Sans"/>
              </a:defRPr>
            </a:lvl9pPr>
          </a:lstStyle>
          <a:p>
            <a:pPr algn="l">
              <a:defRPr sz="2175" b="1">
                <a:solidFill>
                  <a:srgbClr val="244BD6"/>
                </a:solidFill>
                <a:latin typeface="Nimbus Sans"/>
                <a:ea typeface="Nimbus Sans"/>
                <a:cs typeface="Nimbus Sans"/>
              </a:defRPr>
            </a:pPr>
            <a:r>
              <a:rPr sz="2175" b="1">
                <a:solidFill>
                  <a:schemeClr val="accent1">
                    <a:lumMod val="75000"/>
                  </a:schemeClr>
                </a:solidFill>
                <a:latin typeface="Nimbus Sans"/>
                <a:ea typeface="Nimbus Sans"/>
                <a:cs typeface="Nimbus Sans"/>
              </a:rPr>
              <a:t>DC line flow</a:t>
            </a:r>
          </a:p>
        </p:txBody>
      </p:sp>
      <p:sp>
        <p:nvSpPr>
          <p:cNvPr id="52" name="text-10">
            <a:extLst>
              <a:ext uri="{FF2B5EF4-FFF2-40B4-BE49-F238E27FC236}">
                <a16:creationId xmlns:a16="http://schemas.microsoft.com/office/drawing/2014/main" id="{F7B46B5B-4126-F107-69D8-B20FA6FE1E4E}"/>
              </a:ext>
            </a:extLst>
          </p:cNvPr>
          <p:cNvSpPr>
            <a:spLocks noGrp="1"/>
          </p:cNvSpPr>
          <p:nvPr/>
        </p:nvSpPr>
        <p:spPr>
          <a:xfrm>
            <a:off x="1504260" y="4358470"/>
            <a:ext cx="4591740" cy="619125"/>
          </a:xfrm>
          <a:prstGeom prst="rect">
            <a:avLst/>
          </a:prstGeom>
          <a:noFill/>
          <a:ln w="0">
            <a:noFill/>
            <a:prstDash val="solid"/>
          </a:ln>
        </p:spPr>
        <p:txBody>
          <a:bodyPr wrap="square" lIns="0" tIns="0" rIns="0" bIns="0" anchor="t">
            <a:noAutofit/>
          </a:bodyPr>
          <a:lstStyle>
            <a:defPPr algn="l">
              <a:defRPr sz="3075" b="0">
                <a:solidFill>
                  <a:srgbClr val="20252A"/>
                </a:solidFill>
                <a:latin typeface="DejaVu Serif"/>
                <a:ea typeface="DejaVu Serif"/>
                <a:cs typeface="DejaVu Serif"/>
              </a:defRPr>
            </a:defPPr>
            <a:lvl1pPr algn="l">
              <a:defRPr sz="3075" b="0">
                <a:solidFill>
                  <a:srgbClr val="20252A"/>
                </a:solidFill>
                <a:latin typeface="DejaVu Serif"/>
                <a:ea typeface="DejaVu Serif"/>
                <a:cs typeface="DejaVu Serif"/>
              </a:defRPr>
            </a:lvl1pPr>
            <a:lvl2pPr algn="l">
              <a:defRPr sz="3075" b="0">
                <a:solidFill>
                  <a:srgbClr val="20252A"/>
                </a:solidFill>
                <a:latin typeface="DejaVu Serif"/>
                <a:ea typeface="DejaVu Serif"/>
                <a:cs typeface="DejaVu Serif"/>
              </a:defRPr>
            </a:lvl2pPr>
            <a:lvl3pPr algn="l">
              <a:defRPr sz="3075" b="0">
                <a:solidFill>
                  <a:srgbClr val="20252A"/>
                </a:solidFill>
                <a:latin typeface="DejaVu Serif"/>
                <a:ea typeface="DejaVu Serif"/>
                <a:cs typeface="DejaVu Serif"/>
              </a:defRPr>
            </a:lvl3pPr>
            <a:lvl4pPr algn="l">
              <a:defRPr sz="3075" b="0">
                <a:solidFill>
                  <a:srgbClr val="20252A"/>
                </a:solidFill>
                <a:latin typeface="DejaVu Serif"/>
                <a:ea typeface="DejaVu Serif"/>
                <a:cs typeface="DejaVu Serif"/>
              </a:defRPr>
            </a:lvl4pPr>
            <a:lvl5pPr algn="l">
              <a:defRPr sz="3075" b="0">
                <a:solidFill>
                  <a:srgbClr val="20252A"/>
                </a:solidFill>
                <a:latin typeface="DejaVu Serif"/>
                <a:ea typeface="DejaVu Serif"/>
                <a:cs typeface="DejaVu Serif"/>
              </a:defRPr>
            </a:lvl5pPr>
            <a:lvl6pPr algn="l">
              <a:defRPr sz="3075" b="0">
                <a:solidFill>
                  <a:srgbClr val="20252A"/>
                </a:solidFill>
                <a:latin typeface="DejaVu Serif"/>
                <a:ea typeface="DejaVu Serif"/>
                <a:cs typeface="DejaVu Serif"/>
              </a:defRPr>
            </a:lvl6pPr>
            <a:lvl7pPr algn="l">
              <a:defRPr sz="3075" b="0">
                <a:solidFill>
                  <a:srgbClr val="20252A"/>
                </a:solidFill>
                <a:latin typeface="DejaVu Serif"/>
                <a:ea typeface="DejaVu Serif"/>
                <a:cs typeface="DejaVu Serif"/>
              </a:defRPr>
            </a:lvl7pPr>
            <a:lvl8pPr algn="l">
              <a:defRPr sz="3075" b="0">
                <a:solidFill>
                  <a:srgbClr val="20252A"/>
                </a:solidFill>
                <a:latin typeface="DejaVu Serif"/>
                <a:ea typeface="DejaVu Serif"/>
                <a:cs typeface="DejaVu Serif"/>
              </a:defRPr>
            </a:lvl8pPr>
            <a:lvl9pPr algn="l">
              <a:defRPr sz="3075" b="0">
                <a:solidFill>
                  <a:srgbClr val="20252A"/>
                </a:solidFill>
                <a:latin typeface="DejaVu Serif"/>
                <a:ea typeface="DejaVu Serif"/>
                <a:cs typeface="DejaVu Serif"/>
              </a:defRPr>
            </a:lvl9pPr>
          </a:lstStyle>
          <a:p>
            <a:pPr algn="l">
              <a:defRPr sz="3075" b="0">
                <a:solidFill>
                  <a:srgbClr val="20252A"/>
                </a:solidFill>
                <a:latin typeface="DejaVu Serif"/>
                <a:ea typeface="DejaVu Serif"/>
                <a:cs typeface="DejaVu Serif"/>
              </a:defRPr>
            </a:pPr>
            <a:r>
              <a:rPr sz="3075" b="0" dirty="0">
                <a:solidFill>
                  <a:srgbClr val="20252A"/>
                </a:solidFill>
                <a:latin typeface="DejaVu Serif"/>
                <a:ea typeface="DejaVu Serif"/>
                <a:cs typeface="DejaVu Serif"/>
              </a:rPr>
              <a:t>pᵢⱼ = bᵢⱼ(θᵢ − θⱼ)</a:t>
            </a:r>
          </a:p>
        </p:txBody>
      </p:sp>
      <p:sp>
        <p:nvSpPr>
          <p:cNvPr id="56" name="text-12">
            <a:extLst>
              <a:ext uri="{FF2B5EF4-FFF2-40B4-BE49-F238E27FC236}">
                <a16:creationId xmlns:a16="http://schemas.microsoft.com/office/drawing/2014/main" id="{E94CB688-BFEB-7766-C94B-F4F923C4E212}"/>
              </a:ext>
            </a:extLst>
          </p:cNvPr>
          <p:cNvSpPr>
            <a:spLocks noGrp="1"/>
          </p:cNvSpPr>
          <p:nvPr/>
        </p:nvSpPr>
        <p:spPr>
          <a:xfrm>
            <a:off x="1468838" y="4954521"/>
            <a:ext cx="3333750" cy="619125"/>
          </a:xfrm>
          <a:prstGeom prst="rect">
            <a:avLst/>
          </a:prstGeom>
          <a:noFill/>
          <a:ln w="0">
            <a:noFill/>
            <a:prstDash val="solid"/>
          </a:ln>
        </p:spPr>
        <p:txBody>
          <a:bodyPr wrap="square" lIns="0" tIns="0" rIns="0" bIns="0" anchor="t">
            <a:noAutofit/>
          </a:bodyPr>
          <a:lstStyle>
            <a:defPPr algn="l">
              <a:defRPr sz="3075" b="0">
                <a:solidFill>
                  <a:srgbClr val="20252A"/>
                </a:solidFill>
                <a:latin typeface="DejaVu Serif"/>
                <a:ea typeface="DejaVu Serif"/>
                <a:cs typeface="DejaVu Serif"/>
              </a:defRPr>
            </a:defPPr>
            <a:lvl1pPr algn="l">
              <a:defRPr sz="3075" b="0">
                <a:solidFill>
                  <a:srgbClr val="20252A"/>
                </a:solidFill>
                <a:latin typeface="DejaVu Serif"/>
                <a:ea typeface="DejaVu Serif"/>
                <a:cs typeface="DejaVu Serif"/>
              </a:defRPr>
            </a:lvl1pPr>
            <a:lvl2pPr algn="l">
              <a:defRPr sz="3075" b="0">
                <a:solidFill>
                  <a:srgbClr val="20252A"/>
                </a:solidFill>
                <a:latin typeface="DejaVu Serif"/>
                <a:ea typeface="DejaVu Serif"/>
                <a:cs typeface="DejaVu Serif"/>
              </a:defRPr>
            </a:lvl2pPr>
            <a:lvl3pPr algn="l">
              <a:defRPr sz="3075" b="0">
                <a:solidFill>
                  <a:srgbClr val="20252A"/>
                </a:solidFill>
                <a:latin typeface="DejaVu Serif"/>
                <a:ea typeface="DejaVu Serif"/>
                <a:cs typeface="DejaVu Serif"/>
              </a:defRPr>
            </a:lvl3pPr>
            <a:lvl4pPr algn="l">
              <a:defRPr sz="3075" b="0">
                <a:solidFill>
                  <a:srgbClr val="20252A"/>
                </a:solidFill>
                <a:latin typeface="DejaVu Serif"/>
                <a:ea typeface="DejaVu Serif"/>
                <a:cs typeface="DejaVu Serif"/>
              </a:defRPr>
            </a:lvl4pPr>
            <a:lvl5pPr algn="l">
              <a:defRPr sz="3075" b="0">
                <a:solidFill>
                  <a:srgbClr val="20252A"/>
                </a:solidFill>
                <a:latin typeface="DejaVu Serif"/>
                <a:ea typeface="DejaVu Serif"/>
                <a:cs typeface="DejaVu Serif"/>
              </a:defRPr>
            </a:lvl5pPr>
            <a:lvl6pPr algn="l">
              <a:defRPr sz="3075" b="0">
                <a:solidFill>
                  <a:srgbClr val="20252A"/>
                </a:solidFill>
                <a:latin typeface="DejaVu Serif"/>
                <a:ea typeface="DejaVu Serif"/>
                <a:cs typeface="DejaVu Serif"/>
              </a:defRPr>
            </a:lvl6pPr>
            <a:lvl7pPr algn="l">
              <a:defRPr sz="3075" b="0">
                <a:solidFill>
                  <a:srgbClr val="20252A"/>
                </a:solidFill>
                <a:latin typeface="DejaVu Serif"/>
                <a:ea typeface="DejaVu Serif"/>
                <a:cs typeface="DejaVu Serif"/>
              </a:defRPr>
            </a:lvl7pPr>
            <a:lvl8pPr algn="l">
              <a:defRPr sz="3075" b="0">
                <a:solidFill>
                  <a:srgbClr val="20252A"/>
                </a:solidFill>
                <a:latin typeface="DejaVu Serif"/>
                <a:ea typeface="DejaVu Serif"/>
                <a:cs typeface="DejaVu Serif"/>
              </a:defRPr>
            </a:lvl8pPr>
            <a:lvl9pPr algn="l">
              <a:defRPr sz="3075" b="0">
                <a:solidFill>
                  <a:srgbClr val="20252A"/>
                </a:solidFill>
                <a:latin typeface="DejaVu Serif"/>
                <a:ea typeface="DejaVu Serif"/>
                <a:cs typeface="DejaVu Serif"/>
              </a:defRPr>
            </a:lvl9pPr>
          </a:lstStyle>
          <a:p>
            <a:pPr algn="l">
              <a:defRPr sz="3075" b="0">
                <a:solidFill>
                  <a:srgbClr val="20252A"/>
                </a:solidFill>
                <a:latin typeface="DejaVu Serif"/>
                <a:ea typeface="DejaVu Serif"/>
                <a:cs typeface="DejaVu Serif"/>
              </a:defRPr>
            </a:pPr>
            <a:r>
              <a:rPr sz="3075" b="0" dirty="0">
                <a:solidFill>
                  <a:srgbClr val="20252A"/>
                </a:solidFill>
                <a:latin typeface="DejaVu Serif"/>
                <a:ea typeface="DejaVu Serif"/>
                <a:cs typeface="DejaVu Serif"/>
              </a:rPr>
              <a:t>|pᵢⱼ| ≤ tᵢⱼ</a:t>
            </a:r>
          </a:p>
        </p:txBody>
      </p:sp>
      <p:sp>
        <p:nvSpPr>
          <p:cNvPr id="58" name="Shape 0">
            <a:extLst>
              <a:ext uri="{FF2B5EF4-FFF2-40B4-BE49-F238E27FC236}">
                <a16:creationId xmlns:a16="http://schemas.microsoft.com/office/drawing/2014/main" id="{FC70DAA0-35BC-C856-C962-48EE945F4D2B}"/>
              </a:ext>
            </a:extLst>
          </p:cNvPr>
          <p:cNvSpPr/>
          <p:nvPr/>
        </p:nvSpPr>
        <p:spPr>
          <a:xfrm>
            <a:off x="7863840" y="731520"/>
            <a:ext cx="1005840" cy="64008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60" name="Shape 1">
            <a:extLst>
              <a:ext uri="{FF2B5EF4-FFF2-40B4-BE49-F238E27FC236}">
                <a16:creationId xmlns:a16="http://schemas.microsoft.com/office/drawing/2014/main" id="{052D1398-4DCD-A0E7-CAFC-176FF6644AB3}"/>
              </a:ext>
            </a:extLst>
          </p:cNvPr>
          <p:cNvSpPr/>
          <p:nvPr/>
        </p:nvSpPr>
        <p:spPr>
          <a:xfrm flipV="1">
            <a:off x="8869680" y="914400"/>
            <a:ext cx="1188720" cy="45720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62" name="Shape 2">
            <a:extLst>
              <a:ext uri="{FF2B5EF4-FFF2-40B4-BE49-F238E27FC236}">
                <a16:creationId xmlns:a16="http://schemas.microsoft.com/office/drawing/2014/main" id="{7D9A8998-E075-E4CC-BC7F-479F11858027}"/>
              </a:ext>
            </a:extLst>
          </p:cNvPr>
          <p:cNvSpPr/>
          <p:nvPr/>
        </p:nvSpPr>
        <p:spPr>
          <a:xfrm>
            <a:off x="10058400" y="914400"/>
            <a:ext cx="1188720" cy="73152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64" name="Shape 3">
            <a:extLst>
              <a:ext uri="{FF2B5EF4-FFF2-40B4-BE49-F238E27FC236}">
                <a16:creationId xmlns:a16="http://schemas.microsoft.com/office/drawing/2014/main" id="{B2C02636-A390-B7C1-6AA9-8E7B5588C5F2}"/>
              </a:ext>
            </a:extLst>
          </p:cNvPr>
          <p:cNvSpPr/>
          <p:nvPr/>
        </p:nvSpPr>
        <p:spPr>
          <a:xfrm>
            <a:off x="7863840" y="731520"/>
            <a:ext cx="457200" cy="182880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66" name="Shape 4">
            <a:extLst>
              <a:ext uri="{FF2B5EF4-FFF2-40B4-BE49-F238E27FC236}">
                <a16:creationId xmlns:a16="http://schemas.microsoft.com/office/drawing/2014/main" id="{160E6423-949B-10AC-F1A9-65D301F47896}"/>
              </a:ext>
            </a:extLst>
          </p:cNvPr>
          <p:cNvSpPr/>
          <p:nvPr/>
        </p:nvSpPr>
        <p:spPr>
          <a:xfrm flipH="1">
            <a:off x="8321040" y="1371600"/>
            <a:ext cx="548640" cy="118872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68" name="Shape 5">
            <a:extLst>
              <a:ext uri="{FF2B5EF4-FFF2-40B4-BE49-F238E27FC236}">
                <a16:creationId xmlns:a16="http://schemas.microsoft.com/office/drawing/2014/main" id="{45E22DFD-D0C5-2C27-CCCC-9135FC7BCA94}"/>
              </a:ext>
            </a:extLst>
          </p:cNvPr>
          <p:cNvSpPr/>
          <p:nvPr/>
        </p:nvSpPr>
        <p:spPr>
          <a:xfrm>
            <a:off x="8869680" y="1371600"/>
            <a:ext cx="731520" cy="173736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70" name="Shape 6">
            <a:extLst>
              <a:ext uri="{FF2B5EF4-FFF2-40B4-BE49-F238E27FC236}">
                <a16:creationId xmlns:a16="http://schemas.microsoft.com/office/drawing/2014/main" id="{29BD634A-4E05-5C6D-DA27-3207321C4575}"/>
              </a:ext>
            </a:extLst>
          </p:cNvPr>
          <p:cNvSpPr/>
          <p:nvPr/>
        </p:nvSpPr>
        <p:spPr>
          <a:xfrm flipH="1">
            <a:off x="9601200" y="914400"/>
            <a:ext cx="457200" cy="219456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72" name="Shape 7">
            <a:extLst>
              <a:ext uri="{FF2B5EF4-FFF2-40B4-BE49-F238E27FC236}">
                <a16:creationId xmlns:a16="http://schemas.microsoft.com/office/drawing/2014/main" id="{43000861-7C23-277B-1127-5EB2035C4934}"/>
              </a:ext>
            </a:extLst>
          </p:cNvPr>
          <p:cNvSpPr/>
          <p:nvPr/>
        </p:nvSpPr>
        <p:spPr>
          <a:xfrm flipH="1">
            <a:off x="10972800" y="1645920"/>
            <a:ext cx="274320" cy="109728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74" name="Shape 8">
            <a:extLst>
              <a:ext uri="{FF2B5EF4-FFF2-40B4-BE49-F238E27FC236}">
                <a16:creationId xmlns:a16="http://schemas.microsoft.com/office/drawing/2014/main" id="{CC43D8C2-6EC5-AAAB-8DDE-E242A325CA24}"/>
              </a:ext>
            </a:extLst>
          </p:cNvPr>
          <p:cNvSpPr/>
          <p:nvPr/>
        </p:nvSpPr>
        <p:spPr>
          <a:xfrm>
            <a:off x="8321040" y="2560320"/>
            <a:ext cx="1280160" cy="54864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76" name="Shape 9">
            <a:extLst>
              <a:ext uri="{FF2B5EF4-FFF2-40B4-BE49-F238E27FC236}">
                <a16:creationId xmlns:a16="http://schemas.microsoft.com/office/drawing/2014/main" id="{C7D8DAC9-8808-9BEB-144A-51C40410FCDB}"/>
              </a:ext>
            </a:extLst>
          </p:cNvPr>
          <p:cNvSpPr/>
          <p:nvPr/>
        </p:nvSpPr>
        <p:spPr>
          <a:xfrm flipV="1">
            <a:off x="9601200" y="2743200"/>
            <a:ext cx="1371600" cy="36576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78" name="Shape 10">
            <a:extLst>
              <a:ext uri="{FF2B5EF4-FFF2-40B4-BE49-F238E27FC236}">
                <a16:creationId xmlns:a16="http://schemas.microsoft.com/office/drawing/2014/main" id="{1DC4B47D-6CF9-C396-57E1-02C72FCDFA39}"/>
              </a:ext>
            </a:extLst>
          </p:cNvPr>
          <p:cNvSpPr/>
          <p:nvPr/>
        </p:nvSpPr>
        <p:spPr>
          <a:xfrm flipH="1">
            <a:off x="7498080" y="2560320"/>
            <a:ext cx="822960" cy="146304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80" name="Shape 11">
            <a:extLst>
              <a:ext uri="{FF2B5EF4-FFF2-40B4-BE49-F238E27FC236}">
                <a16:creationId xmlns:a16="http://schemas.microsoft.com/office/drawing/2014/main" id="{7AB3532C-4973-C625-FDA4-39167585EB3A}"/>
              </a:ext>
            </a:extLst>
          </p:cNvPr>
          <p:cNvSpPr/>
          <p:nvPr/>
        </p:nvSpPr>
        <p:spPr>
          <a:xfrm>
            <a:off x="8321040" y="2560320"/>
            <a:ext cx="640080" cy="182880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82" name="Shape 12">
            <a:extLst>
              <a:ext uri="{FF2B5EF4-FFF2-40B4-BE49-F238E27FC236}">
                <a16:creationId xmlns:a16="http://schemas.microsoft.com/office/drawing/2014/main" id="{114768EB-FD71-0854-84BC-ADD2530D96F1}"/>
              </a:ext>
            </a:extLst>
          </p:cNvPr>
          <p:cNvSpPr/>
          <p:nvPr/>
        </p:nvSpPr>
        <p:spPr>
          <a:xfrm flipH="1">
            <a:off x="8961120" y="3108960"/>
            <a:ext cx="640080" cy="128016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84" name="Shape 13">
            <a:extLst>
              <a:ext uri="{FF2B5EF4-FFF2-40B4-BE49-F238E27FC236}">
                <a16:creationId xmlns:a16="http://schemas.microsoft.com/office/drawing/2014/main" id="{CE8CD66D-8527-1932-CC7B-0DA95A820A70}"/>
              </a:ext>
            </a:extLst>
          </p:cNvPr>
          <p:cNvSpPr/>
          <p:nvPr/>
        </p:nvSpPr>
        <p:spPr>
          <a:xfrm flipH="1">
            <a:off x="10424160" y="2743200"/>
            <a:ext cx="548640" cy="109728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86" name="Shape 14">
            <a:extLst>
              <a:ext uri="{FF2B5EF4-FFF2-40B4-BE49-F238E27FC236}">
                <a16:creationId xmlns:a16="http://schemas.microsoft.com/office/drawing/2014/main" id="{5ABE73B3-613E-37A9-B9F9-326D5E80CDEF}"/>
              </a:ext>
            </a:extLst>
          </p:cNvPr>
          <p:cNvSpPr/>
          <p:nvPr/>
        </p:nvSpPr>
        <p:spPr>
          <a:xfrm>
            <a:off x="7498080" y="4023360"/>
            <a:ext cx="1463040" cy="36576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88" name="Shape 15">
            <a:extLst>
              <a:ext uri="{FF2B5EF4-FFF2-40B4-BE49-F238E27FC236}">
                <a16:creationId xmlns:a16="http://schemas.microsoft.com/office/drawing/2014/main" id="{8BC0F6B7-221C-EFBA-8B82-71EAC9AD80AF}"/>
              </a:ext>
            </a:extLst>
          </p:cNvPr>
          <p:cNvSpPr/>
          <p:nvPr/>
        </p:nvSpPr>
        <p:spPr>
          <a:xfrm flipV="1">
            <a:off x="8961120" y="3840480"/>
            <a:ext cx="1463040" cy="54864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90" name="Shape 16">
            <a:extLst>
              <a:ext uri="{FF2B5EF4-FFF2-40B4-BE49-F238E27FC236}">
                <a16:creationId xmlns:a16="http://schemas.microsoft.com/office/drawing/2014/main" id="{F6FF6D95-D866-DAD7-7E62-1674F904945D}"/>
              </a:ext>
            </a:extLst>
          </p:cNvPr>
          <p:cNvSpPr/>
          <p:nvPr/>
        </p:nvSpPr>
        <p:spPr>
          <a:xfrm>
            <a:off x="10424160" y="3840480"/>
            <a:ext cx="1097280" cy="73152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92" name="Shape 17">
            <a:extLst>
              <a:ext uri="{FF2B5EF4-FFF2-40B4-BE49-F238E27FC236}">
                <a16:creationId xmlns:a16="http://schemas.microsoft.com/office/drawing/2014/main" id="{3D288363-9DDB-1BF8-83A1-DBA00E60E037}"/>
              </a:ext>
            </a:extLst>
          </p:cNvPr>
          <p:cNvSpPr/>
          <p:nvPr/>
        </p:nvSpPr>
        <p:spPr>
          <a:xfrm>
            <a:off x="7498080" y="4023360"/>
            <a:ext cx="548640" cy="155448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94" name="Shape 18">
            <a:extLst>
              <a:ext uri="{FF2B5EF4-FFF2-40B4-BE49-F238E27FC236}">
                <a16:creationId xmlns:a16="http://schemas.microsoft.com/office/drawing/2014/main" id="{C819EF2E-2E71-388C-26C0-5FEC339A7242}"/>
              </a:ext>
            </a:extLst>
          </p:cNvPr>
          <p:cNvSpPr/>
          <p:nvPr/>
        </p:nvSpPr>
        <p:spPr>
          <a:xfrm flipH="1">
            <a:off x="8046720" y="4389120"/>
            <a:ext cx="914400" cy="118872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96" name="Shape 19">
            <a:extLst>
              <a:ext uri="{FF2B5EF4-FFF2-40B4-BE49-F238E27FC236}">
                <a16:creationId xmlns:a16="http://schemas.microsoft.com/office/drawing/2014/main" id="{EA212947-72FD-3E79-ADB7-12DEA44D2400}"/>
              </a:ext>
            </a:extLst>
          </p:cNvPr>
          <p:cNvSpPr/>
          <p:nvPr/>
        </p:nvSpPr>
        <p:spPr>
          <a:xfrm>
            <a:off x="8961120" y="4389120"/>
            <a:ext cx="914400" cy="137160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98" name="Shape 20">
            <a:extLst>
              <a:ext uri="{FF2B5EF4-FFF2-40B4-BE49-F238E27FC236}">
                <a16:creationId xmlns:a16="http://schemas.microsoft.com/office/drawing/2014/main" id="{D6F90040-3369-C13B-C2E4-0B0A60DE98EF}"/>
              </a:ext>
            </a:extLst>
          </p:cNvPr>
          <p:cNvSpPr/>
          <p:nvPr/>
        </p:nvSpPr>
        <p:spPr>
          <a:xfrm flipH="1">
            <a:off x="9875520" y="3840480"/>
            <a:ext cx="548640" cy="192024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00" name="Shape 21">
            <a:extLst>
              <a:ext uri="{FF2B5EF4-FFF2-40B4-BE49-F238E27FC236}">
                <a16:creationId xmlns:a16="http://schemas.microsoft.com/office/drawing/2014/main" id="{71FB9A4B-250C-C9C0-C128-47734403DB10}"/>
              </a:ext>
            </a:extLst>
          </p:cNvPr>
          <p:cNvSpPr/>
          <p:nvPr/>
        </p:nvSpPr>
        <p:spPr>
          <a:xfrm flipH="1">
            <a:off x="11064240" y="4572000"/>
            <a:ext cx="457200" cy="91440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02" name="Shape 22">
            <a:extLst>
              <a:ext uri="{FF2B5EF4-FFF2-40B4-BE49-F238E27FC236}">
                <a16:creationId xmlns:a16="http://schemas.microsoft.com/office/drawing/2014/main" id="{4C6EF480-51FA-0839-5685-424D9DC2B33B}"/>
              </a:ext>
            </a:extLst>
          </p:cNvPr>
          <p:cNvSpPr/>
          <p:nvPr/>
        </p:nvSpPr>
        <p:spPr>
          <a:xfrm flipV="1">
            <a:off x="9875520" y="5486400"/>
            <a:ext cx="1188720" cy="274320"/>
          </a:xfrm>
          <a:prstGeom prst="line">
            <a:avLst/>
          </a:prstGeom>
          <a:ln w="12700">
            <a:solidFill>
              <a:srgbClr val="2A4A60">
                <a:alpha val="7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04" name="Shape 23">
            <a:extLst>
              <a:ext uri="{FF2B5EF4-FFF2-40B4-BE49-F238E27FC236}">
                <a16:creationId xmlns:a16="http://schemas.microsoft.com/office/drawing/2014/main" id="{C09853F0-0FAC-B0BB-2785-E5DE1255F547}"/>
              </a:ext>
            </a:extLst>
          </p:cNvPr>
          <p:cNvSpPr/>
          <p:nvPr/>
        </p:nvSpPr>
        <p:spPr>
          <a:xfrm>
            <a:off x="7813440" y="681120"/>
            <a:ext cx="100080" cy="100080"/>
          </a:xfrm>
          <a:prstGeom prst="ellipse">
            <a:avLst/>
          </a:prstGeom>
          <a:solidFill>
            <a:srgbClr val="F28C35"/>
          </a:solidFill>
          <a:ln w="12700">
            <a:solidFill>
              <a:srgbClr val="F28C35"/>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06" name="Shape 24">
            <a:extLst>
              <a:ext uri="{FF2B5EF4-FFF2-40B4-BE49-F238E27FC236}">
                <a16:creationId xmlns:a16="http://schemas.microsoft.com/office/drawing/2014/main" id="{D99E75CF-5024-C48E-926C-195E9AD43A16}"/>
              </a:ext>
            </a:extLst>
          </p:cNvPr>
          <p:cNvSpPr/>
          <p:nvPr/>
        </p:nvSpPr>
        <p:spPr>
          <a:xfrm>
            <a:off x="8819280" y="1321200"/>
            <a:ext cx="100080" cy="100080"/>
          </a:xfrm>
          <a:prstGeom prst="ellipse">
            <a:avLst/>
          </a:prstGeom>
          <a:solidFill>
            <a:srgbClr val="3C6178"/>
          </a:solidFill>
          <a:ln w="12700">
            <a:solidFill>
              <a:srgbClr val="3C6178"/>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08" name="Shape 25">
            <a:extLst>
              <a:ext uri="{FF2B5EF4-FFF2-40B4-BE49-F238E27FC236}">
                <a16:creationId xmlns:a16="http://schemas.microsoft.com/office/drawing/2014/main" id="{C73FDF73-CCC2-739A-6147-5F74E2F110A5}"/>
              </a:ext>
            </a:extLst>
          </p:cNvPr>
          <p:cNvSpPr/>
          <p:nvPr/>
        </p:nvSpPr>
        <p:spPr>
          <a:xfrm>
            <a:off x="10008000" y="864000"/>
            <a:ext cx="100080" cy="100080"/>
          </a:xfrm>
          <a:prstGeom prst="ellipse">
            <a:avLst/>
          </a:prstGeom>
          <a:solidFill>
            <a:srgbClr val="3C6178"/>
          </a:solidFill>
          <a:ln w="12700">
            <a:solidFill>
              <a:srgbClr val="3C6178"/>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0" name="Shape 26">
            <a:extLst>
              <a:ext uri="{FF2B5EF4-FFF2-40B4-BE49-F238E27FC236}">
                <a16:creationId xmlns:a16="http://schemas.microsoft.com/office/drawing/2014/main" id="{592C6C1C-E7B5-1BEF-5CF0-5FC95D799654}"/>
              </a:ext>
            </a:extLst>
          </p:cNvPr>
          <p:cNvSpPr/>
          <p:nvPr/>
        </p:nvSpPr>
        <p:spPr>
          <a:xfrm>
            <a:off x="11196720" y="1595520"/>
            <a:ext cx="100080" cy="100080"/>
          </a:xfrm>
          <a:prstGeom prst="ellipse">
            <a:avLst/>
          </a:prstGeom>
          <a:solidFill>
            <a:srgbClr val="3C6178"/>
          </a:solidFill>
          <a:ln w="12700">
            <a:solidFill>
              <a:srgbClr val="3C6178"/>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2" name="Shape 27">
            <a:extLst>
              <a:ext uri="{FF2B5EF4-FFF2-40B4-BE49-F238E27FC236}">
                <a16:creationId xmlns:a16="http://schemas.microsoft.com/office/drawing/2014/main" id="{AA4E5A68-5BEE-2EDA-A788-22FFBB088F59}"/>
              </a:ext>
            </a:extLst>
          </p:cNvPr>
          <p:cNvSpPr/>
          <p:nvPr/>
        </p:nvSpPr>
        <p:spPr>
          <a:xfrm>
            <a:off x="8270640" y="2509920"/>
            <a:ext cx="100080" cy="100080"/>
          </a:xfrm>
          <a:prstGeom prst="ellipse">
            <a:avLst/>
          </a:prstGeom>
          <a:solidFill>
            <a:srgbClr val="F28C35"/>
          </a:solidFill>
          <a:ln w="12700">
            <a:solidFill>
              <a:srgbClr val="F28C35"/>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4" name="Shape 28">
            <a:extLst>
              <a:ext uri="{FF2B5EF4-FFF2-40B4-BE49-F238E27FC236}">
                <a16:creationId xmlns:a16="http://schemas.microsoft.com/office/drawing/2014/main" id="{AC0FB891-EB53-0EE1-0B1D-13EEC8885A80}"/>
              </a:ext>
            </a:extLst>
          </p:cNvPr>
          <p:cNvSpPr/>
          <p:nvPr/>
        </p:nvSpPr>
        <p:spPr>
          <a:xfrm>
            <a:off x="9550800" y="3058560"/>
            <a:ext cx="100080" cy="100080"/>
          </a:xfrm>
          <a:prstGeom prst="ellipse">
            <a:avLst/>
          </a:prstGeom>
          <a:solidFill>
            <a:srgbClr val="3C6178"/>
          </a:solidFill>
          <a:ln w="12700">
            <a:solidFill>
              <a:srgbClr val="3C6178"/>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6" name="Shape 29">
            <a:extLst>
              <a:ext uri="{FF2B5EF4-FFF2-40B4-BE49-F238E27FC236}">
                <a16:creationId xmlns:a16="http://schemas.microsoft.com/office/drawing/2014/main" id="{28E915E4-332B-EBB8-1B64-A4FCD58B619F}"/>
              </a:ext>
            </a:extLst>
          </p:cNvPr>
          <p:cNvSpPr/>
          <p:nvPr/>
        </p:nvSpPr>
        <p:spPr>
          <a:xfrm>
            <a:off x="10922400" y="2692800"/>
            <a:ext cx="100080" cy="100080"/>
          </a:xfrm>
          <a:prstGeom prst="ellipse">
            <a:avLst/>
          </a:prstGeom>
          <a:solidFill>
            <a:srgbClr val="3C6178"/>
          </a:solidFill>
          <a:ln w="12700">
            <a:solidFill>
              <a:srgbClr val="3C6178"/>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8" name="Shape 30">
            <a:extLst>
              <a:ext uri="{FF2B5EF4-FFF2-40B4-BE49-F238E27FC236}">
                <a16:creationId xmlns:a16="http://schemas.microsoft.com/office/drawing/2014/main" id="{20DB95A2-6B2D-8DE5-DB08-3DC63025D746}"/>
              </a:ext>
            </a:extLst>
          </p:cNvPr>
          <p:cNvSpPr/>
          <p:nvPr/>
        </p:nvSpPr>
        <p:spPr>
          <a:xfrm>
            <a:off x="7447680" y="3972960"/>
            <a:ext cx="100080" cy="100080"/>
          </a:xfrm>
          <a:prstGeom prst="ellipse">
            <a:avLst/>
          </a:prstGeom>
          <a:solidFill>
            <a:srgbClr val="3C6178"/>
          </a:solidFill>
          <a:ln w="12700">
            <a:solidFill>
              <a:srgbClr val="3C6178"/>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20" name="Shape 31">
            <a:extLst>
              <a:ext uri="{FF2B5EF4-FFF2-40B4-BE49-F238E27FC236}">
                <a16:creationId xmlns:a16="http://schemas.microsoft.com/office/drawing/2014/main" id="{8BEB55B1-1308-A8AA-3397-BD195E1BF3BB}"/>
              </a:ext>
            </a:extLst>
          </p:cNvPr>
          <p:cNvSpPr/>
          <p:nvPr/>
        </p:nvSpPr>
        <p:spPr>
          <a:xfrm>
            <a:off x="8910720" y="4338720"/>
            <a:ext cx="100080" cy="100080"/>
          </a:xfrm>
          <a:prstGeom prst="ellipse">
            <a:avLst/>
          </a:prstGeom>
          <a:solidFill>
            <a:srgbClr val="F28C35"/>
          </a:solidFill>
          <a:ln w="12700">
            <a:solidFill>
              <a:srgbClr val="F28C35"/>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22" name="Shape 32">
            <a:extLst>
              <a:ext uri="{FF2B5EF4-FFF2-40B4-BE49-F238E27FC236}">
                <a16:creationId xmlns:a16="http://schemas.microsoft.com/office/drawing/2014/main" id="{DBDB1F71-FFEB-74A1-DC84-91A58978B8DE}"/>
              </a:ext>
            </a:extLst>
          </p:cNvPr>
          <p:cNvSpPr/>
          <p:nvPr/>
        </p:nvSpPr>
        <p:spPr>
          <a:xfrm>
            <a:off x="10373760" y="3790080"/>
            <a:ext cx="100080" cy="100080"/>
          </a:xfrm>
          <a:prstGeom prst="ellipse">
            <a:avLst/>
          </a:prstGeom>
          <a:solidFill>
            <a:srgbClr val="3C6178"/>
          </a:solidFill>
          <a:ln w="12700">
            <a:solidFill>
              <a:srgbClr val="3C6178"/>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24" name="Shape 33">
            <a:extLst>
              <a:ext uri="{FF2B5EF4-FFF2-40B4-BE49-F238E27FC236}">
                <a16:creationId xmlns:a16="http://schemas.microsoft.com/office/drawing/2014/main" id="{A828E688-09D1-2F8B-0721-3FD0287D7A0A}"/>
              </a:ext>
            </a:extLst>
          </p:cNvPr>
          <p:cNvSpPr/>
          <p:nvPr/>
        </p:nvSpPr>
        <p:spPr>
          <a:xfrm>
            <a:off x="11471040" y="4521600"/>
            <a:ext cx="100080" cy="100080"/>
          </a:xfrm>
          <a:prstGeom prst="ellipse">
            <a:avLst/>
          </a:prstGeom>
          <a:solidFill>
            <a:srgbClr val="3C6178"/>
          </a:solidFill>
          <a:ln w="12700">
            <a:solidFill>
              <a:srgbClr val="3C6178"/>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26" name="Shape 34">
            <a:extLst>
              <a:ext uri="{FF2B5EF4-FFF2-40B4-BE49-F238E27FC236}">
                <a16:creationId xmlns:a16="http://schemas.microsoft.com/office/drawing/2014/main" id="{C1EAFC68-B276-717F-0E33-55BFD6A5C0CB}"/>
              </a:ext>
            </a:extLst>
          </p:cNvPr>
          <p:cNvSpPr/>
          <p:nvPr/>
        </p:nvSpPr>
        <p:spPr>
          <a:xfrm>
            <a:off x="7996320" y="5527440"/>
            <a:ext cx="100080" cy="100080"/>
          </a:xfrm>
          <a:prstGeom prst="ellipse">
            <a:avLst/>
          </a:prstGeom>
          <a:solidFill>
            <a:srgbClr val="3C6178"/>
          </a:solidFill>
          <a:ln w="12700">
            <a:solidFill>
              <a:srgbClr val="3C6178"/>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28" name="Shape 35">
            <a:extLst>
              <a:ext uri="{FF2B5EF4-FFF2-40B4-BE49-F238E27FC236}">
                <a16:creationId xmlns:a16="http://schemas.microsoft.com/office/drawing/2014/main" id="{F64E05AD-D0A4-E521-FA99-600EC0E7B559}"/>
              </a:ext>
            </a:extLst>
          </p:cNvPr>
          <p:cNvSpPr/>
          <p:nvPr/>
        </p:nvSpPr>
        <p:spPr>
          <a:xfrm>
            <a:off x="9825120" y="5710320"/>
            <a:ext cx="100080" cy="100080"/>
          </a:xfrm>
          <a:prstGeom prst="ellipse">
            <a:avLst/>
          </a:prstGeom>
          <a:solidFill>
            <a:srgbClr val="F28C35"/>
          </a:solidFill>
          <a:ln w="12700">
            <a:solidFill>
              <a:srgbClr val="F28C35"/>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30" name="Shape 36">
            <a:extLst>
              <a:ext uri="{FF2B5EF4-FFF2-40B4-BE49-F238E27FC236}">
                <a16:creationId xmlns:a16="http://schemas.microsoft.com/office/drawing/2014/main" id="{ABD02BD1-CB32-6029-CF9F-C94195555697}"/>
              </a:ext>
            </a:extLst>
          </p:cNvPr>
          <p:cNvSpPr/>
          <p:nvPr/>
        </p:nvSpPr>
        <p:spPr>
          <a:xfrm>
            <a:off x="11013840" y="5436000"/>
            <a:ext cx="100080" cy="100080"/>
          </a:xfrm>
          <a:prstGeom prst="ellipse">
            <a:avLst/>
          </a:prstGeom>
          <a:solidFill>
            <a:srgbClr val="3C6178"/>
          </a:solidFill>
          <a:ln w="12700">
            <a:solidFill>
              <a:srgbClr val="3C6178"/>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32" name="Text 43">
            <a:extLst>
              <a:ext uri="{FF2B5EF4-FFF2-40B4-BE49-F238E27FC236}">
                <a16:creationId xmlns:a16="http://schemas.microsoft.com/office/drawing/2014/main" id="{88C7C933-80AB-3A03-16B9-BC3A8F667F95}"/>
              </a:ext>
            </a:extLst>
          </p:cNvPr>
          <p:cNvSpPr/>
          <p:nvPr/>
        </p:nvSpPr>
        <p:spPr>
          <a:xfrm>
            <a:off x="7863840" y="5344200"/>
            <a:ext cx="1051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00" b="1" u="none" strike="noStrike">
                <a:solidFill>
                  <a:srgbClr val="FFFFFF"/>
                </a:solidFill>
                <a:effectLst/>
                <a:uFillTx/>
                <a:latin typeface="Inter"/>
                <a:ea typeface="Inter"/>
              </a:rPr>
              <a:t>Line 7</a:t>
            </a:r>
            <a:endParaRPr lang="en-US" sz="1100" b="0" u="none" strike="noStrike">
              <a:solidFill>
                <a:srgbClr val="FFFFFF"/>
              </a:solidFill>
              <a:effectLst/>
              <a:uFillTx/>
              <a:latin typeface="Arial"/>
            </a:endParaRPr>
          </a:p>
        </p:txBody>
      </p:sp>
      <p:sp>
        <p:nvSpPr>
          <p:cNvPr id="134" name="Text 46">
            <a:extLst>
              <a:ext uri="{FF2B5EF4-FFF2-40B4-BE49-F238E27FC236}">
                <a16:creationId xmlns:a16="http://schemas.microsoft.com/office/drawing/2014/main" id="{A2B44B3B-4927-35E6-1650-2D28C95C9F9C}"/>
              </a:ext>
            </a:extLst>
          </p:cNvPr>
          <p:cNvSpPr/>
          <p:nvPr/>
        </p:nvSpPr>
        <p:spPr>
          <a:xfrm>
            <a:off x="9326880" y="5294520"/>
            <a:ext cx="1051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00" b="1" u="none" strike="noStrike">
                <a:solidFill>
                  <a:srgbClr val="FFFFFF"/>
                </a:solidFill>
                <a:effectLst/>
                <a:uFillTx/>
                <a:latin typeface="Inter"/>
                <a:ea typeface="Inter"/>
              </a:rPr>
              <a:t>Line 3</a:t>
            </a:r>
            <a:endParaRPr lang="en-US" sz="1100" b="0" u="none" strike="noStrike">
              <a:solidFill>
                <a:srgbClr val="FFFFFF"/>
              </a:solidFill>
              <a:effectLst/>
              <a:uFillTx/>
              <a:latin typeface="Arial"/>
            </a:endParaRPr>
          </a:p>
        </p:txBody>
      </p:sp>
      <p:sp>
        <p:nvSpPr>
          <p:cNvPr id="136" name="Text 19">
            <a:extLst>
              <a:ext uri="{FF2B5EF4-FFF2-40B4-BE49-F238E27FC236}">
                <a16:creationId xmlns:a16="http://schemas.microsoft.com/office/drawing/2014/main" id="{B2E79441-2DA2-A346-5618-FD91594EE598}"/>
              </a:ext>
            </a:extLst>
          </p:cNvPr>
          <p:cNvSpPr/>
          <p:nvPr/>
        </p:nvSpPr>
        <p:spPr>
          <a:xfrm>
            <a:off x="1042658" y="5599991"/>
            <a:ext cx="47950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b="0" u="none" strike="noStrike" dirty="0">
                <a:effectLst/>
                <a:uFillTx/>
                <a:latin typeface="Inter"/>
                <a:ea typeface="Inter"/>
              </a:rPr>
              <a:t>Capacity tᵢⱼ bounds the flow pᵢⱼ.</a:t>
            </a:r>
            <a:endParaRPr lang="en-US" b="0" u="none" strike="noStrike" dirty="0">
              <a:effectLst/>
              <a:uFillTx/>
              <a:latin typeface="Arial"/>
            </a:endParaRPr>
          </a:p>
        </p:txBody>
      </p:sp>
      <p:sp>
        <p:nvSpPr>
          <p:cNvPr id="138" name="Text 6">
            <a:extLst>
              <a:ext uri="{FF2B5EF4-FFF2-40B4-BE49-F238E27FC236}">
                <a16:creationId xmlns:a16="http://schemas.microsoft.com/office/drawing/2014/main" id="{17FF684B-CEEC-645A-D562-B3212704393B}"/>
              </a:ext>
            </a:extLst>
          </p:cNvPr>
          <p:cNvSpPr/>
          <p:nvPr/>
        </p:nvSpPr>
        <p:spPr>
          <a:xfrm>
            <a:off x="1245090" y="2806171"/>
            <a:ext cx="47950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b="0" u="none" strike="noStrike" dirty="0">
                <a:effectLst/>
                <a:uFillTx/>
                <a:latin typeface="Inter"/>
                <a:ea typeface="Inter"/>
              </a:rPr>
              <a:t>Power cannot appear or disappear at a bus.</a:t>
            </a:r>
            <a:endParaRPr lang="en-US" b="0" u="none" strike="noStrike" dirty="0">
              <a:effectLst/>
              <a:uFillTx/>
              <a:latin typeface="Arial"/>
            </a:endParaRPr>
          </a:p>
        </p:txBody>
      </p:sp>
    </p:spTree>
    <p:extLst>
      <p:ext uri="{BB962C8B-B14F-4D97-AF65-F5344CB8AC3E}">
        <p14:creationId xmlns:p14="http://schemas.microsoft.com/office/powerpoint/2010/main" val="4020135143"/>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ectangle: Rounded Corners 92">
            <a:extLst>
              <a:ext uri="{FF2B5EF4-FFF2-40B4-BE49-F238E27FC236}">
                <a16:creationId xmlns:a16="http://schemas.microsoft.com/office/drawing/2014/main" id="{B76C1D81-F893-1D34-BE6B-EDBDC62F724F}"/>
              </a:ext>
            </a:extLst>
          </p:cNvPr>
          <p:cNvSpPr/>
          <p:nvPr/>
        </p:nvSpPr>
        <p:spPr>
          <a:xfrm>
            <a:off x="571153" y="2754154"/>
            <a:ext cx="3254150" cy="3464250"/>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itle 31"/>
          <p:cNvSpPr>
            <a:spLocks noGrp="1"/>
          </p:cNvSpPr>
          <p:nvPr>
            <p:ph type="title"/>
          </p:nvPr>
        </p:nvSpPr>
        <p:spPr>
          <a:xfrm>
            <a:off x="840349" y="69423"/>
            <a:ext cx="4083304" cy="1357295"/>
          </a:xfrm>
        </p:spPr>
        <p:txBody>
          <a:bodyPr/>
          <a:lstStyle/>
          <a:p>
            <a:r>
              <a:rPr lang="en-US" b="1" dirty="0">
                <a:gradFill>
                  <a:gsLst>
                    <a:gs pos="15000">
                      <a:schemeClr val="bg1"/>
                    </a:gs>
                    <a:gs pos="47000">
                      <a:schemeClr val="bg1"/>
                    </a:gs>
                  </a:gsLst>
                  <a:lin ang="5400000" scaled="1"/>
                </a:gradFill>
              </a:rPr>
              <a:t>MOTIVATION</a:t>
            </a:r>
            <a:br>
              <a:rPr lang="en-US" b="1" dirty="0">
                <a:gradFill>
                  <a:gsLst>
                    <a:gs pos="15000">
                      <a:schemeClr val="bg1"/>
                    </a:gs>
                    <a:gs pos="47000">
                      <a:schemeClr val="bg1"/>
                    </a:gs>
                  </a:gsLst>
                  <a:lin ang="5400000" scaled="1"/>
                </a:gradFill>
              </a:rPr>
            </a:br>
            <a:r>
              <a:rPr lang="en-US" b="1" dirty="0">
                <a:gradFill>
                  <a:gsLst>
                    <a:gs pos="15000">
                      <a:schemeClr val="bg1"/>
                    </a:gs>
                    <a:gs pos="47000">
                      <a:schemeClr val="bg1"/>
                    </a:gs>
                  </a:gsLst>
                  <a:lin ang="5400000" scaled="1"/>
                </a:gradFill>
              </a:rPr>
              <a:t>	FOR SEQUIN</a:t>
            </a:r>
          </a:p>
        </p:txBody>
      </p:sp>
      <p:sp>
        <p:nvSpPr>
          <p:cNvPr id="58" name="Text Placeholder 5">
            <a:extLst>
              <a:ext uri="{FF2B5EF4-FFF2-40B4-BE49-F238E27FC236}">
                <a16:creationId xmlns:a16="http://schemas.microsoft.com/office/drawing/2014/main" id="{D3976B5B-EFCB-6B77-6ED0-A49C908C5691}"/>
              </a:ext>
            </a:extLst>
          </p:cNvPr>
          <p:cNvSpPr txBox="1">
            <a:spLocks/>
          </p:cNvSpPr>
          <p:nvPr/>
        </p:nvSpPr>
        <p:spPr>
          <a:xfrm>
            <a:off x="5274233" y="372237"/>
            <a:ext cx="9084398" cy="590931"/>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400" b="1" kern="1200">
                <a:gradFill>
                  <a:gsLst>
                    <a:gs pos="15000">
                      <a:schemeClr val="tx1"/>
                    </a:gs>
                    <a:gs pos="47000">
                      <a:schemeClr val="tx1"/>
                    </a:gs>
                  </a:gsLst>
                  <a:lin ang="5400000" scaled="1"/>
                </a:gradFill>
                <a:latin typeface="+mn-lt"/>
                <a:ea typeface="+mn-ea"/>
                <a:cs typeface="+mn-cs"/>
              </a:defRPr>
            </a:lvl1pPr>
            <a:lvl2pPr marL="0" indent="0" algn="l" defTabSz="914400" rtl="0" eaLnBrk="1" latinLnBrk="0" hangingPunct="1">
              <a:lnSpc>
                <a:spcPct val="90000"/>
              </a:lnSpc>
              <a:spcBef>
                <a:spcPts val="500"/>
              </a:spcBef>
              <a:buFont typeface="Arial" panose="020B0604020202020204" pitchFamily="34" charset="0"/>
              <a:buNone/>
              <a:defRPr sz="2000" kern="1200">
                <a:solidFill>
                  <a:schemeClr val="tx1">
                    <a:lumMod val="65000"/>
                    <a:lumOff val="35000"/>
                  </a:schemeClr>
                </a:solidFill>
                <a:latin typeface="+mn-lt"/>
                <a:ea typeface="+mn-ea"/>
                <a:cs typeface="+mn-cs"/>
              </a:defRPr>
            </a:lvl2pPr>
            <a:lvl3pPr marL="0" indent="0" algn="l" defTabSz="914400" rtl="0" eaLnBrk="1" latinLnBrk="0" hangingPunct="1">
              <a:lnSpc>
                <a:spcPct val="90000"/>
              </a:lnSpc>
              <a:spcBef>
                <a:spcPts val="1200"/>
              </a:spcBef>
              <a:spcAft>
                <a:spcPts val="1200"/>
              </a:spcAft>
              <a:buFont typeface="Arial" panose="020B0604020202020204" pitchFamily="34" charset="0"/>
              <a:buNone/>
              <a:defRPr sz="2000" b="1" kern="1200">
                <a:solidFill>
                  <a:schemeClr val="tx2"/>
                </a:solidFill>
                <a:latin typeface="+mn-lt"/>
                <a:ea typeface="+mn-ea"/>
                <a:cs typeface="+mn-cs"/>
              </a:defRPr>
            </a:lvl3pPr>
            <a:lvl4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1">
                    <a:lumMod val="85000"/>
                    <a:lumOff val="15000"/>
                  </a:schemeClr>
                </a:solidFill>
                <a:latin typeface="+mn-lt"/>
                <a:ea typeface="+mn-ea"/>
                <a:cs typeface="+mn-cs"/>
              </a:defRPr>
            </a:lvl4pPr>
            <a:lvl5pPr marL="0" indent="0" algn="l" defTabSz="914400" rtl="0" eaLnBrk="1" latinLnBrk="0" hangingPunct="1">
              <a:lnSpc>
                <a:spcPct val="90000"/>
              </a:lnSpc>
              <a:spcBef>
                <a:spcPts val="0"/>
              </a:spcBef>
              <a:spcAft>
                <a:spcPts val="1200"/>
              </a:spcAft>
              <a:buFont typeface="Arial" panose="020B0604020202020204" pitchFamily="34" charset="0"/>
              <a:buNone/>
              <a:defRPr sz="16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Traditional vs Sequential</a:t>
            </a:r>
          </a:p>
        </p:txBody>
      </p:sp>
      <p:cxnSp>
        <p:nvCxnSpPr>
          <p:cNvPr id="59" name="Connector: Curved 58">
            <a:extLst>
              <a:ext uri="{FF2B5EF4-FFF2-40B4-BE49-F238E27FC236}">
                <a16:creationId xmlns:a16="http://schemas.microsoft.com/office/drawing/2014/main" id="{97BDEC5C-A945-B000-78BE-259B2ED2F8F3}"/>
              </a:ext>
            </a:extLst>
          </p:cNvPr>
          <p:cNvCxnSpPr>
            <a:stCxn id="79" idx="4"/>
            <a:endCxn id="80" idx="0"/>
          </p:cNvCxnSpPr>
          <p:nvPr/>
        </p:nvCxnSpPr>
        <p:spPr>
          <a:xfrm>
            <a:off x="10782300" y="3067050"/>
            <a:ext cx="0" cy="542925"/>
          </a:xfrm>
          <a:prstGeom prst="curvedConnector2">
            <a:avLst/>
          </a:prstGeom>
          <a:ln w="23813">
            <a:solidFill>
              <a:srgbClr val="244BD6"/>
            </a:solidFill>
            <a:prstDash val="solid"/>
            <a:tailEnd type="triangle" w="sm" len="sm"/>
          </a:ln>
        </p:spPr>
      </p:cxnSp>
      <p:cxnSp>
        <p:nvCxnSpPr>
          <p:cNvPr id="60" name="Straight Arrow Connector 59">
            <a:extLst>
              <a:ext uri="{FF2B5EF4-FFF2-40B4-BE49-F238E27FC236}">
                <a16:creationId xmlns:a16="http://schemas.microsoft.com/office/drawing/2014/main" id="{33C8EF12-0CAC-4A3C-DBE6-377EB440C6CA}"/>
              </a:ext>
            </a:extLst>
          </p:cNvPr>
          <p:cNvCxnSpPr>
            <a:stCxn id="78" idx="6"/>
            <a:endCxn id="79" idx="2"/>
          </p:cNvCxnSpPr>
          <p:nvPr/>
        </p:nvCxnSpPr>
        <p:spPr>
          <a:xfrm>
            <a:off x="9144000" y="2676525"/>
            <a:ext cx="1247775" cy="0"/>
          </a:xfrm>
          <a:prstGeom prst="straightConnector1">
            <a:avLst/>
          </a:prstGeom>
          <a:ln w="23813">
            <a:solidFill>
              <a:srgbClr val="244BD6"/>
            </a:solidFill>
            <a:prstDash val="solid"/>
            <a:tailEnd type="triangle" w="sm" len="sm"/>
          </a:ln>
        </p:spPr>
      </p:cxnSp>
      <p:sp>
        <p:nvSpPr>
          <p:cNvPr id="61" name="text-4">
            <a:extLst>
              <a:ext uri="{FF2B5EF4-FFF2-40B4-BE49-F238E27FC236}">
                <a16:creationId xmlns:a16="http://schemas.microsoft.com/office/drawing/2014/main" id="{718FCAE2-D7B0-98C8-E6A7-9FF5B7D1D173}"/>
              </a:ext>
            </a:extLst>
          </p:cNvPr>
          <p:cNvSpPr>
            <a:spLocks noGrp="1"/>
          </p:cNvSpPr>
          <p:nvPr/>
        </p:nvSpPr>
        <p:spPr>
          <a:xfrm>
            <a:off x="4448175" y="1581150"/>
            <a:ext cx="3476625" cy="438150"/>
          </a:xfrm>
          <a:prstGeom prst="rect">
            <a:avLst/>
          </a:prstGeom>
          <a:noFill/>
          <a:ln w="0">
            <a:noFill/>
            <a:prstDash val="solid"/>
          </a:ln>
        </p:spPr>
        <p:txBody>
          <a:bodyPr wrap="square" lIns="0" tIns="0" rIns="0" bIns="0" anchor="t">
            <a:noAutofit/>
          </a:bodyPr>
          <a:lstStyle>
            <a:defPPr algn="l">
              <a:defRPr sz="2550" b="1">
                <a:solidFill>
                  <a:srgbClr val="20252A"/>
                </a:solidFill>
                <a:latin typeface="Nimbus Sans"/>
                <a:ea typeface="Nimbus Sans"/>
                <a:cs typeface="Nimbus Sans"/>
              </a:defRPr>
            </a:defPPr>
            <a:lvl1pPr algn="l">
              <a:defRPr sz="2550" b="1">
                <a:solidFill>
                  <a:srgbClr val="20252A"/>
                </a:solidFill>
                <a:latin typeface="Nimbus Sans"/>
                <a:ea typeface="Nimbus Sans"/>
                <a:cs typeface="Nimbus Sans"/>
              </a:defRPr>
            </a:lvl1pPr>
            <a:lvl2pPr algn="l">
              <a:defRPr sz="2550" b="1">
                <a:solidFill>
                  <a:srgbClr val="20252A"/>
                </a:solidFill>
                <a:latin typeface="Nimbus Sans"/>
                <a:ea typeface="Nimbus Sans"/>
                <a:cs typeface="Nimbus Sans"/>
              </a:defRPr>
            </a:lvl2pPr>
            <a:lvl3pPr algn="l">
              <a:defRPr sz="2550" b="1">
                <a:solidFill>
                  <a:srgbClr val="20252A"/>
                </a:solidFill>
                <a:latin typeface="Nimbus Sans"/>
                <a:ea typeface="Nimbus Sans"/>
                <a:cs typeface="Nimbus Sans"/>
              </a:defRPr>
            </a:lvl3pPr>
            <a:lvl4pPr algn="l">
              <a:defRPr sz="2550" b="1">
                <a:solidFill>
                  <a:srgbClr val="20252A"/>
                </a:solidFill>
                <a:latin typeface="Nimbus Sans"/>
                <a:ea typeface="Nimbus Sans"/>
                <a:cs typeface="Nimbus Sans"/>
              </a:defRPr>
            </a:lvl4pPr>
            <a:lvl5pPr algn="l">
              <a:defRPr sz="2550" b="1">
                <a:solidFill>
                  <a:srgbClr val="20252A"/>
                </a:solidFill>
                <a:latin typeface="Nimbus Sans"/>
                <a:ea typeface="Nimbus Sans"/>
                <a:cs typeface="Nimbus Sans"/>
              </a:defRPr>
            </a:lvl5pPr>
            <a:lvl6pPr algn="l">
              <a:defRPr sz="2550" b="1">
                <a:solidFill>
                  <a:srgbClr val="20252A"/>
                </a:solidFill>
                <a:latin typeface="Nimbus Sans"/>
                <a:ea typeface="Nimbus Sans"/>
                <a:cs typeface="Nimbus Sans"/>
              </a:defRPr>
            </a:lvl6pPr>
            <a:lvl7pPr algn="l">
              <a:defRPr sz="2550" b="1">
                <a:solidFill>
                  <a:srgbClr val="20252A"/>
                </a:solidFill>
                <a:latin typeface="Nimbus Sans"/>
                <a:ea typeface="Nimbus Sans"/>
                <a:cs typeface="Nimbus Sans"/>
              </a:defRPr>
            </a:lvl7pPr>
            <a:lvl8pPr algn="l">
              <a:defRPr sz="2550" b="1">
                <a:solidFill>
                  <a:srgbClr val="20252A"/>
                </a:solidFill>
                <a:latin typeface="Nimbus Sans"/>
                <a:ea typeface="Nimbus Sans"/>
                <a:cs typeface="Nimbus Sans"/>
              </a:defRPr>
            </a:lvl8pPr>
            <a:lvl9pPr algn="l">
              <a:defRPr sz="2550" b="1">
                <a:solidFill>
                  <a:srgbClr val="20252A"/>
                </a:solidFill>
                <a:latin typeface="Nimbus Sans"/>
                <a:ea typeface="Nimbus Sans"/>
                <a:cs typeface="Nimbus Sans"/>
              </a:defRPr>
            </a:lvl9pPr>
          </a:lstStyle>
          <a:p>
            <a:pPr algn="l">
              <a:defRPr sz="2550" b="1">
                <a:solidFill>
                  <a:srgbClr val="20252A"/>
                </a:solidFill>
                <a:latin typeface="Nimbus Sans"/>
                <a:ea typeface="Nimbus Sans"/>
                <a:cs typeface="Nimbus Sans"/>
              </a:defRPr>
            </a:pPr>
            <a:r>
              <a:rPr sz="2550" b="1" dirty="0">
                <a:solidFill>
                  <a:srgbClr val="20252A"/>
                </a:solidFill>
                <a:latin typeface="Nimbus Sans"/>
                <a:ea typeface="Nimbus Sans"/>
                <a:cs typeface="Nimbus Sans"/>
              </a:rPr>
              <a:t>Simultaneous N-k</a:t>
            </a:r>
          </a:p>
        </p:txBody>
      </p:sp>
      <p:sp>
        <p:nvSpPr>
          <p:cNvPr id="62" name="text-5">
            <a:extLst>
              <a:ext uri="{FF2B5EF4-FFF2-40B4-BE49-F238E27FC236}">
                <a16:creationId xmlns:a16="http://schemas.microsoft.com/office/drawing/2014/main" id="{BD19D314-3C9D-8D31-C8C8-05C8E34E75D3}"/>
              </a:ext>
            </a:extLst>
          </p:cNvPr>
          <p:cNvSpPr>
            <a:spLocks noGrp="1"/>
          </p:cNvSpPr>
          <p:nvPr/>
        </p:nvSpPr>
        <p:spPr>
          <a:xfrm>
            <a:off x="8353425" y="1581150"/>
            <a:ext cx="3333750" cy="438150"/>
          </a:xfrm>
          <a:prstGeom prst="rect">
            <a:avLst/>
          </a:prstGeom>
          <a:noFill/>
          <a:ln w="0">
            <a:noFill/>
            <a:prstDash val="solid"/>
          </a:ln>
        </p:spPr>
        <p:txBody>
          <a:bodyPr wrap="square" lIns="0" tIns="0" rIns="0" bIns="0" anchor="t">
            <a:noAutofit/>
          </a:bodyPr>
          <a:lstStyle>
            <a:defPPr algn="l">
              <a:defRPr sz="2550" b="1">
                <a:solidFill>
                  <a:srgbClr val="244BD6"/>
                </a:solidFill>
                <a:latin typeface="Nimbus Sans"/>
                <a:ea typeface="Nimbus Sans"/>
                <a:cs typeface="Nimbus Sans"/>
              </a:defRPr>
            </a:defPPr>
            <a:lvl1pPr algn="l">
              <a:defRPr sz="2550" b="1">
                <a:solidFill>
                  <a:srgbClr val="244BD6"/>
                </a:solidFill>
                <a:latin typeface="Nimbus Sans"/>
                <a:ea typeface="Nimbus Sans"/>
                <a:cs typeface="Nimbus Sans"/>
              </a:defRPr>
            </a:lvl1pPr>
            <a:lvl2pPr algn="l">
              <a:defRPr sz="2550" b="1">
                <a:solidFill>
                  <a:srgbClr val="244BD6"/>
                </a:solidFill>
                <a:latin typeface="Nimbus Sans"/>
                <a:ea typeface="Nimbus Sans"/>
                <a:cs typeface="Nimbus Sans"/>
              </a:defRPr>
            </a:lvl2pPr>
            <a:lvl3pPr algn="l">
              <a:defRPr sz="2550" b="1">
                <a:solidFill>
                  <a:srgbClr val="244BD6"/>
                </a:solidFill>
                <a:latin typeface="Nimbus Sans"/>
                <a:ea typeface="Nimbus Sans"/>
                <a:cs typeface="Nimbus Sans"/>
              </a:defRPr>
            </a:lvl3pPr>
            <a:lvl4pPr algn="l">
              <a:defRPr sz="2550" b="1">
                <a:solidFill>
                  <a:srgbClr val="244BD6"/>
                </a:solidFill>
                <a:latin typeface="Nimbus Sans"/>
                <a:ea typeface="Nimbus Sans"/>
                <a:cs typeface="Nimbus Sans"/>
              </a:defRPr>
            </a:lvl4pPr>
            <a:lvl5pPr algn="l">
              <a:defRPr sz="2550" b="1">
                <a:solidFill>
                  <a:srgbClr val="244BD6"/>
                </a:solidFill>
                <a:latin typeface="Nimbus Sans"/>
                <a:ea typeface="Nimbus Sans"/>
                <a:cs typeface="Nimbus Sans"/>
              </a:defRPr>
            </a:lvl5pPr>
            <a:lvl6pPr algn="l">
              <a:defRPr sz="2550" b="1">
                <a:solidFill>
                  <a:srgbClr val="244BD6"/>
                </a:solidFill>
                <a:latin typeface="Nimbus Sans"/>
                <a:ea typeface="Nimbus Sans"/>
                <a:cs typeface="Nimbus Sans"/>
              </a:defRPr>
            </a:lvl6pPr>
            <a:lvl7pPr algn="l">
              <a:defRPr sz="2550" b="1">
                <a:solidFill>
                  <a:srgbClr val="244BD6"/>
                </a:solidFill>
                <a:latin typeface="Nimbus Sans"/>
                <a:ea typeface="Nimbus Sans"/>
                <a:cs typeface="Nimbus Sans"/>
              </a:defRPr>
            </a:lvl7pPr>
            <a:lvl8pPr algn="l">
              <a:defRPr sz="2550" b="1">
                <a:solidFill>
                  <a:srgbClr val="244BD6"/>
                </a:solidFill>
                <a:latin typeface="Nimbus Sans"/>
                <a:ea typeface="Nimbus Sans"/>
                <a:cs typeface="Nimbus Sans"/>
              </a:defRPr>
            </a:lvl8pPr>
            <a:lvl9pPr algn="l">
              <a:defRPr sz="2550" b="1">
                <a:solidFill>
                  <a:srgbClr val="244BD6"/>
                </a:solidFill>
                <a:latin typeface="Nimbus Sans"/>
                <a:ea typeface="Nimbus Sans"/>
                <a:cs typeface="Nimbus Sans"/>
              </a:defRPr>
            </a:lvl9pPr>
          </a:lstStyle>
          <a:p>
            <a:pPr algn="l">
              <a:defRPr sz="2550" b="1">
                <a:solidFill>
                  <a:srgbClr val="244BD6"/>
                </a:solidFill>
                <a:latin typeface="Nimbus Sans"/>
                <a:ea typeface="Nimbus Sans"/>
                <a:cs typeface="Nimbus Sans"/>
              </a:defRPr>
            </a:pPr>
            <a:r>
              <a:rPr sz="2550" b="1">
                <a:solidFill>
                  <a:srgbClr val="244BD6"/>
                </a:solidFill>
                <a:latin typeface="Nimbus Sans"/>
                <a:ea typeface="Nimbus Sans"/>
                <a:cs typeface="Nimbus Sans"/>
              </a:rPr>
              <a:t>Sequential N-k</a:t>
            </a:r>
          </a:p>
        </p:txBody>
      </p:sp>
      <p:sp>
        <p:nvSpPr>
          <p:cNvPr id="63" name="line-20">
            <a:extLst>
              <a:ext uri="{FF2B5EF4-FFF2-40B4-BE49-F238E27FC236}">
                <a16:creationId xmlns:a16="http://schemas.microsoft.com/office/drawing/2014/main" id="{A32919F9-8B62-F313-285B-3E5793AF5E27}"/>
              </a:ext>
            </a:extLst>
          </p:cNvPr>
          <p:cNvSpPr>
            <a:spLocks noGrp="1"/>
          </p:cNvSpPr>
          <p:nvPr/>
        </p:nvSpPr>
        <p:spPr>
          <a:xfrm flipV="1">
            <a:off x="4743450" y="2535079"/>
            <a:ext cx="709422" cy="612934"/>
          </a:xfrm>
          <a:prstGeom prst="line">
            <a:avLst/>
          </a:prstGeom>
          <a:noFill/>
          <a:ln w="23813">
            <a:solidFill>
              <a:srgbClr val="244BD6"/>
            </a:solidFill>
            <a:prstDash val="solid"/>
          </a:ln>
        </p:spPr>
        <p:txBody>
          <a:bodyPr/>
          <a:lstStyle/>
          <a:p>
            <a:endParaRPr lang="en-IN"/>
          </a:p>
        </p:txBody>
      </p:sp>
      <p:sp>
        <p:nvSpPr>
          <p:cNvPr id="64" name="line-21">
            <a:extLst>
              <a:ext uri="{FF2B5EF4-FFF2-40B4-BE49-F238E27FC236}">
                <a16:creationId xmlns:a16="http://schemas.microsoft.com/office/drawing/2014/main" id="{97B808DF-0193-6798-5945-2E341C449F3D}"/>
              </a:ext>
            </a:extLst>
          </p:cNvPr>
          <p:cNvSpPr>
            <a:spLocks noGrp="1"/>
          </p:cNvSpPr>
          <p:nvPr/>
        </p:nvSpPr>
        <p:spPr>
          <a:xfrm>
            <a:off x="4743450" y="3148013"/>
            <a:ext cx="709422" cy="544830"/>
          </a:xfrm>
          <a:prstGeom prst="line">
            <a:avLst/>
          </a:prstGeom>
          <a:noFill/>
          <a:ln w="33338">
            <a:solidFill>
              <a:srgbClr val="D8533F"/>
            </a:solidFill>
            <a:prstDash val="dash"/>
          </a:ln>
        </p:spPr>
        <p:txBody>
          <a:bodyPr/>
          <a:lstStyle/>
          <a:p>
            <a:endParaRPr lang="en-IN"/>
          </a:p>
        </p:txBody>
      </p:sp>
      <p:sp>
        <p:nvSpPr>
          <p:cNvPr id="66" name="line-22">
            <a:extLst>
              <a:ext uri="{FF2B5EF4-FFF2-40B4-BE49-F238E27FC236}">
                <a16:creationId xmlns:a16="http://schemas.microsoft.com/office/drawing/2014/main" id="{E6286D59-692A-3CB0-6D0C-F13A3F6E7202}"/>
              </a:ext>
            </a:extLst>
          </p:cNvPr>
          <p:cNvSpPr>
            <a:spLocks noGrp="1"/>
          </p:cNvSpPr>
          <p:nvPr/>
        </p:nvSpPr>
        <p:spPr>
          <a:xfrm>
            <a:off x="5452872" y="2535079"/>
            <a:ext cx="0" cy="1157764"/>
          </a:xfrm>
          <a:prstGeom prst="line">
            <a:avLst/>
          </a:prstGeom>
          <a:noFill/>
          <a:ln w="23813">
            <a:solidFill>
              <a:srgbClr val="244BD6"/>
            </a:solidFill>
            <a:prstDash val="solid"/>
          </a:ln>
        </p:spPr>
        <p:txBody>
          <a:bodyPr/>
          <a:lstStyle/>
          <a:p>
            <a:endParaRPr lang="en-IN"/>
          </a:p>
        </p:txBody>
      </p:sp>
      <p:sp>
        <p:nvSpPr>
          <p:cNvPr id="67" name="line-23">
            <a:extLst>
              <a:ext uri="{FF2B5EF4-FFF2-40B4-BE49-F238E27FC236}">
                <a16:creationId xmlns:a16="http://schemas.microsoft.com/office/drawing/2014/main" id="{FA4D2971-25C0-8D34-2A6D-E39745B0B26A}"/>
              </a:ext>
            </a:extLst>
          </p:cNvPr>
          <p:cNvSpPr>
            <a:spLocks noGrp="1"/>
          </p:cNvSpPr>
          <p:nvPr/>
        </p:nvSpPr>
        <p:spPr>
          <a:xfrm>
            <a:off x="5452872" y="2535079"/>
            <a:ext cx="1064133" cy="0"/>
          </a:xfrm>
          <a:prstGeom prst="line">
            <a:avLst/>
          </a:prstGeom>
          <a:noFill/>
          <a:ln w="23813">
            <a:solidFill>
              <a:srgbClr val="244BD6"/>
            </a:solidFill>
            <a:prstDash val="solid"/>
          </a:ln>
        </p:spPr>
        <p:txBody>
          <a:bodyPr/>
          <a:lstStyle/>
          <a:p>
            <a:endParaRPr lang="en-IN"/>
          </a:p>
        </p:txBody>
      </p:sp>
      <p:sp>
        <p:nvSpPr>
          <p:cNvPr id="68" name="line-24">
            <a:extLst>
              <a:ext uri="{FF2B5EF4-FFF2-40B4-BE49-F238E27FC236}">
                <a16:creationId xmlns:a16="http://schemas.microsoft.com/office/drawing/2014/main" id="{F302595E-EDAA-1CC2-CE2D-502B0C6F7629}"/>
              </a:ext>
            </a:extLst>
          </p:cNvPr>
          <p:cNvSpPr>
            <a:spLocks noGrp="1"/>
          </p:cNvSpPr>
          <p:nvPr/>
        </p:nvSpPr>
        <p:spPr>
          <a:xfrm>
            <a:off x="5452872" y="3692843"/>
            <a:ext cx="1064133" cy="0"/>
          </a:xfrm>
          <a:prstGeom prst="line">
            <a:avLst/>
          </a:prstGeom>
          <a:noFill/>
          <a:ln w="23813">
            <a:solidFill>
              <a:srgbClr val="244BD6"/>
            </a:solidFill>
            <a:prstDash val="solid"/>
          </a:ln>
        </p:spPr>
        <p:txBody>
          <a:bodyPr/>
          <a:lstStyle/>
          <a:p>
            <a:endParaRPr lang="en-IN"/>
          </a:p>
        </p:txBody>
      </p:sp>
      <p:sp>
        <p:nvSpPr>
          <p:cNvPr id="69" name="line-25">
            <a:extLst>
              <a:ext uri="{FF2B5EF4-FFF2-40B4-BE49-F238E27FC236}">
                <a16:creationId xmlns:a16="http://schemas.microsoft.com/office/drawing/2014/main" id="{67BFF3E4-F774-2F52-6C03-5C6A6DA07E28}"/>
              </a:ext>
            </a:extLst>
          </p:cNvPr>
          <p:cNvSpPr>
            <a:spLocks noGrp="1"/>
          </p:cNvSpPr>
          <p:nvPr/>
        </p:nvSpPr>
        <p:spPr>
          <a:xfrm>
            <a:off x="6517005" y="2535079"/>
            <a:ext cx="0" cy="1157764"/>
          </a:xfrm>
          <a:prstGeom prst="line">
            <a:avLst/>
          </a:prstGeom>
          <a:noFill/>
          <a:ln w="33338">
            <a:solidFill>
              <a:srgbClr val="D8533F"/>
            </a:solidFill>
            <a:prstDash val="dash"/>
          </a:ln>
        </p:spPr>
        <p:txBody>
          <a:bodyPr/>
          <a:lstStyle/>
          <a:p>
            <a:endParaRPr lang="en-IN"/>
          </a:p>
        </p:txBody>
      </p:sp>
      <p:sp>
        <p:nvSpPr>
          <p:cNvPr id="70" name="line-26">
            <a:extLst>
              <a:ext uri="{FF2B5EF4-FFF2-40B4-BE49-F238E27FC236}">
                <a16:creationId xmlns:a16="http://schemas.microsoft.com/office/drawing/2014/main" id="{96DCE309-DBE1-E4D2-6B7F-AE60F6B98793}"/>
              </a:ext>
            </a:extLst>
          </p:cNvPr>
          <p:cNvSpPr>
            <a:spLocks noGrp="1"/>
          </p:cNvSpPr>
          <p:nvPr/>
        </p:nvSpPr>
        <p:spPr>
          <a:xfrm>
            <a:off x="6517005" y="2535079"/>
            <a:ext cx="760095" cy="612934"/>
          </a:xfrm>
          <a:prstGeom prst="line">
            <a:avLst/>
          </a:prstGeom>
          <a:noFill/>
          <a:ln w="23813">
            <a:solidFill>
              <a:srgbClr val="244BD6"/>
            </a:solidFill>
            <a:prstDash val="solid"/>
          </a:ln>
        </p:spPr>
        <p:txBody>
          <a:bodyPr/>
          <a:lstStyle/>
          <a:p>
            <a:endParaRPr lang="en-IN"/>
          </a:p>
        </p:txBody>
      </p:sp>
      <p:sp>
        <p:nvSpPr>
          <p:cNvPr id="71" name="line-27">
            <a:extLst>
              <a:ext uri="{FF2B5EF4-FFF2-40B4-BE49-F238E27FC236}">
                <a16:creationId xmlns:a16="http://schemas.microsoft.com/office/drawing/2014/main" id="{59A7A3ED-E4F8-6FFB-04D2-B0CF2C452127}"/>
              </a:ext>
            </a:extLst>
          </p:cNvPr>
          <p:cNvSpPr>
            <a:spLocks noGrp="1"/>
          </p:cNvSpPr>
          <p:nvPr/>
        </p:nvSpPr>
        <p:spPr>
          <a:xfrm flipV="1">
            <a:off x="6517005" y="3148013"/>
            <a:ext cx="760095" cy="544830"/>
          </a:xfrm>
          <a:prstGeom prst="line">
            <a:avLst/>
          </a:prstGeom>
          <a:noFill/>
          <a:ln w="23813">
            <a:solidFill>
              <a:srgbClr val="244BD6"/>
            </a:solidFill>
            <a:prstDash val="solid"/>
          </a:ln>
        </p:spPr>
        <p:txBody>
          <a:bodyPr/>
          <a:lstStyle/>
          <a:p>
            <a:endParaRPr lang="en-IN"/>
          </a:p>
        </p:txBody>
      </p:sp>
      <p:sp>
        <p:nvSpPr>
          <p:cNvPr id="72" name="node-">
            <a:extLst>
              <a:ext uri="{FF2B5EF4-FFF2-40B4-BE49-F238E27FC236}">
                <a16:creationId xmlns:a16="http://schemas.microsoft.com/office/drawing/2014/main" id="{6F669E57-2F71-F91D-3308-7FE4ACA65720}"/>
              </a:ext>
            </a:extLst>
          </p:cNvPr>
          <p:cNvSpPr>
            <a:spLocks noGrp="1"/>
          </p:cNvSpPr>
          <p:nvPr/>
        </p:nvSpPr>
        <p:spPr>
          <a:xfrm>
            <a:off x="4524375" y="2928938"/>
            <a:ext cx="438150" cy="438150"/>
          </a:xfrm>
          <a:prstGeom prst="ellipse">
            <a:avLst/>
          </a:prstGeom>
          <a:solidFill>
            <a:srgbClr val="FFFFFF"/>
          </a:solidFill>
          <a:ln w="19050">
            <a:solidFill>
              <a:srgbClr val="244BD6"/>
            </a:solidFill>
            <a:prstDash val="solid"/>
          </a:ln>
        </p:spPr>
        <p:txBody>
          <a:bodyPr lIns="0" tIns="0" rIns="0" bIns="0" anchor="ctr">
            <a:noAutofit/>
          </a:bodyPr>
          <a:lstStyle>
            <a:defPPr algn="ctr">
              <a:defRPr sz="1725" b="1">
                <a:solidFill>
                  <a:srgbClr val="244BD6"/>
                </a:solidFill>
                <a:latin typeface="Nimbus Sans"/>
                <a:ea typeface="Nimbus Sans"/>
                <a:cs typeface="Nimbus Sans"/>
              </a:defRPr>
            </a:defPPr>
            <a:lvl1pPr algn="ctr">
              <a:defRPr sz="1725" b="1">
                <a:solidFill>
                  <a:srgbClr val="244BD6"/>
                </a:solidFill>
                <a:latin typeface="Nimbus Sans"/>
                <a:ea typeface="Nimbus Sans"/>
                <a:cs typeface="Nimbus Sans"/>
              </a:defRPr>
            </a:lvl1pPr>
            <a:lvl2pPr algn="ctr">
              <a:defRPr sz="1725" b="1">
                <a:solidFill>
                  <a:srgbClr val="244BD6"/>
                </a:solidFill>
                <a:latin typeface="Nimbus Sans"/>
                <a:ea typeface="Nimbus Sans"/>
                <a:cs typeface="Nimbus Sans"/>
              </a:defRPr>
            </a:lvl2pPr>
            <a:lvl3pPr algn="ctr">
              <a:defRPr sz="1725" b="1">
                <a:solidFill>
                  <a:srgbClr val="244BD6"/>
                </a:solidFill>
                <a:latin typeface="Nimbus Sans"/>
                <a:ea typeface="Nimbus Sans"/>
                <a:cs typeface="Nimbus Sans"/>
              </a:defRPr>
            </a:lvl3pPr>
            <a:lvl4pPr algn="ctr">
              <a:defRPr sz="1725" b="1">
                <a:solidFill>
                  <a:srgbClr val="244BD6"/>
                </a:solidFill>
                <a:latin typeface="Nimbus Sans"/>
                <a:ea typeface="Nimbus Sans"/>
                <a:cs typeface="Nimbus Sans"/>
              </a:defRPr>
            </a:lvl4pPr>
            <a:lvl5pPr algn="ctr">
              <a:defRPr sz="1725" b="1">
                <a:solidFill>
                  <a:srgbClr val="244BD6"/>
                </a:solidFill>
                <a:latin typeface="Nimbus Sans"/>
                <a:ea typeface="Nimbus Sans"/>
                <a:cs typeface="Nimbus Sans"/>
              </a:defRPr>
            </a:lvl5pPr>
            <a:lvl6pPr algn="ctr">
              <a:defRPr sz="1725" b="1">
                <a:solidFill>
                  <a:srgbClr val="244BD6"/>
                </a:solidFill>
                <a:latin typeface="Nimbus Sans"/>
                <a:ea typeface="Nimbus Sans"/>
                <a:cs typeface="Nimbus Sans"/>
              </a:defRPr>
            </a:lvl6pPr>
            <a:lvl7pPr algn="ctr">
              <a:defRPr sz="1725" b="1">
                <a:solidFill>
                  <a:srgbClr val="244BD6"/>
                </a:solidFill>
                <a:latin typeface="Nimbus Sans"/>
                <a:ea typeface="Nimbus Sans"/>
                <a:cs typeface="Nimbus Sans"/>
              </a:defRPr>
            </a:lvl7pPr>
            <a:lvl8pPr algn="ctr">
              <a:defRPr sz="1725" b="1">
                <a:solidFill>
                  <a:srgbClr val="244BD6"/>
                </a:solidFill>
                <a:latin typeface="Nimbus Sans"/>
                <a:ea typeface="Nimbus Sans"/>
                <a:cs typeface="Nimbus Sans"/>
              </a:defRPr>
            </a:lvl8pPr>
            <a:lvl9pPr algn="ctr">
              <a:defRPr sz="1725" b="1">
                <a:solidFill>
                  <a:srgbClr val="244BD6"/>
                </a:solidFill>
                <a:latin typeface="Nimbus Sans"/>
                <a:ea typeface="Nimbus Sans"/>
                <a:cs typeface="Nimbus Sans"/>
              </a:defRPr>
            </a:lvl9pPr>
          </a:lstStyle>
          <a:p>
            <a:endParaRPr/>
          </a:p>
        </p:txBody>
      </p:sp>
      <p:sp>
        <p:nvSpPr>
          <p:cNvPr id="73" name="node-">
            <a:extLst>
              <a:ext uri="{FF2B5EF4-FFF2-40B4-BE49-F238E27FC236}">
                <a16:creationId xmlns:a16="http://schemas.microsoft.com/office/drawing/2014/main" id="{223C56A9-1AAE-7615-7BFE-BC1883CD6841}"/>
              </a:ext>
            </a:extLst>
          </p:cNvPr>
          <p:cNvSpPr>
            <a:spLocks noGrp="1"/>
          </p:cNvSpPr>
          <p:nvPr/>
        </p:nvSpPr>
        <p:spPr>
          <a:xfrm>
            <a:off x="5233797" y="2316004"/>
            <a:ext cx="438150" cy="438150"/>
          </a:xfrm>
          <a:prstGeom prst="ellipse">
            <a:avLst/>
          </a:prstGeom>
          <a:solidFill>
            <a:srgbClr val="FFFFFF"/>
          </a:solidFill>
          <a:ln w="19050">
            <a:solidFill>
              <a:srgbClr val="244BD6"/>
            </a:solidFill>
            <a:prstDash val="solid"/>
          </a:ln>
        </p:spPr>
        <p:txBody>
          <a:bodyPr lIns="0" tIns="0" rIns="0" bIns="0" anchor="ctr">
            <a:noAutofit/>
          </a:bodyPr>
          <a:lstStyle>
            <a:defPPr algn="ctr">
              <a:defRPr sz="1725" b="1">
                <a:solidFill>
                  <a:srgbClr val="244BD6"/>
                </a:solidFill>
                <a:latin typeface="Nimbus Sans"/>
                <a:ea typeface="Nimbus Sans"/>
                <a:cs typeface="Nimbus Sans"/>
              </a:defRPr>
            </a:defPPr>
            <a:lvl1pPr algn="ctr">
              <a:defRPr sz="1725" b="1">
                <a:solidFill>
                  <a:srgbClr val="244BD6"/>
                </a:solidFill>
                <a:latin typeface="Nimbus Sans"/>
                <a:ea typeface="Nimbus Sans"/>
                <a:cs typeface="Nimbus Sans"/>
              </a:defRPr>
            </a:lvl1pPr>
            <a:lvl2pPr algn="ctr">
              <a:defRPr sz="1725" b="1">
                <a:solidFill>
                  <a:srgbClr val="244BD6"/>
                </a:solidFill>
                <a:latin typeface="Nimbus Sans"/>
                <a:ea typeface="Nimbus Sans"/>
                <a:cs typeface="Nimbus Sans"/>
              </a:defRPr>
            </a:lvl2pPr>
            <a:lvl3pPr algn="ctr">
              <a:defRPr sz="1725" b="1">
                <a:solidFill>
                  <a:srgbClr val="244BD6"/>
                </a:solidFill>
                <a:latin typeface="Nimbus Sans"/>
                <a:ea typeface="Nimbus Sans"/>
                <a:cs typeface="Nimbus Sans"/>
              </a:defRPr>
            </a:lvl3pPr>
            <a:lvl4pPr algn="ctr">
              <a:defRPr sz="1725" b="1">
                <a:solidFill>
                  <a:srgbClr val="244BD6"/>
                </a:solidFill>
                <a:latin typeface="Nimbus Sans"/>
                <a:ea typeface="Nimbus Sans"/>
                <a:cs typeface="Nimbus Sans"/>
              </a:defRPr>
            </a:lvl4pPr>
            <a:lvl5pPr algn="ctr">
              <a:defRPr sz="1725" b="1">
                <a:solidFill>
                  <a:srgbClr val="244BD6"/>
                </a:solidFill>
                <a:latin typeface="Nimbus Sans"/>
                <a:ea typeface="Nimbus Sans"/>
                <a:cs typeface="Nimbus Sans"/>
              </a:defRPr>
            </a:lvl5pPr>
            <a:lvl6pPr algn="ctr">
              <a:defRPr sz="1725" b="1">
                <a:solidFill>
                  <a:srgbClr val="244BD6"/>
                </a:solidFill>
                <a:latin typeface="Nimbus Sans"/>
                <a:ea typeface="Nimbus Sans"/>
                <a:cs typeface="Nimbus Sans"/>
              </a:defRPr>
            </a:lvl6pPr>
            <a:lvl7pPr algn="ctr">
              <a:defRPr sz="1725" b="1">
                <a:solidFill>
                  <a:srgbClr val="244BD6"/>
                </a:solidFill>
                <a:latin typeface="Nimbus Sans"/>
                <a:ea typeface="Nimbus Sans"/>
                <a:cs typeface="Nimbus Sans"/>
              </a:defRPr>
            </a:lvl7pPr>
            <a:lvl8pPr algn="ctr">
              <a:defRPr sz="1725" b="1">
                <a:solidFill>
                  <a:srgbClr val="244BD6"/>
                </a:solidFill>
                <a:latin typeface="Nimbus Sans"/>
                <a:ea typeface="Nimbus Sans"/>
                <a:cs typeface="Nimbus Sans"/>
              </a:defRPr>
            </a:lvl8pPr>
            <a:lvl9pPr algn="ctr">
              <a:defRPr sz="1725" b="1">
                <a:solidFill>
                  <a:srgbClr val="244BD6"/>
                </a:solidFill>
                <a:latin typeface="Nimbus Sans"/>
                <a:ea typeface="Nimbus Sans"/>
                <a:cs typeface="Nimbus Sans"/>
              </a:defRPr>
            </a:lvl9pPr>
          </a:lstStyle>
          <a:p>
            <a:endParaRPr/>
          </a:p>
        </p:txBody>
      </p:sp>
      <p:sp>
        <p:nvSpPr>
          <p:cNvPr id="74" name="node-">
            <a:extLst>
              <a:ext uri="{FF2B5EF4-FFF2-40B4-BE49-F238E27FC236}">
                <a16:creationId xmlns:a16="http://schemas.microsoft.com/office/drawing/2014/main" id="{5E31B4C7-FCC6-E276-F8A4-4566BF05E2EF}"/>
              </a:ext>
            </a:extLst>
          </p:cNvPr>
          <p:cNvSpPr>
            <a:spLocks noGrp="1"/>
          </p:cNvSpPr>
          <p:nvPr/>
        </p:nvSpPr>
        <p:spPr>
          <a:xfrm>
            <a:off x="5233797" y="3473768"/>
            <a:ext cx="438150" cy="438150"/>
          </a:xfrm>
          <a:prstGeom prst="ellipse">
            <a:avLst/>
          </a:prstGeom>
          <a:solidFill>
            <a:srgbClr val="FFFFFF"/>
          </a:solidFill>
          <a:ln w="19050">
            <a:solidFill>
              <a:srgbClr val="244BD6"/>
            </a:solidFill>
            <a:prstDash val="solid"/>
          </a:ln>
        </p:spPr>
        <p:txBody>
          <a:bodyPr lIns="0" tIns="0" rIns="0" bIns="0" anchor="ctr">
            <a:noAutofit/>
          </a:bodyPr>
          <a:lstStyle>
            <a:defPPr algn="ctr">
              <a:defRPr sz="1725" b="1">
                <a:solidFill>
                  <a:srgbClr val="244BD6"/>
                </a:solidFill>
                <a:latin typeface="Nimbus Sans"/>
                <a:ea typeface="Nimbus Sans"/>
                <a:cs typeface="Nimbus Sans"/>
              </a:defRPr>
            </a:defPPr>
            <a:lvl1pPr algn="ctr">
              <a:defRPr sz="1725" b="1">
                <a:solidFill>
                  <a:srgbClr val="244BD6"/>
                </a:solidFill>
                <a:latin typeface="Nimbus Sans"/>
                <a:ea typeface="Nimbus Sans"/>
                <a:cs typeface="Nimbus Sans"/>
              </a:defRPr>
            </a:lvl1pPr>
            <a:lvl2pPr algn="ctr">
              <a:defRPr sz="1725" b="1">
                <a:solidFill>
                  <a:srgbClr val="244BD6"/>
                </a:solidFill>
                <a:latin typeface="Nimbus Sans"/>
                <a:ea typeface="Nimbus Sans"/>
                <a:cs typeface="Nimbus Sans"/>
              </a:defRPr>
            </a:lvl2pPr>
            <a:lvl3pPr algn="ctr">
              <a:defRPr sz="1725" b="1">
                <a:solidFill>
                  <a:srgbClr val="244BD6"/>
                </a:solidFill>
                <a:latin typeface="Nimbus Sans"/>
                <a:ea typeface="Nimbus Sans"/>
                <a:cs typeface="Nimbus Sans"/>
              </a:defRPr>
            </a:lvl3pPr>
            <a:lvl4pPr algn="ctr">
              <a:defRPr sz="1725" b="1">
                <a:solidFill>
                  <a:srgbClr val="244BD6"/>
                </a:solidFill>
                <a:latin typeface="Nimbus Sans"/>
                <a:ea typeface="Nimbus Sans"/>
                <a:cs typeface="Nimbus Sans"/>
              </a:defRPr>
            </a:lvl4pPr>
            <a:lvl5pPr algn="ctr">
              <a:defRPr sz="1725" b="1">
                <a:solidFill>
                  <a:srgbClr val="244BD6"/>
                </a:solidFill>
                <a:latin typeface="Nimbus Sans"/>
                <a:ea typeface="Nimbus Sans"/>
                <a:cs typeface="Nimbus Sans"/>
              </a:defRPr>
            </a:lvl5pPr>
            <a:lvl6pPr algn="ctr">
              <a:defRPr sz="1725" b="1">
                <a:solidFill>
                  <a:srgbClr val="244BD6"/>
                </a:solidFill>
                <a:latin typeface="Nimbus Sans"/>
                <a:ea typeface="Nimbus Sans"/>
                <a:cs typeface="Nimbus Sans"/>
              </a:defRPr>
            </a:lvl6pPr>
            <a:lvl7pPr algn="ctr">
              <a:defRPr sz="1725" b="1">
                <a:solidFill>
                  <a:srgbClr val="244BD6"/>
                </a:solidFill>
                <a:latin typeface="Nimbus Sans"/>
                <a:ea typeface="Nimbus Sans"/>
                <a:cs typeface="Nimbus Sans"/>
              </a:defRPr>
            </a:lvl7pPr>
            <a:lvl8pPr algn="ctr">
              <a:defRPr sz="1725" b="1">
                <a:solidFill>
                  <a:srgbClr val="244BD6"/>
                </a:solidFill>
                <a:latin typeface="Nimbus Sans"/>
                <a:ea typeface="Nimbus Sans"/>
                <a:cs typeface="Nimbus Sans"/>
              </a:defRPr>
            </a:lvl8pPr>
            <a:lvl9pPr algn="ctr">
              <a:defRPr sz="1725" b="1">
                <a:solidFill>
                  <a:srgbClr val="244BD6"/>
                </a:solidFill>
                <a:latin typeface="Nimbus Sans"/>
                <a:ea typeface="Nimbus Sans"/>
                <a:cs typeface="Nimbus Sans"/>
              </a:defRPr>
            </a:lvl9pPr>
          </a:lstStyle>
          <a:p>
            <a:endParaRPr/>
          </a:p>
        </p:txBody>
      </p:sp>
      <p:sp>
        <p:nvSpPr>
          <p:cNvPr id="75" name="node-">
            <a:extLst>
              <a:ext uri="{FF2B5EF4-FFF2-40B4-BE49-F238E27FC236}">
                <a16:creationId xmlns:a16="http://schemas.microsoft.com/office/drawing/2014/main" id="{2868AFEA-5D9A-385A-14BB-7520C9508544}"/>
              </a:ext>
            </a:extLst>
          </p:cNvPr>
          <p:cNvSpPr>
            <a:spLocks noGrp="1"/>
          </p:cNvSpPr>
          <p:nvPr/>
        </p:nvSpPr>
        <p:spPr>
          <a:xfrm>
            <a:off x="6297930" y="2316004"/>
            <a:ext cx="438150" cy="438150"/>
          </a:xfrm>
          <a:prstGeom prst="ellipse">
            <a:avLst/>
          </a:prstGeom>
          <a:solidFill>
            <a:srgbClr val="FFFFFF"/>
          </a:solidFill>
          <a:ln w="19050">
            <a:solidFill>
              <a:srgbClr val="244BD6"/>
            </a:solidFill>
            <a:prstDash val="solid"/>
          </a:ln>
        </p:spPr>
        <p:txBody>
          <a:bodyPr lIns="0" tIns="0" rIns="0" bIns="0" anchor="ctr">
            <a:noAutofit/>
          </a:bodyPr>
          <a:lstStyle>
            <a:defPPr algn="ctr">
              <a:defRPr sz="1725" b="1">
                <a:solidFill>
                  <a:srgbClr val="244BD6"/>
                </a:solidFill>
                <a:latin typeface="Nimbus Sans"/>
                <a:ea typeface="Nimbus Sans"/>
                <a:cs typeface="Nimbus Sans"/>
              </a:defRPr>
            </a:defPPr>
            <a:lvl1pPr algn="ctr">
              <a:defRPr sz="1725" b="1">
                <a:solidFill>
                  <a:srgbClr val="244BD6"/>
                </a:solidFill>
                <a:latin typeface="Nimbus Sans"/>
                <a:ea typeface="Nimbus Sans"/>
                <a:cs typeface="Nimbus Sans"/>
              </a:defRPr>
            </a:lvl1pPr>
            <a:lvl2pPr algn="ctr">
              <a:defRPr sz="1725" b="1">
                <a:solidFill>
                  <a:srgbClr val="244BD6"/>
                </a:solidFill>
                <a:latin typeface="Nimbus Sans"/>
                <a:ea typeface="Nimbus Sans"/>
                <a:cs typeface="Nimbus Sans"/>
              </a:defRPr>
            </a:lvl2pPr>
            <a:lvl3pPr algn="ctr">
              <a:defRPr sz="1725" b="1">
                <a:solidFill>
                  <a:srgbClr val="244BD6"/>
                </a:solidFill>
                <a:latin typeface="Nimbus Sans"/>
                <a:ea typeface="Nimbus Sans"/>
                <a:cs typeface="Nimbus Sans"/>
              </a:defRPr>
            </a:lvl3pPr>
            <a:lvl4pPr algn="ctr">
              <a:defRPr sz="1725" b="1">
                <a:solidFill>
                  <a:srgbClr val="244BD6"/>
                </a:solidFill>
                <a:latin typeface="Nimbus Sans"/>
                <a:ea typeface="Nimbus Sans"/>
                <a:cs typeface="Nimbus Sans"/>
              </a:defRPr>
            </a:lvl4pPr>
            <a:lvl5pPr algn="ctr">
              <a:defRPr sz="1725" b="1">
                <a:solidFill>
                  <a:srgbClr val="244BD6"/>
                </a:solidFill>
                <a:latin typeface="Nimbus Sans"/>
                <a:ea typeface="Nimbus Sans"/>
                <a:cs typeface="Nimbus Sans"/>
              </a:defRPr>
            </a:lvl5pPr>
            <a:lvl6pPr algn="ctr">
              <a:defRPr sz="1725" b="1">
                <a:solidFill>
                  <a:srgbClr val="244BD6"/>
                </a:solidFill>
                <a:latin typeface="Nimbus Sans"/>
                <a:ea typeface="Nimbus Sans"/>
                <a:cs typeface="Nimbus Sans"/>
              </a:defRPr>
            </a:lvl6pPr>
            <a:lvl7pPr algn="ctr">
              <a:defRPr sz="1725" b="1">
                <a:solidFill>
                  <a:srgbClr val="244BD6"/>
                </a:solidFill>
                <a:latin typeface="Nimbus Sans"/>
                <a:ea typeface="Nimbus Sans"/>
                <a:cs typeface="Nimbus Sans"/>
              </a:defRPr>
            </a:lvl7pPr>
            <a:lvl8pPr algn="ctr">
              <a:defRPr sz="1725" b="1">
                <a:solidFill>
                  <a:srgbClr val="244BD6"/>
                </a:solidFill>
                <a:latin typeface="Nimbus Sans"/>
                <a:ea typeface="Nimbus Sans"/>
                <a:cs typeface="Nimbus Sans"/>
              </a:defRPr>
            </a:lvl8pPr>
            <a:lvl9pPr algn="ctr">
              <a:defRPr sz="1725" b="1">
                <a:solidFill>
                  <a:srgbClr val="244BD6"/>
                </a:solidFill>
                <a:latin typeface="Nimbus Sans"/>
                <a:ea typeface="Nimbus Sans"/>
                <a:cs typeface="Nimbus Sans"/>
              </a:defRPr>
            </a:lvl9pPr>
          </a:lstStyle>
          <a:p>
            <a:endParaRPr/>
          </a:p>
        </p:txBody>
      </p:sp>
      <p:sp>
        <p:nvSpPr>
          <p:cNvPr id="76" name="node-">
            <a:extLst>
              <a:ext uri="{FF2B5EF4-FFF2-40B4-BE49-F238E27FC236}">
                <a16:creationId xmlns:a16="http://schemas.microsoft.com/office/drawing/2014/main" id="{B5633F6E-C354-E14F-99E6-44588392D4FF}"/>
              </a:ext>
            </a:extLst>
          </p:cNvPr>
          <p:cNvSpPr>
            <a:spLocks noGrp="1"/>
          </p:cNvSpPr>
          <p:nvPr/>
        </p:nvSpPr>
        <p:spPr>
          <a:xfrm>
            <a:off x="6297930" y="3473768"/>
            <a:ext cx="438150" cy="438150"/>
          </a:xfrm>
          <a:prstGeom prst="ellipse">
            <a:avLst/>
          </a:prstGeom>
          <a:solidFill>
            <a:srgbClr val="FFFFFF"/>
          </a:solidFill>
          <a:ln w="19050">
            <a:solidFill>
              <a:srgbClr val="244BD6"/>
            </a:solidFill>
            <a:prstDash val="solid"/>
          </a:ln>
        </p:spPr>
        <p:txBody>
          <a:bodyPr lIns="0" tIns="0" rIns="0" bIns="0" anchor="ctr">
            <a:noAutofit/>
          </a:bodyPr>
          <a:lstStyle>
            <a:defPPr algn="ctr">
              <a:defRPr sz="1725" b="1">
                <a:solidFill>
                  <a:srgbClr val="244BD6"/>
                </a:solidFill>
                <a:latin typeface="Nimbus Sans"/>
                <a:ea typeface="Nimbus Sans"/>
                <a:cs typeface="Nimbus Sans"/>
              </a:defRPr>
            </a:defPPr>
            <a:lvl1pPr algn="ctr">
              <a:defRPr sz="1725" b="1">
                <a:solidFill>
                  <a:srgbClr val="244BD6"/>
                </a:solidFill>
                <a:latin typeface="Nimbus Sans"/>
                <a:ea typeface="Nimbus Sans"/>
                <a:cs typeface="Nimbus Sans"/>
              </a:defRPr>
            </a:lvl1pPr>
            <a:lvl2pPr algn="ctr">
              <a:defRPr sz="1725" b="1">
                <a:solidFill>
                  <a:srgbClr val="244BD6"/>
                </a:solidFill>
                <a:latin typeface="Nimbus Sans"/>
                <a:ea typeface="Nimbus Sans"/>
                <a:cs typeface="Nimbus Sans"/>
              </a:defRPr>
            </a:lvl2pPr>
            <a:lvl3pPr algn="ctr">
              <a:defRPr sz="1725" b="1">
                <a:solidFill>
                  <a:srgbClr val="244BD6"/>
                </a:solidFill>
                <a:latin typeface="Nimbus Sans"/>
                <a:ea typeface="Nimbus Sans"/>
                <a:cs typeface="Nimbus Sans"/>
              </a:defRPr>
            </a:lvl3pPr>
            <a:lvl4pPr algn="ctr">
              <a:defRPr sz="1725" b="1">
                <a:solidFill>
                  <a:srgbClr val="244BD6"/>
                </a:solidFill>
                <a:latin typeface="Nimbus Sans"/>
                <a:ea typeface="Nimbus Sans"/>
                <a:cs typeface="Nimbus Sans"/>
              </a:defRPr>
            </a:lvl4pPr>
            <a:lvl5pPr algn="ctr">
              <a:defRPr sz="1725" b="1">
                <a:solidFill>
                  <a:srgbClr val="244BD6"/>
                </a:solidFill>
                <a:latin typeface="Nimbus Sans"/>
                <a:ea typeface="Nimbus Sans"/>
                <a:cs typeface="Nimbus Sans"/>
              </a:defRPr>
            </a:lvl5pPr>
            <a:lvl6pPr algn="ctr">
              <a:defRPr sz="1725" b="1">
                <a:solidFill>
                  <a:srgbClr val="244BD6"/>
                </a:solidFill>
                <a:latin typeface="Nimbus Sans"/>
                <a:ea typeface="Nimbus Sans"/>
                <a:cs typeface="Nimbus Sans"/>
              </a:defRPr>
            </a:lvl6pPr>
            <a:lvl7pPr algn="ctr">
              <a:defRPr sz="1725" b="1">
                <a:solidFill>
                  <a:srgbClr val="244BD6"/>
                </a:solidFill>
                <a:latin typeface="Nimbus Sans"/>
                <a:ea typeface="Nimbus Sans"/>
                <a:cs typeface="Nimbus Sans"/>
              </a:defRPr>
            </a:lvl7pPr>
            <a:lvl8pPr algn="ctr">
              <a:defRPr sz="1725" b="1">
                <a:solidFill>
                  <a:srgbClr val="244BD6"/>
                </a:solidFill>
                <a:latin typeface="Nimbus Sans"/>
                <a:ea typeface="Nimbus Sans"/>
                <a:cs typeface="Nimbus Sans"/>
              </a:defRPr>
            </a:lvl8pPr>
            <a:lvl9pPr algn="ctr">
              <a:defRPr sz="1725" b="1">
                <a:solidFill>
                  <a:srgbClr val="244BD6"/>
                </a:solidFill>
                <a:latin typeface="Nimbus Sans"/>
                <a:ea typeface="Nimbus Sans"/>
                <a:cs typeface="Nimbus Sans"/>
              </a:defRPr>
            </a:lvl9pPr>
          </a:lstStyle>
          <a:p>
            <a:endParaRPr/>
          </a:p>
        </p:txBody>
      </p:sp>
      <p:sp>
        <p:nvSpPr>
          <p:cNvPr id="77" name="node-">
            <a:extLst>
              <a:ext uri="{FF2B5EF4-FFF2-40B4-BE49-F238E27FC236}">
                <a16:creationId xmlns:a16="http://schemas.microsoft.com/office/drawing/2014/main" id="{91772C80-1BBC-7883-35DF-96D9884F0EAE}"/>
              </a:ext>
            </a:extLst>
          </p:cNvPr>
          <p:cNvSpPr>
            <a:spLocks noGrp="1"/>
          </p:cNvSpPr>
          <p:nvPr/>
        </p:nvSpPr>
        <p:spPr>
          <a:xfrm>
            <a:off x="7058025" y="2928938"/>
            <a:ext cx="438150" cy="438150"/>
          </a:xfrm>
          <a:prstGeom prst="ellipse">
            <a:avLst/>
          </a:prstGeom>
          <a:solidFill>
            <a:srgbClr val="FFFFFF"/>
          </a:solidFill>
          <a:ln w="19050">
            <a:solidFill>
              <a:srgbClr val="244BD6"/>
            </a:solidFill>
            <a:prstDash val="solid"/>
          </a:ln>
        </p:spPr>
        <p:txBody>
          <a:bodyPr lIns="0" tIns="0" rIns="0" bIns="0" anchor="ctr">
            <a:noAutofit/>
          </a:bodyPr>
          <a:lstStyle>
            <a:defPPr algn="ctr">
              <a:defRPr sz="1725" b="1">
                <a:solidFill>
                  <a:srgbClr val="244BD6"/>
                </a:solidFill>
                <a:latin typeface="Nimbus Sans"/>
                <a:ea typeface="Nimbus Sans"/>
                <a:cs typeface="Nimbus Sans"/>
              </a:defRPr>
            </a:defPPr>
            <a:lvl1pPr algn="ctr">
              <a:defRPr sz="1725" b="1">
                <a:solidFill>
                  <a:srgbClr val="244BD6"/>
                </a:solidFill>
                <a:latin typeface="Nimbus Sans"/>
                <a:ea typeface="Nimbus Sans"/>
                <a:cs typeface="Nimbus Sans"/>
              </a:defRPr>
            </a:lvl1pPr>
            <a:lvl2pPr algn="ctr">
              <a:defRPr sz="1725" b="1">
                <a:solidFill>
                  <a:srgbClr val="244BD6"/>
                </a:solidFill>
                <a:latin typeface="Nimbus Sans"/>
                <a:ea typeface="Nimbus Sans"/>
                <a:cs typeface="Nimbus Sans"/>
              </a:defRPr>
            </a:lvl2pPr>
            <a:lvl3pPr algn="ctr">
              <a:defRPr sz="1725" b="1">
                <a:solidFill>
                  <a:srgbClr val="244BD6"/>
                </a:solidFill>
                <a:latin typeface="Nimbus Sans"/>
                <a:ea typeface="Nimbus Sans"/>
                <a:cs typeface="Nimbus Sans"/>
              </a:defRPr>
            </a:lvl3pPr>
            <a:lvl4pPr algn="ctr">
              <a:defRPr sz="1725" b="1">
                <a:solidFill>
                  <a:srgbClr val="244BD6"/>
                </a:solidFill>
                <a:latin typeface="Nimbus Sans"/>
                <a:ea typeface="Nimbus Sans"/>
                <a:cs typeface="Nimbus Sans"/>
              </a:defRPr>
            </a:lvl4pPr>
            <a:lvl5pPr algn="ctr">
              <a:defRPr sz="1725" b="1">
                <a:solidFill>
                  <a:srgbClr val="244BD6"/>
                </a:solidFill>
                <a:latin typeface="Nimbus Sans"/>
                <a:ea typeface="Nimbus Sans"/>
                <a:cs typeface="Nimbus Sans"/>
              </a:defRPr>
            </a:lvl5pPr>
            <a:lvl6pPr algn="ctr">
              <a:defRPr sz="1725" b="1">
                <a:solidFill>
                  <a:srgbClr val="244BD6"/>
                </a:solidFill>
                <a:latin typeface="Nimbus Sans"/>
                <a:ea typeface="Nimbus Sans"/>
                <a:cs typeface="Nimbus Sans"/>
              </a:defRPr>
            </a:lvl6pPr>
            <a:lvl7pPr algn="ctr">
              <a:defRPr sz="1725" b="1">
                <a:solidFill>
                  <a:srgbClr val="244BD6"/>
                </a:solidFill>
                <a:latin typeface="Nimbus Sans"/>
                <a:ea typeface="Nimbus Sans"/>
                <a:cs typeface="Nimbus Sans"/>
              </a:defRPr>
            </a:lvl7pPr>
            <a:lvl8pPr algn="ctr">
              <a:defRPr sz="1725" b="1">
                <a:solidFill>
                  <a:srgbClr val="244BD6"/>
                </a:solidFill>
                <a:latin typeface="Nimbus Sans"/>
                <a:ea typeface="Nimbus Sans"/>
                <a:cs typeface="Nimbus Sans"/>
              </a:defRPr>
            </a:lvl8pPr>
            <a:lvl9pPr algn="ctr">
              <a:defRPr sz="1725" b="1">
                <a:solidFill>
                  <a:srgbClr val="244BD6"/>
                </a:solidFill>
                <a:latin typeface="Nimbus Sans"/>
                <a:ea typeface="Nimbus Sans"/>
                <a:cs typeface="Nimbus Sans"/>
              </a:defRPr>
            </a:lvl9pPr>
          </a:lstStyle>
          <a:p>
            <a:endParaRPr/>
          </a:p>
        </p:txBody>
      </p:sp>
      <p:sp>
        <p:nvSpPr>
          <p:cNvPr id="78" name="node-cut">
            <a:extLst>
              <a:ext uri="{FF2B5EF4-FFF2-40B4-BE49-F238E27FC236}">
                <a16:creationId xmlns:a16="http://schemas.microsoft.com/office/drawing/2014/main" id="{F5D6CEC8-C442-5718-3C4F-897F8C9C2CE4}"/>
              </a:ext>
            </a:extLst>
          </p:cNvPr>
          <p:cNvSpPr>
            <a:spLocks noGrp="1"/>
          </p:cNvSpPr>
          <p:nvPr/>
        </p:nvSpPr>
        <p:spPr>
          <a:xfrm>
            <a:off x="8477250" y="2343150"/>
            <a:ext cx="666750" cy="666750"/>
          </a:xfrm>
          <a:prstGeom prst="ellipse">
            <a:avLst/>
          </a:prstGeom>
          <a:solidFill>
            <a:srgbClr val="244BD6"/>
          </a:solidFill>
          <a:ln w="19050">
            <a:solidFill>
              <a:srgbClr val="244BD6"/>
            </a:solidFill>
            <a:prstDash val="solid"/>
          </a:ln>
        </p:spPr>
        <p:txBody>
          <a:bodyPr lIns="0" tIns="0" rIns="0" bIns="0" anchor="ctr">
            <a:noAutofit/>
          </a:bodyPr>
          <a:lstStyle>
            <a:defPPr algn="ctr">
              <a:defRPr sz="1725" b="1">
                <a:solidFill>
                  <a:srgbClr val="FFFFFF"/>
                </a:solidFill>
                <a:latin typeface="Nimbus Sans"/>
                <a:ea typeface="Nimbus Sans"/>
                <a:cs typeface="Nimbus Sans"/>
              </a:defRPr>
            </a:defPPr>
            <a:lvl1pPr algn="ctr">
              <a:defRPr sz="1725" b="1">
                <a:solidFill>
                  <a:srgbClr val="FFFFFF"/>
                </a:solidFill>
                <a:latin typeface="Nimbus Sans"/>
                <a:ea typeface="Nimbus Sans"/>
                <a:cs typeface="Nimbus Sans"/>
              </a:defRPr>
            </a:lvl1pPr>
            <a:lvl2pPr algn="ctr">
              <a:defRPr sz="1725" b="1">
                <a:solidFill>
                  <a:srgbClr val="FFFFFF"/>
                </a:solidFill>
                <a:latin typeface="Nimbus Sans"/>
                <a:ea typeface="Nimbus Sans"/>
                <a:cs typeface="Nimbus Sans"/>
              </a:defRPr>
            </a:lvl2pPr>
            <a:lvl3pPr algn="ctr">
              <a:defRPr sz="1725" b="1">
                <a:solidFill>
                  <a:srgbClr val="FFFFFF"/>
                </a:solidFill>
                <a:latin typeface="Nimbus Sans"/>
                <a:ea typeface="Nimbus Sans"/>
                <a:cs typeface="Nimbus Sans"/>
              </a:defRPr>
            </a:lvl3pPr>
            <a:lvl4pPr algn="ctr">
              <a:defRPr sz="1725" b="1">
                <a:solidFill>
                  <a:srgbClr val="FFFFFF"/>
                </a:solidFill>
                <a:latin typeface="Nimbus Sans"/>
                <a:ea typeface="Nimbus Sans"/>
                <a:cs typeface="Nimbus Sans"/>
              </a:defRPr>
            </a:lvl4pPr>
            <a:lvl5pPr algn="ctr">
              <a:defRPr sz="1725" b="1">
                <a:solidFill>
                  <a:srgbClr val="FFFFFF"/>
                </a:solidFill>
                <a:latin typeface="Nimbus Sans"/>
                <a:ea typeface="Nimbus Sans"/>
                <a:cs typeface="Nimbus Sans"/>
              </a:defRPr>
            </a:lvl5pPr>
            <a:lvl6pPr algn="ctr">
              <a:defRPr sz="1725" b="1">
                <a:solidFill>
                  <a:srgbClr val="FFFFFF"/>
                </a:solidFill>
                <a:latin typeface="Nimbus Sans"/>
                <a:ea typeface="Nimbus Sans"/>
                <a:cs typeface="Nimbus Sans"/>
              </a:defRPr>
            </a:lvl6pPr>
            <a:lvl7pPr algn="ctr">
              <a:defRPr sz="1725" b="1">
                <a:solidFill>
                  <a:srgbClr val="FFFFFF"/>
                </a:solidFill>
                <a:latin typeface="Nimbus Sans"/>
                <a:ea typeface="Nimbus Sans"/>
                <a:cs typeface="Nimbus Sans"/>
              </a:defRPr>
            </a:lvl7pPr>
            <a:lvl8pPr algn="ctr">
              <a:defRPr sz="1725" b="1">
                <a:solidFill>
                  <a:srgbClr val="FFFFFF"/>
                </a:solidFill>
                <a:latin typeface="Nimbus Sans"/>
                <a:ea typeface="Nimbus Sans"/>
                <a:cs typeface="Nimbus Sans"/>
              </a:defRPr>
            </a:lvl8pPr>
            <a:lvl9pPr algn="ctr">
              <a:defRPr sz="1725" b="1">
                <a:solidFill>
                  <a:srgbClr val="FFFFFF"/>
                </a:solidFill>
                <a:latin typeface="Nimbus Sans"/>
                <a:ea typeface="Nimbus Sans"/>
                <a:cs typeface="Nimbus Sans"/>
              </a:defRPr>
            </a:lvl9pPr>
          </a:lstStyle>
          <a:p>
            <a:pPr algn="ctr">
              <a:defRPr sz="1725" b="1">
                <a:solidFill>
                  <a:srgbClr val="FFFFFF"/>
                </a:solidFill>
                <a:latin typeface="Nimbus Sans"/>
                <a:ea typeface="Nimbus Sans"/>
                <a:cs typeface="Nimbus Sans"/>
              </a:defRPr>
            </a:pPr>
            <a:r>
              <a:rPr sz="1725" b="1">
                <a:solidFill>
                  <a:srgbClr val="FFFFFF"/>
                </a:solidFill>
                <a:latin typeface="Nimbus Sans"/>
                <a:ea typeface="Nimbus Sans"/>
                <a:cs typeface="Nimbus Sans"/>
              </a:rPr>
              <a:t>cut</a:t>
            </a:r>
          </a:p>
        </p:txBody>
      </p:sp>
      <p:sp>
        <p:nvSpPr>
          <p:cNvPr id="79" name="node-state">
            <a:extLst>
              <a:ext uri="{FF2B5EF4-FFF2-40B4-BE49-F238E27FC236}">
                <a16:creationId xmlns:a16="http://schemas.microsoft.com/office/drawing/2014/main" id="{14834425-0C82-A49E-CFBC-270DFDA89F18}"/>
              </a:ext>
            </a:extLst>
          </p:cNvPr>
          <p:cNvSpPr>
            <a:spLocks noGrp="1"/>
          </p:cNvSpPr>
          <p:nvPr/>
        </p:nvSpPr>
        <p:spPr>
          <a:xfrm>
            <a:off x="10391775" y="2286000"/>
            <a:ext cx="781050" cy="781050"/>
          </a:xfrm>
          <a:prstGeom prst="ellipse">
            <a:avLst/>
          </a:prstGeom>
          <a:solidFill>
            <a:srgbClr val="E7ECFC"/>
          </a:solidFill>
          <a:ln w="19050">
            <a:solidFill>
              <a:srgbClr val="244BD6"/>
            </a:solidFill>
            <a:prstDash val="solid"/>
          </a:ln>
        </p:spPr>
        <p:txBody>
          <a:bodyPr lIns="0" tIns="0" rIns="0" bIns="0" anchor="ctr">
            <a:noAutofit/>
          </a:bodyPr>
          <a:lstStyle>
            <a:defPPr algn="ctr">
              <a:defRPr sz="1500" b="1">
                <a:solidFill>
                  <a:srgbClr val="244BD6"/>
                </a:solidFill>
                <a:latin typeface="Nimbus Sans"/>
                <a:ea typeface="Nimbus Sans"/>
                <a:cs typeface="Nimbus Sans"/>
              </a:defRPr>
            </a:defPPr>
            <a:lvl1pPr algn="ctr">
              <a:defRPr sz="1500" b="1">
                <a:solidFill>
                  <a:srgbClr val="244BD6"/>
                </a:solidFill>
                <a:latin typeface="Nimbus Sans"/>
                <a:ea typeface="Nimbus Sans"/>
                <a:cs typeface="Nimbus Sans"/>
              </a:defRPr>
            </a:lvl1pPr>
            <a:lvl2pPr algn="ctr">
              <a:defRPr sz="1500" b="1">
                <a:solidFill>
                  <a:srgbClr val="244BD6"/>
                </a:solidFill>
                <a:latin typeface="Nimbus Sans"/>
                <a:ea typeface="Nimbus Sans"/>
                <a:cs typeface="Nimbus Sans"/>
              </a:defRPr>
            </a:lvl2pPr>
            <a:lvl3pPr algn="ctr">
              <a:defRPr sz="1500" b="1">
                <a:solidFill>
                  <a:srgbClr val="244BD6"/>
                </a:solidFill>
                <a:latin typeface="Nimbus Sans"/>
                <a:ea typeface="Nimbus Sans"/>
                <a:cs typeface="Nimbus Sans"/>
              </a:defRPr>
            </a:lvl3pPr>
            <a:lvl4pPr algn="ctr">
              <a:defRPr sz="1500" b="1">
                <a:solidFill>
                  <a:srgbClr val="244BD6"/>
                </a:solidFill>
                <a:latin typeface="Nimbus Sans"/>
                <a:ea typeface="Nimbus Sans"/>
                <a:cs typeface="Nimbus Sans"/>
              </a:defRPr>
            </a:lvl4pPr>
            <a:lvl5pPr algn="ctr">
              <a:defRPr sz="1500" b="1">
                <a:solidFill>
                  <a:srgbClr val="244BD6"/>
                </a:solidFill>
                <a:latin typeface="Nimbus Sans"/>
                <a:ea typeface="Nimbus Sans"/>
                <a:cs typeface="Nimbus Sans"/>
              </a:defRPr>
            </a:lvl5pPr>
            <a:lvl6pPr algn="ctr">
              <a:defRPr sz="1500" b="1">
                <a:solidFill>
                  <a:srgbClr val="244BD6"/>
                </a:solidFill>
                <a:latin typeface="Nimbus Sans"/>
                <a:ea typeface="Nimbus Sans"/>
                <a:cs typeface="Nimbus Sans"/>
              </a:defRPr>
            </a:lvl6pPr>
            <a:lvl7pPr algn="ctr">
              <a:defRPr sz="1500" b="1">
                <a:solidFill>
                  <a:srgbClr val="244BD6"/>
                </a:solidFill>
                <a:latin typeface="Nimbus Sans"/>
                <a:ea typeface="Nimbus Sans"/>
                <a:cs typeface="Nimbus Sans"/>
              </a:defRPr>
            </a:lvl7pPr>
            <a:lvl8pPr algn="ctr">
              <a:defRPr sz="1500" b="1">
                <a:solidFill>
                  <a:srgbClr val="244BD6"/>
                </a:solidFill>
                <a:latin typeface="Nimbus Sans"/>
                <a:ea typeface="Nimbus Sans"/>
                <a:cs typeface="Nimbus Sans"/>
              </a:defRPr>
            </a:lvl8pPr>
            <a:lvl9pPr algn="ctr">
              <a:defRPr sz="1500" b="1">
                <a:solidFill>
                  <a:srgbClr val="244BD6"/>
                </a:solidFill>
                <a:latin typeface="Nimbus Sans"/>
                <a:ea typeface="Nimbus Sans"/>
                <a:cs typeface="Nimbus Sans"/>
              </a:defRPr>
            </a:lvl9pPr>
          </a:lstStyle>
          <a:p>
            <a:pPr algn="ctr">
              <a:defRPr sz="1500" b="1">
                <a:solidFill>
                  <a:srgbClr val="244BD6"/>
                </a:solidFill>
                <a:latin typeface="Nimbus Sans"/>
                <a:ea typeface="Nimbus Sans"/>
                <a:cs typeface="Nimbus Sans"/>
              </a:defRPr>
            </a:pPr>
            <a:r>
              <a:rPr sz="1500" b="1">
                <a:solidFill>
                  <a:srgbClr val="244BD6"/>
                </a:solidFill>
                <a:latin typeface="Nimbus Sans"/>
                <a:ea typeface="Nimbus Sans"/>
                <a:cs typeface="Nimbus Sans"/>
              </a:rPr>
              <a:t>state</a:t>
            </a:r>
          </a:p>
        </p:txBody>
      </p:sp>
      <p:sp>
        <p:nvSpPr>
          <p:cNvPr id="80" name="node-cut">
            <a:extLst>
              <a:ext uri="{FF2B5EF4-FFF2-40B4-BE49-F238E27FC236}">
                <a16:creationId xmlns:a16="http://schemas.microsoft.com/office/drawing/2014/main" id="{1F388A5F-9F9D-AC51-ABAF-A1665123CC2F}"/>
              </a:ext>
            </a:extLst>
          </p:cNvPr>
          <p:cNvSpPr>
            <a:spLocks noGrp="1"/>
          </p:cNvSpPr>
          <p:nvPr/>
        </p:nvSpPr>
        <p:spPr>
          <a:xfrm>
            <a:off x="10448925" y="3609975"/>
            <a:ext cx="666750" cy="666750"/>
          </a:xfrm>
          <a:prstGeom prst="ellipse">
            <a:avLst/>
          </a:prstGeom>
          <a:solidFill>
            <a:srgbClr val="D8533F"/>
          </a:solidFill>
          <a:ln w="19050">
            <a:solidFill>
              <a:srgbClr val="D8533F"/>
            </a:solidFill>
            <a:prstDash val="solid"/>
          </a:ln>
        </p:spPr>
        <p:txBody>
          <a:bodyPr lIns="0" tIns="0" rIns="0" bIns="0" anchor="ctr">
            <a:noAutofit/>
          </a:bodyPr>
          <a:lstStyle>
            <a:defPPr algn="ctr">
              <a:defRPr sz="1725" b="1">
                <a:solidFill>
                  <a:srgbClr val="FFFFFF"/>
                </a:solidFill>
                <a:latin typeface="Nimbus Sans"/>
                <a:ea typeface="Nimbus Sans"/>
                <a:cs typeface="Nimbus Sans"/>
              </a:defRPr>
            </a:defPPr>
            <a:lvl1pPr algn="ctr">
              <a:defRPr sz="1725" b="1">
                <a:solidFill>
                  <a:srgbClr val="FFFFFF"/>
                </a:solidFill>
                <a:latin typeface="Nimbus Sans"/>
                <a:ea typeface="Nimbus Sans"/>
                <a:cs typeface="Nimbus Sans"/>
              </a:defRPr>
            </a:lvl1pPr>
            <a:lvl2pPr algn="ctr">
              <a:defRPr sz="1725" b="1">
                <a:solidFill>
                  <a:srgbClr val="FFFFFF"/>
                </a:solidFill>
                <a:latin typeface="Nimbus Sans"/>
                <a:ea typeface="Nimbus Sans"/>
                <a:cs typeface="Nimbus Sans"/>
              </a:defRPr>
            </a:lvl2pPr>
            <a:lvl3pPr algn="ctr">
              <a:defRPr sz="1725" b="1">
                <a:solidFill>
                  <a:srgbClr val="FFFFFF"/>
                </a:solidFill>
                <a:latin typeface="Nimbus Sans"/>
                <a:ea typeface="Nimbus Sans"/>
                <a:cs typeface="Nimbus Sans"/>
              </a:defRPr>
            </a:lvl3pPr>
            <a:lvl4pPr algn="ctr">
              <a:defRPr sz="1725" b="1">
                <a:solidFill>
                  <a:srgbClr val="FFFFFF"/>
                </a:solidFill>
                <a:latin typeface="Nimbus Sans"/>
                <a:ea typeface="Nimbus Sans"/>
                <a:cs typeface="Nimbus Sans"/>
              </a:defRPr>
            </a:lvl4pPr>
            <a:lvl5pPr algn="ctr">
              <a:defRPr sz="1725" b="1">
                <a:solidFill>
                  <a:srgbClr val="FFFFFF"/>
                </a:solidFill>
                <a:latin typeface="Nimbus Sans"/>
                <a:ea typeface="Nimbus Sans"/>
                <a:cs typeface="Nimbus Sans"/>
              </a:defRPr>
            </a:lvl5pPr>
            <a:lvl6pPr algn="ctr">
              <a:defRPr sz="1725" b="1">
                <a:solidFill>
                  <a:srgbClr val="FFFFFF"/>
                </a:solidFill>
                <a:latin typeface="Nimbus Sans"/>
                <a:ea typeface="Nimbus Sans"/>
                <a:cs typeface="Nimbus Sans"/>
              </a:defRPr>
            </a:lvl6pPr>
            <a:lvl7pPr algn="ctr">
              <a:defRPr sz="1725" b="1">
                <a:solidFill>
                  <a:srgbClr val="FFFFFF"/>
                </a:solidFill>
                <a:latin typeface="Nimbus Sans"/>
                <a:ea typeface="Nimbus Sans"/>
                <a:cs typeface="Nimbus Sans"/>
              </a:defRPr>
            </a:lvl7pPr>
            <a:lvl8pPr algn="ctr">
              <a:defRPr sz="1725" b="1">
                <a:solidFill>
                  <a:srgbClr val="FFFFFF"/>
                </a:solidFill>
                <a:latin typeface="Nimbus Sans"/>
                <a:ea typeface="Nimbus Sans"/>
                <a:cs typeface="Nimbus Sans"/>
              </a:defRPr>
            </a:lvl8pPr>
            <a:lvl9pPr algn="ctr">
              <a:defRPr sz="1725" b="1">
                <a:solidFill>
                  <a:srgbClr val="FFFFFF"/>
                </a:solidFill>
                <a:latin typeface="Nimbus Sans"/>
                <a:ea typeface="Nimbus Sans"/>
                <a:cs typeface="Nimbus Sans"/>
              </a:defRPr>
            </a:lvl9pPr>
          </a:lstStyle>
          <a:p>
            <a:pPr algn="ctr">
              <a:defRPr sz="1725" b="1">
                <a:solidFill>
                  <a:srgbClr val="FFFFFF"/>
                </a:solidFill>
                <a:latin typeface="Nimbus Sans"/>
                <a:ea typeface="Nimbus Sans"/>
                <a:cs typeface="Nimbus Sans"/>
              </a:defRPr>
            </a:pPr>
            <a:r>
              <a:rPr sz="1725" b="1">
                <a:solidFill>
                  <a:srgbClr val="FFFFFF"/>
                </a:solidFill>
                <a:latin typeface="Nimbus Sans"/>
                <a:ea typeface="Nimbus Sans"/>
                <a:cs typeface="Nimbus Sans"/>
              </a:rPr>
              <a:t>cut</a:t>
            </a:r>
          </a:p>
        </p:txBody>
      </p:sp>
      <p:sp>
        <p:nvSpPr>
          <p:cNvPr id="81" name="text-40">
            <a:extLst>
              <a:ext uri="{FF2B5EF4-FFF2-40B4-BE49-F238E27FC236}">
                <a16:creationId xmlns:a16="http://schemas.microsoft.com/office/drawing/2014/main" id="{0F1EC7AC-2CFD-52DD-A84F-713B3CA28FAA}"/>
              </a:ext>
            </a:extLst>
          </p:cNvPr>
          <p:cNvSpPr>
            <a:spLocks noGrp="1"/>
          </p:cNvSpPr>
          <p:nvPr/>
        </p:nvSpPr>
        <p:spPr>
          <a:xfrm>
            <a:off x="4448175" y="4419600"/>
            <a:ext cx="3333750" cy="841533"/>
          </a:xfrm>
          <a:prstGeom prst="rect">
            <a:avLst/>
          </a:prstGeom>
          <a:noFill/>
          <a:ln w="0">
            <a:noFill/>
            <a:prstDash val="solid"/>
          </a:ln>
        </p:spPr>
        <p:txBody>
          <a:bodyPr wrap="square" lIns="0" tIns="0" rIns="0" bIns="0" anchor="t">
            <a:noAutofit/>
          </a:bodyPr>
          <a:lstStyle>
            <a:defPPr algn="l">
              <a:defRPr sz="1875" b="0">
                <a:solidFill>
                  <a:srgbClr val="646C73"/>
                </a:solidFill>
                <a:latin typeface="Nimbus Sans"/>
                <a:ea typeface="Nimbus Sans"/>
                <a:cs typeface="Nimbus Sans"/>
              </a:defRPr>
            </a:defPPr>
            <a:lvl1pPr algn="l">
              <a:defRPr sz="1875" b="0">
                <a:solidFill>
                  <a:srgbClr val="646C73"/>
                </a:solidFill>
                <a:latin typeface="Nimbus Sans"/>
                <a:ea typeface="Nimbus Sans"/>
                <a:cs typeface="Nimbus Sans"/>
              </a:defRPr>
            </a:lvl1pPr>
            <a:lvl2pPr algn="l">
              <a:defRPr sz="1875" b="0">
                <a:solidFill>
                  <a:srgbClr val="646C73"/>
                </a:solidFill>
                <a:latin typeface="Nimbus Sans"/>
                <a:ea typeface="Nimbus Sans"/>
                <a:cs typeface="Nimbus Sans"/>
              </a:defRPr>
            </a:lvl2pPr>
            <a:lvl3pPr algn="l">
              <a:defRPr sz="1875" b="0">
                <a:solidFill>
                  <a:srgbClr val="646C73"/>
                </a:solidFill>
                <a:latin typeface="Nimbus Sans"/>
                <a:ea typeface="Nimbus Sans"/>
                <a:cs typeface="Nimbus Sans"/>
              </a:defRPr>
            </a:lvl3pPr>
            <a:lvl4pPr algn="l">
              <a:defRPr sz="1875" b="0">
                <a:solidFill>
                  <a:srgbClr val="646C73"/>
                </a:solidFill>
                <a:latin typeface="Nimbus Sans"/>
                <a:ea typeface="Nimbus Sans"/>
                <a:cs typeface="Nimbus Sans"/>
              </a:defRPr>
            </a:lvl4pPr>
            <a:lvl5pPr algn="l">
              <a:defRPr sz="1875" b="0">
                <a:solidFill>
                  <a:srgbClr val="646C73"/>
                </a:solidFill>
                <a:latin typeface="Nimbus Sans"/>
                <a:ea typeface="Nimbus Sans"/>
                <a:cs typeface="Nimbus Sans"/>
              </a:defRPr>
            </a:lvl5pPr>
            <a:lvl6pPr algn="l">
              <a:defRPr sz="1875" b="0">
                <a:solidFill>
                  <a:srgbClr val="646C73"/>
                </a:solidFill>
                <a:latin typeface="Nimbus Sans"/>
                <a:ea typeface="Nimbus Sans"/>
                <a:cs typeface="Nimbus Sans"/>
              </a:defRPr>
            </a:lvl6pPr>
            <a:lvl7pPr algn="l">
              <a:defRPr sz="1875" b="0">
                <a:solidFill>
                  <a:srgbClr val="646C73"/>
                </a:solidFill>
                <a:latin typeface="Nimbus Sans"/>
                <a:ea typeface="Nimbus Sans"/>
                <a:cs typeface="Nimbus Sans"/>
              </a:defRPr>
            </a:lvl7pPr>
            <a:lvl8pPr algn="l">
              <a:defRPr sz="1875" b="0">
                <a:solidFill>
                  <a:srgbClr val="646C73"/>
                </a:solidFill>
                <a:latin typeface="Nimbus Sans"/>
                <a:ea typeface="Nimbus Sans"/>
                <a:cs typeface="Nimbus Sans"/>
              </a:defRPr>
            </a:lvl8pPr>
            <a:lvl9pPr algn="l">
              <a:defRPr sz="1875" b="0">
                <a:solidFill>
                  <a:srgbClr val="646C73"/>
                </a:solidFill>
                <a:latin typeface="Nimbus Sans"/>
                <a:ea typeface="Nimbus Sans"/>
                <a:cs typeface="Nimbus Sans"/>
              </a:defRPr>
            </a:lvl9pPr>
          </a:lstStyle>
          <a:p>
            <a:pPr algn="l">
              <a:defRPr sz="1875" b="0">
                <a:solidFill>
                  <a:srgbClr val="646C73"/>
                </a:solidFill>
                <a:latin typeface="Nimbus Sans"/>
                <a:ea typeface="Nimbus Sans"/>
                <a:cs typeface="Nimbus Sans"/>
              </a:defRPr>
            </a:pPr>
            <a:r>
              <a:rPr sz="1875" b="0" dirty="0">
                <a:solidFill>
                  <a:srgbClr val="646C73"/>
                </a:solidFill>
                <a:latin typeface="Nimbus Sans"/>
                <a:ea typeface="Nimbus Sans"/>
                <a:cs typeface="Nimbus Sans"/>
              </a:rPr>
              <a:t>Fail a set of k components</a:t>
            </a:r>
          </a:p>
          <a:p>
            <a:pPr algn="l">
              <a:defRPr sz="1875" b="0">
                <a:solidFill>
                  <a:srgbClr val="646C73"/>
                </a:solidFill>
                <a:latin typeface="Nimbus Sans"/>
                <a:ea typeface="Nimbus Sans"/>
                <a:cs typeface="Nimbus Sans"/>
              </a:defRPr>
            </a:pPr>
            <a:r>
              <a:rPr sz="1875" b="0" dirty="0">
                <a:solidFill>
                  <a:srgbClr val="646C73"/>
                </a:solidFill>
                <a:latin typeface="Nimbus Sans"/>
                <a:ea typeface="Nimbus Sans"/>
                <a:cs typeface="Nimbus Sans"/>
              </a:rPr>
              <a:t>Then solve one response</a:t>
            </a:r>
          </a:p>
        </p:txBody>
      </p:sp>
      <p:sp>
        <p:nvSpPr>
          <p:cNvPr id="82" name="text-41">
            <a:extLst>
              <a:ext uri="{FF2B5EF4-FFF2-40B4-BE49-F238E27FC236}">
                <a16:creationId xmlns:a16="http://schemas.microsoft.com/office/drawing/2014/main" id="{BB2754CE-291D-38C6-D0D1-7623B7C8DBC6}"/>
              </a:ext>
            </a:extLst>
          </p:cNvPr>
          <p:cNvSpPr>
            <a:spLocks noGrp="1"/>
          </p:cNvSpPr>
          <p:nvPr/>
        </p:nvSpPr>
        <p:spPr>
          <a:xfrm>
            <a:off x="8353425" y="4419600"/>
            <a:ext cx="3333750" cy="1066800"/>
          </a:xfrm>
          <a:prstGeom prst="rect">
            <a:avLst/>
          </a:prstGeom>
          <a:noFill/>
          <a:ln w="0">
            <a:noFill/>
            <a:prstDash val="solid"/>
          </a:ln>
        </p:spPr>
        <p:txBody>
          <a:bodyPr wrap="square" lIns="0" tIns="0" rIns="0" bIns="0" anchor="t">
            <a:noAutofit/>
          </a:bodyPr>
          <a:lstStyle>
            <a:defPPr algn="l">
              <a:defRPr sz="1875" b="0">
                <a:solidFill>
                  <a:srgbClr val="646C73"/>
                </a:solidFill>
                <a:latin typeface="Nimbus Sans"/>
                <a:ea typeface="Nimbus Sans"/>
                <a:cs typeface="Nimbus Sans"/>
              </a:defRPr>
            </a:defPPr>
            <a:lvl1pPr algn="l">
              <a:defRPr sz="1875" b="0">
                <a:solidFill>
                  <a:srgbClr val="646C73"/>
                </a:solidFill>
                <a:latin typeface="Nimbus Sans"/>
                <a:ea typeface="Nimbus Sans"/>
                <a:cs typeface="Nimbus Sans"/>
              </a:defRPr>
            </a:lvl1pPr>
            <a:lvl2pPr algn="l">
              <a:defRPr sz="1875" b="0">
                <a:solidFill>
                  <a:srgbClr val="646C73"/>
                </a:solidFill>
                <a:latin typeface="Nimbus Sans"/>
                <a:ea typeface="Nimbus Sans"/>
                <a:cs typeface="Nimbus Sans"/>
              </a:defRPr>
            </a:lvl2pPr>
            <a:lvl3pPr algn="l">
              <a:defRPr sz="1875" b="0">
                <a:solidFill>
                  <a:srgbClr val="646C73"/>
                </a:solidFill>
                <a:latin typeface="Nimbus Sans"/>
                <a:ea typeface="Nimbus Sans"/>
                <a:cs typeface="Nimbus Sans"/>
              </a:defRPr>
            </a:lvl3pPr>
            <a:lvl4pPr algn="l">
              <a:defRPr sz="1875" b="0">
                <a:solidFill>
                  <a:srgbClr val="646C73"/>
                </a:solidFill>
                <a:latin typeface="Nimbus Sans"/>
                <a:ea typeface="Nimbus Sans"/>
                <a:cs typeface="Nimbus Sans"/>
              </a:defRPr>
            </a:lvl4pPr>
            <a:lvl5pPr algn="l">
              <a:defRPr sz="1875" b="0">
                <a:solidFill>
                  <a:srgbClr val="646C73"/>
                </a:solidFill>
                <a:latin typeface="Nimbus Sans"/>
                <a:ea typeface="Nimbus Sans"/>
                <a:cs typeface="Nimbus Sans"/>
              </a:defRPr>
            </a:lvl5pPr>
            <a:lvl6pPr algn="l">
              <a:defRPr sz="1875" b="0">
                <a:solidFill>
                  <a:srgbClr val="646C73"/>
                </a:solidFill>
                <a:latin typeface="Nimbus Sans"/>
                <a:ea typeface="Nimbus Sans"/>
                <a:cs typeface="Nimbus Sans"/>
              </a:defRPr>
            </a:lvl6pPr>
            <a:lvl7pPr algn="l">
              <a:defRPr sz="1875" b="0">
                <a:solidFill>
                  <a:srgbClr val="646C73"/>
                </a:solidFill>
                <a:latin typeface="Nimbus Sans"/>
                <a:ea typeface="Nimbus Sans"/>
                <a:cs typeface="Nimbus Sans"/>
              </a:defRPr>
            </a:lvl7pPr>
            <a:lvl8pPr algn="l">
              <a:defRPr sz="1875" b="0">
                <a:solidFill>
                  <a:srgbClr val="646C73"/>
                </a:solidFill>
                <a:latin typeface="Nimbus Sans"/>
                <a:ea typeface="Nimbus Sans"/>
                <a:cs typeface="Nimbus Sans"/>
              </a:defRPr>
            </a:lvl8pPr>
            <a:lvl9pPr algn="l">
              <a:defRPr sz="1875" b="0">
                <a:solidFill>
                  <a:srgbClr val="646C73"/>
                </a:solidFill>
                <a:latin typeface="Nimbus Sans"/>
                <a:ea typeface="Nimbus Sans"/>
                <a:cs typeface="Nimbus Sans"/>
              </a:defRPr>
            </a:lvl9pPr>
          </a:lstStyle>
          <a:p>
            <a:pPr algn="l">
              <a:defRPr sz="1875" b="0">
                <a:solidFill>
                  <a:srgbClr val="646C73"/>
                </a:solidFill>
                <a:latin typeface="Nimbus Sans"/>
                <a:ea typeface="Nimbus Sans"/>
                <a:cs typeface="Nimbus Sans"/>
              </a:defRPr>
            </a:pPr>
            <a:r>
              <a:rPr sz="1875" b="0">
                <a:solidFill>
                  <a:srgbClr val="646C73"/>
                </a:solidFill>
                <a:latin typeface="Nimbus Sans"/>
                <a:ea typeface="Nimbus Sans"/>
                <a:cs typeface="Nimbus Sans"/>
              </a:rPr>
              <a:t>Fail a component</a:t>
            </a:r>
          </a:p>
          <a:p>
            <a:pPr algn="l">
              <a:defRPr sz="1875" b="0">
                <a:solidFill>
                  <a:srgbClr val="646C73"/>
                </a:solidFill>
                <a:latin typeface="Nimbus Sans"/>
                <a:ea typeface="Nimbus Sans"/>
                <a:cs typeface="Nimbus Sans"/>
              </a:defRPr>
            </a:pPr>
            <a:r>
              <a:rPr sz="1875" b="0">
                <a:solidFill>
                  <a:srgbClr val="646C73"/>
                </a:solidFill>
                <a:latin typeface="Nimbus Sans"/>
                <a:ea typeface="Nimbus Sans"/>
                <a:cs typeface="Nimbus Sans"/>
              </a:rPr>
              <a:t>Respond before the next failure</a:t>
            </a:r>
          </a:p>
        </p:txBody>
      </p:sp>
      <p:sp>
        <p:nvSpPr>
          <p:cNvPr id="86" name="text-8">
            <a:extLst>
              <a:ext uri="{FF2B5EF4-FFF2-40B4-BE49-F238E27FC236}">
                <a16:creationId xmlns:a16="http://schemas.microsoft.com/office/drawing/2014/main" id="{088A1E1F-A7C5-2DB0-C561-E9B41CCEA844}"/>
              </a:ext>
            </a:extLst>
          </p:cNvPr>
          <p:cNvSpPr>
            <a:spLocks noGrp="1"/>
          </p:cNvSpPr>
          <p:nvPr/>
        </p:nvSpPr>
        <p:spPr>
          <a:xfrm>
            <a:off x="954644" y="3052871"/>
            <a:ext cx="2964703" cy="1382288"/>
          </a:xfrm>
          <a:prstGeom prst="rect">
            <a:avLst/>
          </a:prstGeom>
          <a:noFill/>
          <a:ln w="0">
            <a:noFill/>
            <a:prstDash val="solid"/>
          </a:ln>
        </p:spPr>
        <p:txBody>
          <a:bodyPr wrap="square" lIns="0" tIns="0" rIns="0" bIns="0" anchor="t">
            <a:noAutofit/>
          </a:bodyPr>
          <a:lstStyle>
            <a:defPPr algn="l">
              <a:defRPr sz="2850" b="1">
                <a:solidFill>
                  <a:srgbClr val="FFFFFF"/>
                </a:solidFill>
                <a:latin typeface="Nimbus Sans"/>
                <a:ea typeface="Nimbus Sans"/>
                <a:cs typeface="Nimbus Sans"/>
              </a:defRPr>
            </a:defPPr>
            <a:lvl1pPr algn="l">
              <a:defRPr sz="2850" b="1">
                <a:solidFill>
                  <a:srgbClr val="FFFFFF"/>
                </a:solidFill>
                <a:latin typeface="Nimbus Sans"/>
                <a:ea typeface="Nimbus Sans"/>
                <a:cs typeface="Nimbus Sans"/>
              </a:defRPr>
            </a:lvl1pPr>
            <a:lvl2pPr algn="l">
              <a:defRPr sz="2850" b="1">
                <a:solidFill>
                  <a:srgbClr val="FFFFFF"/>
                </a:solidFill>
                <a:latin typeface="Nimbus Sans"/>
                <a:ea typeface="Nimbus Sans"/>
                <a:cs typeface="Nimbus Sans"/>
              </a:defRPr>
            </a:lvl2pPr>
            <a:lvl3pPr algn="l">
              <a:defRPr sz="2850" b="1">
                <a:solidFill>
                  <a:srgbClr val="FFFFFF"/>
                </a:solidFill>
                <a:latin typeface="Nimbus Sans"/>
                <a:ea typeface="Nimbus Sans"/>
                <a:cs typeface="Nimbus Sans"/>
              </a:defRPr>
            </a:lvl3pPr>
            <a:lvl4pPr algn="l">
              <a:defRPr sz="2850" b="1">
                <a:solidFill>
                  <a:srgbClr val="FFFFFF"/>
                </a:solidFill>
                <a:latin typeface="Nimbus Sans"/>
                <a:ea typeface="Nimbus Sans"/>
                <a:cs typeface="Nimbus Sans"/>
              </a:defRPr>
            </a:lvl4pPr>
            <a:lvl5pPr algn="l">
              <a:defRPr sz="2850" b="1">
                <a:solidFill>
                  <a:srgbClr val="FFFFFF"/>
                </a:solidFill>
                <a:latin typeface="Nimbus Sans"/>
                <a:ea typeface="Nimbus Sans"/>
                <a:cs typeface="Nimbus Sans"/>
              </a:defRPr>
            </a:lvl5pPr>
            <a:lvl6pPr algn="l">
              <a:defRPr sz="2850" b="1">
                <a:solidFill>
                  <a:srgbClr val="FFFFFF"/>
                </a:solidFill>
                <a:latin typeface="Nimbus Sans"/>
                <a:ea typeface="Nimbus Sans"/>
                <a:cs typeface="Nimbus Sans"/>
              </a:defRPr>
            </a:lvl6pPr>
            <a:lvl7pPr algn="l">
              <a:defRPr sz="2850" b="1">
                <a:solidFill>
                  <a:srgbClr val="FFFFFF"/>
                </a:solidFill>
                <a:latin typeface="Nimbus Sans"/>
                <a:ea typeface="Nimbus Sans"/>
                <a:cs typeface="Nimbus Sans"/>
              </a:defRPr>
            </a:lvl7pPr>
            <a:lvl8pPr algn="l">
              <a:defRPr sz="2850" b="1">
                <a:solidFill>
                  <a:srgbClr val="FFFFFF"/>
                </a:solidFill>
                <a:latin typeface="Nimbus Sans"/>
                <a:ea typeface="Nimbus Sans"/>
                <a:cs typeface="Nimbus Sans"/>
              </a:defRPr>
            </a:lvl8pPr>
            <a:lvl9pPr algn="l">
              <a:defRPr sz="2850" b="1">
                <a:solidFill>
                  <a:srgbClr val="FFFFFF"/>
                </a:solidFill>
                <a:latin typeface="Nimbus Sans"/>
                <a:ea typeface="Nimbus Sans"/>
                <a:cs typeface="Nimbus Sans"/>
              </a:defRPr>
            </a:lvl9pPr>
          </a:lstStyle>
          <a:p>
            <a:pPr algn="l">
              <a:defRPr sz="2850" b="1">
                <a:solidFill>
                  <a:srgbClr val="FFFFFF"/>
                </a:solidFill>
                <a:latin typeface="Nimbus Sans"/>
                <a:ea typeface="Nimbus Sans"/>
                <a:cs typeface="Nimbus Sans"/>
              </a:defRPr>
            </a:pPr>
            <a:r>
              <a:rPr sz="2850" b="1" dirty="0">
                <a:solidFill>
                  <a:srgbClr val="FFFFFF"/>
                </a:solidFill>
                <a:latin typeface="Nimbus Sans"/>
                <a:ea typeface="Nimbus Sans"/>
                <a:cs typeface="Nimbus Sans"/>
              </a:rPr>
              <a:t>Failures unfold</a:t>
            </a:r>
          </a:p>
          <a:p>
            <a:pPr algn="l">
              <a:defRPr sz="2850" b="1">
                <a:solidFill>
                  <a:srgbClr val="FFFFFF"/>
                </a:solidFill>
                <a:latin typeface="Nimbus Sans"/>
                <a:ea typeface="Nimbus Sans"/>
                <a:cs typeface="Nimbus Sans"/>
              </a:defRPr>
            </a:pPr>
            <a:r>
              <a:rPr sz="2850" b="1" dirty="0">
                <a:solidFill>
                  <a:srgbClr val="FFFFFF"/>
                </a:solidFill>
                <a:latin typeface="Nimbus Sans"/>
                <a:ea typeface="Nimbus Sans"/>
                <a:cs typeface="Nimbus Sans"/>
              </a:rPr>
              <a:t>while the grid</a:t>
            </a:r>
          </a:p>
          <a:p>
            <a:pPr algn="l">
              <a:defRPr sz="2850" b="1">
                <a:solidFill>
                  <a:srgbClr val="FFFFFF"/>
                </a:solidFill>
                <a:latin typeface="Nimbus Sans"/>
                <a:ea typeface="Nimbus Sans"/>
                <a:cs typeface="Nimbus Sans"/>
              </a:defRPr>
            </a:pPr>
            <a:r>
              <a:rPr sz="2850" b="1" dirty="0">
                <a:solidFill>
                  <a:srgbClr val="FFFFFF"/>
                </a:solidFill>
                <a:latin typeface="Nimbus Sans"/>
                <a:ea typeface="Nimbus Sans"/>
                <a:cs typeface="Nimbus Sans"/>
              </a:rPr>
              <a:t>is responding.</a:t>
            </a:r>
          </a:p>
        </p:txBody>
      </p:sp>
      <p:sp>
        <p:nvSpPr>
          <p:cNvPr id="88" name="text-9">
            <a:extLst>
              <a:ext uri="{FF2B5EF4-FFF2-40B4-BE49-F238E27FC236}">
                <a16:creationId xmlns:a16="http://schemas.microsoft.com/office/drawing/2014/main" id="{7B81BB97-5393-7685-5F4B-503AE0C86DF4}"/>
              </a:ext>
            </a:extLst>
          </p:cNvPr>
          <p:cNvSpPr>
            <a:spLocks noGrp="1"/>
          </p:cNvSpPr>
          <p:nvPr/>
        </p:nvSpPr>
        <p:spPr>
          <a:xfrm>
            <a:off x="883752" y="5338766"/>
            <a:ext cx="2930820" cy="879638"/>
          </a:xfrm>
          <a:prstGeom prst="rect">
            <a:avLst/>
          </a:prstGeom>
          <a:noFill/>
          <a:ln w="0">
            <a:noFill/>
            <a:prstDash val="solid"/>
          </a:ln>
        </p:spPr>
        <p:txBody>
          <a:bodyPr wrap="square" lIns="0" tIns="0" rIns="0" bIns="0" anchor="t">
            <a:noAutofit/>
          </a:bodyPr>
          <a:lstStyle>
            <a:defPPr algn="l">
              <a:defRPr sz="1875" b="0">
                <a:solidFill>
                  <a:srgbClr val="DCEC9A"/>
                </a:solidFill>
                <a:latin typeface="Nimbus Sans"/>
                <a:ea typeface="Nimbus Sans"/>
                <a:cs typeface="Nimbus Sans"/>
              </a:defRPr>
            </a:defPPr>
            <a:lvl1pPr algn="l">
              <a:defRPr sz="1875" b="0">
                <a:solidFill>
                  <a:srgbClr val="DCEC9A"/>
                </a:solidFill>
                <a:latin typeface="Nimbus Sans"/>
                <a:ea typeface="Nimbus Sans"/>
                <a:cs typeface="Nimbus Sans"/>
              </a:defRPr>
            </a:lvl1pPr>
            <a:lvl2pPr algn="l">
              <a:defRPr sz="1875" b="0">
                <a:solidFill>
                  <a:srgbClr val="DCEC9A"/>
                </a:solidFill>
                <a:latin typeface="Nimbus Sans"/>
                <a:ea typeface="Nimbus Sans"/>
                <a:cs typeface="Nimbus Sans"/>
              </a:defRPr>
            </a:lvl2pPr>
            <a:lvl3pPr algn="l">
              <a:defRPr sz="1875" b="0">
                <a:solidFill>
                  <a:srgbClr val="DCEC9A"/>
                </a:solidFill>
                <a:latin typeface="Nimbus Sans"/>
                <a:ea typeface="Nimbus Sans"/>
                <a:cs typeface="Nimbus Sans"/>
              </a:defRPr>
            </a:lvl3pPr>
            <a:lvl4pPr algn="l">
              <a:defRPr sz="1875" b="0">
                <a:solidFill>
                  <a:srgbClr val="DCEC9A"/>
                </a:solidFill>
                <a:latin typeface="Nimbus Sans"/>
                <a:ea typeface="Nimbus Sans"/>
                <a:cs typeface="Nimbus Sans"/>
              </a:defRPr>
            </a:lvl4pPr>
            <a:lvl5pPr algn="l">
              <a:defRPr sz="1875" b="0">
                <a:solidFill>
                  <a:srgbClr val="DCEC9A"/>
                </a:solidFill>
                <a:latin typeface="Nimbus Sans"/>
                <a:ea typeface="Nimbus Sans"/>
                <a:cs typeface="Nimbus Sans"/>
              </a:defRPr>
            </a:lvl5pPr>
            <a:lvl6pPr algn="l">
              <a:defRPr sz="1875" b="0">
                <a:solidFill>
                  <a:srgbClr val="DCEC9A"/>
                </a:solidFill>
                <a:latin typeface="Nimbus Sans"/>
                <a:ea typeface="Nimbus Sans"/>
                <a:cs typeface="Nimbus Sans"/>
              </a:defRPr>
            </a:lvl6pPr>
            <a:lvl7pPr algn="l">
              <a:defRPr sz="1875" b="0">
                <a:solidFill>
                  <a:srgbClr val="DCEC9A"/>
                </a:solidFill>
                <a:latin typeface="Nimbus Sans"/>
                <a:ea typeface="Nimbus Sans"/>
                <a:cs typeface="Nimbus Sans"/>
              </a:defRPr>
            </a:lvl7pPr>
            <a:lvl8pPr algn="l">
              <a:defRPr sz="1875" b="0">
                <a:solidFill>
                  <a:srgbClr val="DCEC9A"/>
                </a:solidFill>
                <a:latin typeface="Nimbus Sans"/>
                <a:ea typeface="Nimbus Sans"/>
                <a:cs typeface="Nimbus Sans"/>
              </a:defRPr>
            </a:lvl8pPr>
            <a:lvl9pPr algn="l">
              <a:defRPr sz="1875" b="0">
                <a:solidFill>
                  <a:srgbClr val="DCEC9A"/>
                </a:solidFill>
                <a:latin typeface="Nimbus Sans"/>
                <a:ea typeface="Nimbus Sans"/>
                <a:cs typeface="Nimbus Sans"/>
              </a:defRPr>
            </a:lvl9pPr>
          </a:lstStyle>
          <a:p>
            <a:pPr algn="l">
              <a:defRPr sz="1875" b="0">
                <a:solidFill>
                  <a:srgbClr val="DCEC9A"/>
                </a:solidFill>
                <a:latin typeface="Nimbus Sans"/>
                <a:ea typeface="Nimbus Sans"/>
                <a:cs typeface="Nimbus Sans"/>
              </a:defRPr>
            </a:pPr>
            <a:r>
              <a:rPr sz="1875" b="0" dirty="0">
                <a:solidFill>
                  <a:srgbClr val="DCEC9A"/>
                </a:solidFill>
                <a:latin typeface="Nimbus Sans"/>
                <a:ea typeface="Nimbus Sans"/>
                <a:cs typeface="Nimbus Sans"/>
              </a:rPr>
              <a:t>Hurricane Harvey, 2017</a:t>
            </a:r>
          </a:p>
          <a:p>
            <a:pPr algn="l">
              <a:defRPr sz="1875" b="0">
                <a:solidFill>
                  <a:srgbClr val="DCEC9A"/>
                </a:solidFill>
                <a:latin typeface="Nimbus Sans"/>
                <a:ea typeface="Nimbus Sans"/>
                <a:cs typeface="Nimbus Sans"/>
              </a:defRPr>
            </a:pPr>
            <a:r>
              <a:rPr sz="1875" b="0" dirty="0">
                <a:solidFill>
                  <a:srgbClr val="DCEC9A"/>
                </a:solidFill>
                <a:latin typeface="Nimbus Sans"/>
                <a:ea typeface="Nimbus Sans"/>
                <a:cs typeface="Nimbus Sans"/>
              </a:rPr>
              <a:t>Moore County attack, 2022</a:t>
            </a:r>
          </a:p>
        </p:txBody>
      </p:sp>
      <p:sp>
        <p:nvSpPr>
          <p:cNvPr id="95" name="Text 46">
            <a:extLst>
              <a:ext uri="{FF2B5EF4-FFF2-40B4-BE49-F238E27FC236}">
                <a16:creationId xmlns:a16="http://schemas.microsoft.com/office/drawing/2014/main" id="{D0316C66-0FFC-3562-69AD-D8E3FE94C8BD}"/>
              </a:ext>
            </a:extLst>
          </p:cNvPr>
          <p:cNvSpPr/>
          <p:nvPr/>
        </p:nvSpPr>
        <p:spPr>
          <a:xfrm>
            <a:off x="4137902" y="6093143"/>
            <a:ext cx="73148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dirty="0">
                <a:solidFill>
                  <a:srgbClr val="FFB56B"/>
                </a:solidFill>
                <a:effectLst/>
                <a:uFillTx/>
                <a:latin typeface="Inter Display"/>
                <a:ea typeface="Inter Display"/>
              </a:rPr>
              <a:t>CPS intuition: the plant is changing while the adversary is still acting.</a:t>
            </a:r>
            <a:endParaRPr lang="en-US" sz="1700" b="0" u="none" strike="noStrike" dirty="0">
              <a:solidFill>
                <a:srgbClr val="FFFFFF"/>
              </a:solidFill>
              <a:effectLst/>
              <a:uFillTx/>
              <a:latin typeface="Arial"/>
            </a:endParaRPr>
          </a:p>
        </p:txBody>
      </p:sp>
      <p:sp>
        <p:nvSpPr>
          <p:cNvPr id="97" name="Text 27">
            <a:extLst>
              <a:ext uri="{FF2B5EF4-FFF2-40B4-BE49-F238E27FC236}">
                <a16:creationId xmlns:a16="http://schemas.microsoft.com/office/drawing/2014/main" id="{ADF94858-7AF0-1273-EA65-662ACAF6C784}"/>
              </a:ext>
            </a:extLst>
          </p:cNvPr>
          <p:cNvSpPr/>
          <p:nvPr/>
        </p:nvSpPr>
        <p:spPr>
          <a:xfrm>
            <a:off x="5452872" y="5321618"/>
            <a:ext cx="19656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200" b="1" dirty="0">
                <a:solidFill>
                  <a:srgbClr val="7BD7CE"/>
                </a:solidFill>
                <a:latin typeface="Inter"/>
              </a:rPr>
              <a:t>A + B + C</a:t>
            </a:r>
          </a:p>
        </p:txBody>
      </p:sp>
      <p:sp>
        <p:nvSpPr>
          <p:cNvPr id="99" name="Text 28">
            <a:extLst>
              <a:ext uri="{FF2B5EF4-FFF2-40B4-BE49-F238E27FC236}">
                <a16:creationId xmlns:a16="http://schemas.microsoft.com/office/drawing/2014/main" id="{EC76D815-63C4-7A9B-E2F7-419F88FACC63}"/>
              </a:ext>
            </a:extLst>
          </p:cNvPr>
          <p:cNvSpPr/>
          <p:nvPr/>
        </p:nvSpPr>
        <p:spPr>
          <a:xfrm>
            <a:off x="7510272" y="5321618"/>
            <a:ext cx="4568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2800" b="1" u="none" strike="noStrike" dirty="0">
                <a:effectLst/>
                <a:uFillTx/>
                <a:latin typeface="Inter"/>
                <a:ea typeface="Inter"/>
              </a:rPr>
              <a:t>≠</a:t>
            </a:r>
            <a:endParaRPr lang="en-US" sz="2800" b="0" u="none" strike="noStrike" dirty="0">
              <a:effectLst/>
              <a:uFillTx/>
              <a:latin typeface="Arial"/>
            </a:endParaRPr>
          </a:p>
        </p:txBody>
      </p:sp>
      <p:sp>
        <p:nvSpPr>
          <p:cNvPr id="101" name="Text 29">
            <a:extLst>
              <a:ext uri="{FF2B5EF4-FFF2-40B4-BE49-F238E27FC236}">
                <a16:creationId xmlns:a16="http://schemas.microsoft.com/office/drawing/2014/main" id="{D3D498E1-A57A-46A6-E113-2831065CB248}"/>
              </a:ext>
            </a:extLst>
          </p:cNvPr>
          <p:cNvSpPr/>
          <p:nvPr/>
        </p:nvSpPr>
        <p:spPr>
          <a:xfrm>
            <a:off x="8040552" y="5321618"/>
            <a:ext cx="1874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200" b="1" u="none" strike="noStrike" dirty="0">
                <a:solidFill>
                  <a:srgbClr val="7BD7CE"/>
                </a:solidFill>
                <a:effectLst/>
                <a:uFillTx/>
                <a:latin typeface="Inter"/>
                <a:ea typeface="Inter"/>
              </a:rPr>
              <a:t>A → B → C</a:t>
            </a:r>
            <a:endParaRPr lang="en-US" sz="2200" b="0" u="none" strike="noStrike" dirty="0">
              <a:solidFill>
                <a:srgbClr val="FFFFFF"/>
              </a:solidFill>
              <a:effectLst/>
              <a:uFillTx/>
              <a:latin typeface="Arial"/>
            </a:endParaRPr>
          </a:p>
        </p:txBody>
      </p:sp>
    </p:spTree>
    <p:extLst>
      <p:ext uri="{BB962C8B-B14F-4D97-AF65-F5344CB8AC3E}">
        <p14:creationId xmlns:p14="http://schemas.microsoft.com/office/powerpoint/2010/main" val="2218049895"/>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7F2FC-A4BF-333D-EA53-A43751F98C54}"/>
            </a:ext>
          </a:extLst>
        </p:cNvPr>
        <p:cNvGrpSpPr/>
        <p:nvPr/>
      </p:nvGrpSpPr>
      <p:grpSpPr>
        <a:xfrm>
          <a:off x="0" y="0"/>
          <a:ext cx="0" cy="0"/>
          <a:chOff x="0" y="0"/>
          <a:chExt cx="0" cy="0"/>
        </a:xfrm>
      </p:grpSpPr>
      <p:sp>
        <p:nvSpPr>
          <p:cNvPr id="65" name="Freeform: Shape 64">
            <a:extLst>
              <a:ext uri="{FF2B5EF4-FFF2-40B4-BE49-F238E27FC236}">
                <a16:creationId xmlns:a16="http://schemas.microsoft.com/office/drawing/2014/main" id="{90EE6A9E-A54E-1C6C-2519-506DF3521BDB}"/>
              </a:ext>
            </a:extLst>
          </p:cNvPr>
          <p:cNvSpPr>
            <a:spLocks noChangeAspect="1"/>
          </p:cNvSpPr>
          <p:nvPr/>
        </p:nvSpPr>
        <p:spPr>
          <a:xfrm>
            <a:off x="232519" y="-2693505"/>
            <a:ext cx="4728754" cy="4728754"/>
          </a:xfrm>
          <a:custGeom>
            <a:avLst/>
            <a:gdLst>
              <a:gd name="connsiteX0" fmla="*/ 244064 w 488128"/>
              <a:gd name="connsiteY0" fmla="*/ 0 h 488128"/>
              <a:gd name="connsiteX1" fmla="*/ 488128 w 488128"/>
              <a:gd name="connsiteY1" fmla="*/ 244064 h 488128"/>
              <a:gd name="connsiteX2" fmla="*/ 244064 w 488128"/>
              <a:gd name="connsiteY2" fmla="*/ 488128 h 488128"/>
              <a:gd name="connsiteX3" fmla="*/ 0 w 488128"/>
              <a:gd name="connsiteY3" fmla="*/ 244064 h 488128"/>
              <a:gd name="connsiteX4" fmla="*/ 244064 w 488128"/>
              <a:gd name="connsiteY4" fmla="*/ 0 h 488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128" h="488128">
                <a:moveTo>
                  <a:pt x="244064" y="0"/>
                </a:moveTo>
                <a:cubicBezTo>
                  <a:pt x="378857" y="0"/>
                  <a:pt x="488128" y="109271"/>
                  <a:pt x="488128" y="244064"/>
                </a:cubicBezTo>
                <a:cubicBezTo>
                  <a:pt x="488128" y="378857"/>
                  <a:pt x="378857" y="488128"/>
                  <a:pt x="244064" y="488128"/>
                </a:cubicBezTo>
                <a:cubicBezTo>
                  <a:pt x="109271" y="488128"/>
                  <a:pt x="0" y="378857"/>
                  <a:pt x="0" y="244064"/>
                </a:cubicBezTo>
                <a:cubicBezTo>
                  <a:pt x="0" y="109271"/>
                  <a:pt x="109271" y="0"/>
                  <a:pt x="24406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ysClr val="windowText" lastClr="000000"/>
              </a:solidFill>
              <a:effectLst/>
              <a:uLnTx/>
              <a:uFillTx/>
            </a:endParaRPr>
          </a:p>
        </p:txBody>
      </p:sp>
      <p:sp>
        <p:nvSpPr>
          <p:cNvPr id="14" name="Text Placeholder 13">
            <a:extLst>
              <a:ext uri="{FF2B5EF4-FFF2-40B4-BE49-F238E27FC236}">
                <a16:creationId xmlns:a16="http://schemas.microsoft.com/office/drawing/2014/main" id="{36F7E474-DF49-8FAF-2AAC-E7F0B413ADC6}"/>
              </a:ext>
            </a:extLst>
          </p:cNvPr>
          <p:cNvSpPr>
            <a:spLocks noGrp="1"/>
          </p:cNvSpPr>
          <p:nvPr>
            <p:ph type="body" sz="quarter" idx="10"/>
          </p:nvPr>
        </p:nvSpPr>
        <p:spPr>
          <a:xfrm>
            <a:off x="944881" y="2662267"/>
            <a:ext cx="4332514" cy="867930"/>
          </a:xfrm>
        </p:spPr>
        <p:txBody>
          <a:bodyPr/>
          <a:lstStyle/>
          <a:p>
            <a:r>
              <a:rPr lang="en-US" dirty="0"/>
              <a:t>Why Not Try Every Sequence?</a:t>
            </a:r>
          </a:p>
        </p:txBody>
      </p:sp>
      <p:sp>
        <p:nvSpPr>
          <p:cNvPr id="15" name="Text Placeholder 14">
            <a:extLst>
              <a:ext uri="{FF2B5EF4-FFF2-40B4-BE49-F238E27FC236}">
                <a16:creationId xmlns:a16="http://schemas.microsoft.com/office/drawing/2014/main" id="{E2974839-5B15-3F69-974B-865DDB570101}"/>
              </a:ext>
            </a:extLst>
          </p:cNvPr>
          <p:cNvSpPr>
            <a:spLocks noGrp="1"/>
          </p:cNvSpPr>
          <p:nvPr>
            <p:ph type="body" sz="quarter" idx="11"/>
          </p:nvPr>
        </p:nvSpPr>
        <p:spPr>
          <a:xfrm>
            <a:off x="6096000" y="419100"/>
            <a:ext cx="5671764" cy="1290610"/>
          </a:xfrm>
        </p:spPr>
        <p:txBody>
          <a:bodyPr/>
          <a:lstStyle/>
          <a:p>
            <a:r>
              <a:rPr lang="en-US" dirty="0"/>
              <a:t>Because</a:t>
            </a:r>
          </a:p>
          <a:p>
            <a:r>
              <a:rPr lang="en-IN" sz="2400" b="0" dirty="0">
                <a:solidFill>
                  <a:srgbClr val="FFFFFF"/>
                </a:solidFill>
                <a:latin typeface="DejaVu Serif"/>
                <a:ea typeface="DejaVu Serif"/>
                <a:cs typeface="DejaVu Serif"/>
              </a:rPr>
              <a:t>P(m, k) = m! / (m − k)!</a:t>
            </a:r>
          </a:p>
          <a:p>
            <a:endParaRPr lang="en-US" dirty="0"/>
          </a:p>
        </p:txBody>
      </p:sp>
      <p:sp>
        <p:nvSpPr>
          <p:cNvPr id="32" name="Title 31">
            <a:extLst>
              <a:ext uri="{FF2B5EF4-FFF2-40B4-BE49-F238E27FC236}">
                <a16:creationId xmlns:a16="http://schemas.microsoft.com/office/drawing/2014/main" id="{9DD04E1A-6AD7-233B-E856-860661E9CEB8}"/>
              </a:ext>
            </a:extLst>
          </p:cNvPr>
          <p:cNvSpPr>
            <a:spLocks noGrp="1"/>
          </p:cNvSpPr>
          <p:nvPr>
            <p:ph type="title"/>
          </p:nvPr>
        </p:nvSpPr>
        <p:spPr>
          <a:xfrm>
            <a:off x="555244" y="0"/>
            <a:ext cx="4083304" cy="1357295"/>
          </a:xfrm>
        </p:spPr>
        <p:txBody>
          <a:bodyPr/>
          <a:lstStyle/>
          <a:p>
            <a:r>
              <a:rPr lang="en-US" b="1" dirty="0">
                <a:gradFill>
                  <a:gsLst>
                    <a:gs pos="15000">
                      <a:schemeClr val="bg1"/>
                    </a:gs>
                    <a:gs pos="47000">
                      <a:schemeClr val="bg1"/>
                    </a:gs>
                  </a:gsLst>
                  <a:lin ang="5400000" scaled="1"/>
                </a:gradFill>
              </a:rPr>
              <a:t>MOTIVATION</a:t>
            </a:r>
            <a:br>
              <a:rPr lang="en-US" b="1" dirty="0">
                <a:gradFill>
                  <a:gsLst>
                    <a:gs pos="15000">
                      <a:schemeClr val="bg1"/>
                    </a:gs>
                    <a:gs pos="47000">
                      <a:schemeClr val="bg1"/>
                    </a:gs>
                  </a:gsLst>
                  <a:lin ang="5400000" scaled="1"/>
                </a:gradFill>
              </a:rPr>
            </a:br>
            <a:r>
              <a:rPr lang="en-US" b="1" dirty="0">
                <a:gradFill>
                  <a:gsLst>
                    <a:gs pos="15000">
                      <a:schemeClr val="bg1"/>
                    </a:gs>
                    <a:gs pos="47000">
                      <a:schemeClr val="bg1"/>
                    </a:gs>
                  </a:gsLst>
                  <a:lin ang="5400000" scaled="1"/>
                </a:gradFill>
              </a:rPr>
              <a:t>	FOR SEQUIN</a:t>
            </a:r>
          </a:p>
        </p:txBody>
      </p:sp>
      <p:sp>
        <p:nvSpPr>
          <p:cNvPr id="21" name="Text Placeholder 20">
            <a:extLst>
              <a:ext uri="{FF2B5EF4-FFF2-40B4-BE49-F238E27FC236}">
                <a16:creationId xmlns:a16="http://schemas.microsoft.com/office/drawing/2014/main" id="{91EE9057-70C6-685A-44BF-3451370E5AAF}"/>
              </a:ext>
            </a:extLst>
          </p:cNvPr>
          <p:cNvSpPr>
            <a:spLocks noGrp="1"/>
          </p:cNvSpPr>
          <p:nvPr>
            <p:ph type="body" sz="quarter" idx="12"/>
          </p:nvPr>
        </p:nvSpPr>
        <p:spPr>
          <a:xfrm>
            <a:off x="6096000" y="2599498"/>
            <a:ext cx="5671764" cy="1125949"/>
          </a:xfrm>
        </p:spPr>
        <p:txBody>
          <a:bodyPr/>
          <a:lstStyle/>
          <a:p>
            <a:r>
              <a:rPr lang="en-US" dirty="0"/>
              <a:t>Case39: 46 lines, k = 3</a:t>
            </a:r>
          </a:p>
          <a:p>
            <a:pPr lvl="1"/>
            <a:r>
              <a:rPr lang="en-IN" sz="4800" b="1" dirty="0">
                <a:solidFill>
                  <a:srgbClr val="DCEC9A"/>
                </a:solidFill>
                <a:latin typeface="Nimbus Sans"/>
                <a:ea typeface="Nimbus Sans"/>
                <a:cs typeface="Nimbus Sans"/>
              </a:rPr>
              <a:t>91,080</a:t>
            </a:r>
            <a:r>
              <a:rPr lang="en-US" dirty="0"/>
              <a:t>.</a:t>
            </a:r>
          </a:p>
        </p:txBody>
      </p:sp>
      <p:sp>
        <p:nvSpPr>
          <p:cNvPr id="22" name="Text Placeholder 21">
            <a:extLst>
              <a:ext uri="{FF2B5EF4-FFF2-40B4-BE49-F238E27FC236}">
                <a16:creationId xmlns:a16="http://schemas.microsoft.com/office/drawing/2014/main" id="{6DF17E04-B84D-A442-E7D5-80E59FA8E3E3}"/>
              </a:ext>
            </a:extLst>
          </p:cNvPr>
          <p:cNvSpPr>
            <a:spLocks noGrp="1"/>
          </p:cNvSpPr>
          <p:nvPr>
            <p:ph type="body" sz="quarter" idx="13"/>
          </p:nvPr>
        </p:nvSpPr>
        <p:spPr>
          <a:xfrm>
            <a:off x="6096000" y="4779896"/>
            <a:ext cx="5671764" cy="1558888"/>
          </a:xfrm>
        </p:spPr>
        <p:txBody>
          <a:bodyPr/>
          <a:lstStyle/>
          <a:p>
            <a:r>
              <a:rPr lang="en-US" dirty="0"/>
              <a:t>Case240 : 448 lines, k = 8</a:t>
            </a:r>
          </a:p>
          <a:p>
            <a:pPr lvl="1"/>
            <a:r>
              <a:rPr lang="en-US" sz="4800" b="1" dirty="0">
                <a:solidFill>
                  <a:srgbClr val="DCEC9A"/>
                </a:solidFill>
                <a:latin typeface="Nimbus Sans"/>
                <a:ea typeface="Nimbus Sans"/>
                <a:cs typeface="Nimbus Sans"/>
              </a:rPr>
              <a:t>38.2 Trillion</a:t>
            </a:r>
            <a:endParaRPr lang="en-US" sz="4800" dirty="0">
              <a:gradFill>
                <a:gsLst>
                  <a:gs pos="15000">
                    <a:srgbClr val="FFFFFF"/>
                  </a:gs>
                  <a:gs pos="47000">
                    <a:srgbClr val="FFFFFF"/>
                  </a:gs>
                </a:gsLst>
                <a:lin ang="5400000" scaled="1"/>
              </a:gradFill>
            </a:endParaRPr>
          </a:p>
          <a:p>
            <a:endParaRPr lang="en-US" dirty="0"/>
          </a:p>
        </p:txBody>
      </p:sp>
    </p:spTree>
    <p:extLst>
      <p:ext uri="{BB962C8B-B14F-4D97-AF65-F5344CB8AC3E}">
        <p14:creationId xmlns:p14="http://schemas.microsoft.com/office/powerpoint/2010/main" val="2134880063"/>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500"/>
                                        <p:tgtEl>
                                          <p:spTgt spid="14">
                                            <p:txEl>
                                              <p:pRg st="0" end="0"/>
                                            </p:txEl>
                                          </p:spTgt>
                                        </p:tgtEl>
                                      </p:cBhvr>
                                    </p:animEffect>
                                  </p:childTnLst>
                                </p:cTn>
                              </p:par>
                              <p:par>
                                <p:cTn id="13" presetID="63" presetClass="path" presetSubtype="0" decel="100000" fill="hold" grpId="1" nodeType="withEffect">
                                  <p:stCondLst>
                                    <p:cond delay="0"/>
                                  </p:stCondLst>
                                  <p:childTnLst>
                                    <p:animMotion origin="layout" path="M -0.14336 1.11111E-6 L 1.45833E-6 1.11111E-6 " pathEditMode="relative" rAng="0" ptsTypes="AA">
                                      <p:cBhvr>
                                        <p:cTn id="14" dur="750" fill="hold"/>
                                        <p:tgtEl>
                                          <p:spTgt spid="14">
                                            <p:txEl>
                                              <p:pRg st="0" end="0"/>
                                            </p:txEl>
                                          </p:spTgt>
                                        </p:tgtEl>
                                        <p:attrNameLst>
                                          <p:attrName>ppt_x</p:attrName>
                                          <p:attrName>ppt_y</p:attrName>
                                        </p:attrNameLst>
                                      </p:cBhvr>
                                      <p:rCtr x="7161" y="0"/>
                                    </p:animMotion>
                                  </p:childTnLst>
                                </p:cTn>
                              </p:par>
                            </p:childTnLst>
                          </p:cTn>
                        </p:par>
                        <p:par>
                          <p:cTn id="15" fill="hold">
                            <p:stCondLst>
                              <p:cond delay="1250"/>
                            </p:stCondLst>
                            <p:childTnLst>
                              <p:par>
                                <p:cTn id="16" presetID="10" presetClass="entr" presetSubtype="0" fill="hold" grpId="0" nodeType="afterEffect">
                                  <p:stCondLst>
                                    <p:cond delay="25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750"/>
                                        <p:tgtEl>
                                          <p:spTgt spid="15"/>
                                        </p:tgtEl>
                                      </p:cBhvr>
                                    </p:animEffect>
                                  </p:childTnLst>
                                </p:cTn>
                              </p:par>
                            </p:childTnLst>
                          </p:cTn>
                        </p:par>
                        <p:par>
                          <p:cTn id="19" fill="hold">
                            <p:stCondLst>
                              <p:cond delay="2250"/>
                            </p:stCondLst>
                            <p:childTnLst>
                              <p:par>
                                <p:cTn id="20" presetID="10" presetClass="entr" presetSubtype="0" fill="hold" grpId="0" nodeType="afterEffect">
                                  <p:stCondLst>
                                    <p:cond delay="25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750"/>
                                        <p:tgtEl>
                                          <p:spTgt spid="21"/>
                                        </p:tgtEl>
                                      </p:cBhvr>
                                    </p:animEffect>
                                  </p:childTnLst>
                                </p:cTn>
                              </p:par>
                            </p:childTnLst>
                          </p:cTn>
                        </p:par>
                        <p:par>
                          <p:cTn id="23" fill="hold">
                            <p:stCondLst>
                              <p:cond delay="3250"/>
                            </p:stCondLst>
                            <p:childTnLst>
                              <p:par>
                                <p:cTn id="24" presetID="10" presetClass="entr" presetSubtype="0" fill="hold" grpId="0" nodeType="afterEffect">
                                  <p:stCondLst>
                                    <p:cond delay="25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7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14" grpId="1" build="p"/>
      <p:bldP spid="15" grpId="0"/>
      <p:bldP spid="32" grpId="0"/>
      <p:bldP spid="21"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5D00E-F268-9EA7-6954-0BAF7589B5E1}"/>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A1715A00-9E50-649B-4DE1-EDC472286027}"/>
              </a:ext>
            </a:extLst>
          </p:cNvPr>
          <p:cNvSpPr>
            <a:spLocks noGrp="1"/>
          </p:cNvSpPr>
          <p:nvPr>
            <p:ph idx="1"/>
          </p:nvPr>
        </p:nvSpPr>
        <p:spPr>
          <a:xfrm>
            <a:off x="304800" y="2265618"/>
            <a:ext cx="3714704" cy="1973874"/>
          </a:xfrm>
        </p:spPr>
        <p:txBody>
          <a:bodyPr/>
          <a:lstStyle/>
          <a:p>
            <a:pPr>
              <a:spcAft>
                <a:spcPts val="2400"/>
              </a:spcAft>
            </a:pPr>
            <a:r>
              <a:rPr lang="en-US" dirty="0"/>
              <a:t>Guided Exploration</a:t>
            </a:r>
          </a:p>
          <a:p>
            <a:pPr lvl="1"/>
            <a:r>
              <a:rPr lang="en-US" dirty="0"/>
              <a:t>Which failures are worth exploring?</a:t>
            </a:r>
          </a:p>
          <a:p>
            <a:pPr lvl="1"/>
            <a:r>
              <a:rPr lang="en-US" dirty="0"/>
              <a:t>Attacker</a:t>
            </a:r>
          </a:p>
        </p:txBody>
      </p:sp>
      <p:sp>
        <p:nvSpPr>
          <p:cNvPr id="11" name="Content Placeholder 10">
            <a:extLst>
              <a:ext uri="{FF2B5EF4-FFF2-40B4-BE49-F238E27FC236}">
                <a16:creationId xmlns:a16="http://schemas.microsoft.com/office/drawing/2014/main" id="{F96B48CD-F5C2-B913-EFEB-9004AEA4F2B6}"/>
              </a:ext>
            </a:extLst>
          </p:cNvPr>
          <p:cNvSpPr>
            <a:spLocks noGrp="1"/>
          </p:cNvSpPr>
          <p:nvPr>
            <p:ph idx="14"/>
          </p:nvPr>
        </p:nvSpPr>
        <p:spPr>
          <a:xfrm>
            <a:off x="4168631" y="2265618"/>
            <a:ext cx="3840480" cy="1973874"/>
          </a:xfrm>
        </p:spPr>
        <p:txBody>
          <a:bodyPr/>
          <a:lstStyle/>
          <a:p>
            <a:pPr>
              <a:spcAft>
                <a:spcPts val="2400"/>
              </a:spcAft>
            </a:pPr>
            <a:r>
              <a:rPr lang="en-US" dirty="0"/>
              <a:t>Sequential interdiction</a:t>
            </a:r>
          </a:p>
          <a:p>
            <a:pPr lvl="1"/>
            <a:r>
              <a:rPr lang="en-US" dirty="0"/>
              <a:t>What physically happens after each failure?</a:t>
            </a:r>
          </a:p>
          <a:p>
            <a:pPr lvl="1"/>
            <a:r>
              <a:rPr lang="en-US" dirty="0"/>
              <a:t>Defender</a:t>
            </a:r>
          </a:p>
        </p:txBody>
      </p:sp>
      <p:sp>
        <p:nvSpPr>
          <p:cNvPr id="18" name="Content Placeholder 17">
            <a:extLst>
              <a:ext uri="{FF2B5EF4-FFF2-40B4-BE49-F238E27FC236}">
                <a16:creationId xmlns:a16="http://schemas.microsoft.com/office/drawing/2014/main" id="{3002360B-3C45-ECA0-5BC7-241AF029CBD7}"/>
              </a:ext>
            </a:extLst>
          </p:cNvPr>
          <p:cNvSpPr>
            <a:spLocks noGrp="1"/>
          </p:cNvSpPr>
          <p:nvPr>
            <p:ph idx="15"/>
          </p:nvPr>
        </p:nvSpPr>
        <p:spPr>
          <a:xfrm>
            <a:off x="8158238" y="2265618"/>
            <a:ext cx="3773077" cy="2250873"/>
          </a:xfrm>
        </p:spPr>
        <p:txBody>
          <a:bodyPr/>
          <a:lstStyle/>
          <a:p>
            <a:pPr>
              <a:spcAft>
                <a:spcPts val="2400"/>
              </a:spcAft>
            </a:pPr>
            <a:r>
              <a:rPr lang="en-US" dirty="0"/>
              <a:t>Impact reasoning</a:t>
            </a:r>
          </a:p>
          <a:p>
            <a:pPr lvl="1"/>
            <a:r>
              <a:rPr lang="en-US" dirty="0"/>
              <a:t>What dangerous patterns appear across sequences?</a:t>
            </a:r>
            <a:br>
              <a:rPr lang="en-US" dirty="0"/>
            </a:br>
            <a:r>
              <a:rPr lang="en-US" dirty="0"/>
              <a:t> Build a Attack tree</a:t>
            </a:r>
          </a:p>
          <a:p>
            <a:pPr lvl="1"/>
            <a:r>
              <a:rPr lang="en-US" dirty="0"/>
              <a:t>Analysis by Domain Experts</a:t>
            </a:r>
          </a:p>
        </p:txBody>
      </p:sp>
      <p:sp>
        <p:nvSpPr>
          <p:cNvPr id="14" name="Title 1">
            <a:extLst>
              <a:ext uri="{FF2B5EF4-FFF2-40B4-BE49-F238E27FC236}">
                <a16:creationId xmlns:a16="http://schemas.microsoft.com/office/drawing/2014/main" id="{EE7BEDC5-97E5-AD14-D234-0C5A86708C46}"/>
              </a:ext>
            </a:extLst>
          </p:cNvPr>
          <p:cNvSpPr>
            <a:spLocks noGrp="1"/>
          </p:cNvSpPr>
          <p:nvPr>
            <p:ph type="title"/>
          </p:nvPr>
        </p:nvSpPr>
        <p:spPr/>
        <p:txBody>
          <a:bodyPr/>
          <a:lstStyle/>
          <a:p>
            <a:r>
              <a:rPr lang="en-US" dirty="0"/>
              <a:t>SEQUIN</a:t>
            </a:r>
          </a:p>
        </p:txBody>
      </p:sp>
      <p:sp>
        <p:nvSpPr>
          <p:cNvPr id="6" name="Text Placeholder 5">
            <a:extLst>
              <a:ext uri="{FF2B5EF4-FFF2-40B4-BE49-F238E27FC236}">
                <a16:creationId xmlns:a16="http://schemas.microsoft.com/office/drawing/2014/main" id="{AB418EE7-464A-C90D-2C7B-7FBC87DCB11D}"/>
              </a:ext>
            </a:extLst>
          </p:cNvPr>
          <p:cNvSpPr>
            <a:spLocks noGrp="1"/>
          </p:cNvSpPr>
          <p:nvPr>
            <p:ph type="body" sz="quarter" idx="16"/>
          </p:nvPr>
        </p:nvSpPr>
        <p:spPr>
          <a:xfrm>
            <a:off x="2951089" y="195702"/>
            <a:ext cx="9364374" cy="1089529"/>
          </a:xfrm>
        </p:spPr>
        <p:txBody>
          <a:bodyPr/>
          <a:lstStyle/>
          <a:p>
            <a:r>
              <a:rPr lang="en-US" sz="3600" dirty="0"/>
              <a:t>SEQUIN = Search + Physics + Interpretation</a:t>
            </a:r>
          </a:p>
        </p:txBody>
      </p:sp>
      <p:sp>
        <p:nvSpPr>
          <p:cNvPr id="9" name="Rectangle 8">
            <a:extLst>
              <a:ext uri="{FF2B5EF4-FFF2-40B4-BE49-F238E27FC236}">
                <a16:creationId xmlns:a16="http://schemas.microsoft.com/office/drawing/2014/main" id="{2549E6F0-72A9-121F-0795-D0E210A1746F}"/>
              </a:ext>
            </a:extLst>
          </p:cNvPr>
          <p:cNvSpPr/>
          <p:nvPr/>
        </p:nvSpPr>
        <p:spPr>
          <a:xfrm>
            <a:off x="4375511" y="3049557"/>
            <a:ext cx="3383280" cy="182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3ECB1170-47CA-B74C-BD1E-0D4DD57EE699}"/>
              </a:ext>
            </a:extLst>
          </p:cNvPr>
          <p:cNvSpPr/>
          <p:nvPr/>
        </p:nvSpPr>
        <p:spPr>
          <a:xfrm>
            <a:off x="8386838" y="3049557"/>
            <a:ext cx="3383280" cy="182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97D4F53-F60F-E9DA-CDB7-98EDE6F512FD}"/>
              </a:ext>
            </a:extLst>
          </p:cNvPr>
          <p:cNvSpPr/>
          <p:nvPr/>
        </p:nvSpPr>
        <p:spPr>
          <a:xfrm>
            <a:off x="435056" y="3049557"/>
            <a:ext cx="3383280" cy="182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Slide Number Placeholder 41">
            <a:extLst>
              <a:ext uri="{FF2B5EF4-FFF2-40B4-BE49-F238E27FC236}">
                <a16:creationId xmlns:a16="http://schemas.microsoft.com/office/drawing/2014/main" id="{A2279078-3B4F-C13B-FD33-D58E378644C4}"/>
              </a:ext>
            </a:extLst>
          </p:cNvPr>
          <p:cNvSpPr>
            <a:spLocks noGrp="1"/>
          </p:cNvSpPr>
          <p:nvPr>
            <p:ph type="sldNum" sz="quarter" idx="4"/>
          </p:nvPr>
        </p:nvSpPr>
        <p:spPr>
          <a:xfrm>
            <a:off x="11432913" y="6316156"/>
            <a:ext cx="498402" cy="365125"/>
          </a:xfrm>
        </p:spPr>
        <p:txBody>
          <a:bodyPr/>
          <a:lstStyle/>
          <a:p>
            <a:fld id="{5AE1514C-5E56-4738-A1FF-4B1CFD2A3E36}" type="slidenum">
              <a:rPr lang="en-US" smtClean="0"/>
              <a:t>7</a:t>
            </a:fld>
            <a:endParaRPr lang="en-US" dirty="0"/>
          </a:p>
        </p:txBody>
      </p:sp>
      <p:pic>
        <p:nvPicPr>
          <p:cNvPr id="3" name="Picture 2">
            <a:extLst>
              <a:ext uri="{FF2B5EF4-FFF2-40B4-BE49-F238E27FC236}">
                <a16:creationId xmlns:a16="http://schemas.microsoft.com/office/drawing/2014/main" id="{10FDB908-CF82-4AFB-7F38-A19E88E4BAEB}"/>
              </a:ext>
            </a:extLst>
          </p:cNvPr>
          <p:cNvPicPr>
            <a:picLocks noChangeAspect="1"/>
          </p:cNvPicPr>
          <p:nvPr/>
        </p:nvPicPr>
        <p:blipFill>
          <a:blip r:embed="rId3"/>
          <a:stretch>
            <a:fillRect/>
          </a:stretch>
        </p:blipFill>
        <p:spPr>
          <a:xfrm>
            <a:off x="2951089" y="4767779"/>
            <a:ext cx="6328733" cy="1724784"/>
          </a:xfrm>
          <a:prstGeom prst="rect">
            <a:avLst/>
          </a:prstGeom>
        </p:spPr>
      </p:pic>
    </p:spTree>
    <p:extLst>
      <p:ext uri="{BB962C8B-B14F-4D97-AF65-F5344CB8AC3E}">
        <p14:creationId xmlns:p14="http://schemas.microsoft.com/office/powerpoint/2010/main" val="388165166"/>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decel="10000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8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800" fill="hold"/>
                                        <p:tgtEl>
                                          <p:spTgt spid="10">
                                            <p:txEl>
                                              <p:pRg st="0" end="0"/>
                                            </p:txEl>
                                          </p:spTgt>
                                        </p:tgtEl>
                                        <p:attrNameLst>
                                          <p:attrName>ppt_y</p:attrName>
                                        </p:attrNameLst>
                                      </p:cBhvr>
                                      <p:tavLst>
                                        <p:tav tm="0">
                                          <p:val>
                                            <p:strVal val="1+#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63" presetClass="path" presetSubtype="0" accel="50000" decel="50000" fill="hold" grpId="1" nodeType="withEffect">
                                  <p:stCondLst>
                                    <p:cond delay="0"/>
                                  </p:stCondLst>
                                  <p:childTnLst>
                                    <p:animMotion origin="layout" path="M -0.13932 -4.44444E-6 L 1.04167E-6 -4.44444E-6 " pathEditMode="relative" rAng="0" ptsTypes="AA">
                                      <p:cBhvr>
                                        <p:cTn id="12" dur="500" fill="hold"/>
                                        <p:tgtEl>
                                          <p:spTgt spid="13"/>
                                        </p:tgtEl>
                                        <p:attrNameLst>
                                          <p:attrName>ppt_x</p:attrName>
                                          <p:attrName>ppt_y</p:attrName>
                                        </p:attrNameLst>
                                      </p:cBhvr>
                                      <p:rCtr x="6966" y="0"/>
                                    </p:animMotion>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63" presetClass="path" presetSubtype="0" accel="50000" decel="50000" fill="hold" grpId="1" nodeType="withEffect">
                                  <p:stCondLst>
                                    <p:cond delay="0"/>
                                  </p:stCondLst>
                                  <p:childTnLst>
                                    <p:animMotion origin="layout" path="M -0.13933 -4.44444E-6 L 3.95833E-6 -4.44444E-6 " pathEditMode="relative" rAng="0" ptsTypes="AA">
                                      <p:cBhvr>
                                        <p:cTn id="16" dur="500" fill="hold"/>
                                        <p:tgtEl>
                                          <p:spTgt spid="9"/>
                                        </p:tgtEl>
                                        <p:attrNameLst>
                                          <p:attrName>ppt_x</p:attrName>
                                          <p:attrName>ppt_y</p:attrName>
                                        </p:attrNameLst>
                                      </p:cBhvr>
                                      <p:rCtr x="6966" y="0"/>
                                    </p:animMotion>
                                  </p:childTnLst>
                                </p:cTn>
                              </p:par>
                            </p:childTnLst>
                          </p:cTn>
                        </p:par>
                      </p:childTnLst>
                    </p:cTn>
                  </p:par>
                  <p:par>
                    <p:cTn id="17" fill="hold">
                      <p:stCondLst>
                        <p:cond delay="indefinite"/>
                      </p:stCondLst>
                      <p:childTnLst>
                        <p:par>
                          <p:cTn id="18" fill="hold">
                            <p:stCondLst>
                              <p:cond delay="0"/>
                            </p:stCondLst>
                            <p:childTnLst>
                              <p:par>
                                <p:cTn id="19" presetID="2" presetClass="entr" presetSubtype="4" decel="100000" fill="hold" grpId="0" nodeType="click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anim calcmode="lin" valueType="num">
                                      <p:cBhvr additive="base">
                                        <p:cTn id="21" dur="8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2" dur="8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decel="100000" fill="hold" grpId="0" nodeType="clickEffect">
                                  <p:stCondLst>
                                    <p:cond delay="0"/>
                                  </p:stCondLst>
                                  <p:childTnLst>
                                    <p:set>
                                      <p:cBhvr>
                                        <p:cTn id="26" dur="1" fill="hold">
                                          <p:stCondLst>
                                            <p:cond delay="0"/>
                                          </p:stCondLst>
                                        </p:cTn>
                                        <p:tgtEl>
                                          <p:spTgt spid="18">
                                            <p:txEl>
                                              <p:pRg st="0" end="0"/>
                                            </p:txEl>
                                          </p:spTgt>
                                        </p:tgtEl>
                                        <p:attrNameLst>
                                          <p:attrName>style.visibility</p:attrName>
                                        </p:attrNameLst>
                                      </p:cBhvr>
                                      <p:to>
                                        <p:strVal val="visible"/>
                                      </p:to>
                                    </p:set>
                                    <p:anim calcmode="lin" valueType="num">
                                      <p:cBhvr additive="base">
                                        <p:cTn id="27" dur="8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28" dur="800" fill="hold"/>
                                        <p:tgtEl>
                                          <p:spTgt spid="18">
                                            <p:txEl>
                                              <p:pRg st="0" end="0"/>
                                            </p:txEl>
                                          </p:spTgt>
                                        </p:tgtEl>
                                        <p:attrNameLst>
                                          <p:attrName>ppt_y</p:attrName>
                                        </p:attrNameLst>
                                      </p:cBhvr>
                                      <p:tavLst>
                                        <p:tav tm="0">
                                          <p:val>
                                            <p:strVal val="1+#ppt_h/2"/>
                                          </p:val>
                                        </p:tav>
                                        <p:tav tm="100000">
                                          <p:val>
                                            <p:strVal val="#ppt_y"/>
                                          </p:val>
                                        </p:tav>
                                      </p:tavLst>
                                    </p:anim>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63" presetClass="path" presetSubtype="0" accel="50000" decel="50000" fill="hold" grpId="1" nodeType="withEffect">
                                  <p:stCondLst>
                                    <p:cond delay="0"/>
                                  </p:stCondLst>
                                  <p:childTnLst>
                                    <p:animMotion origin="layout" path="M -0.13932 -4.44444E-6 L -2.5E-6 -4.44444E-6 " pathEditMode="relative" rAng="0" ptsTypes="AA">
                                      <p:cBhvr>
                                        <p:cTn id="32" dur="500" fill="hold"/>
                                        <p:tgtEl>
                                          <p:spTgt spid="15"/>
                                        </p:tgtEl>
                                        <p:attrNameLst>
                                          <p:attrName>ppt_x</p:attrName>
                                          <p:attrName>ppt_y</p:attrName>
                                        </p:attrNameLst>
                                      </p:cBhvr>
                                      <p:rCtr x="696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1" grpId="0" uiExpand="1" build="p"/>
      <p:bldP spid="18" grpId="0" uiExpand="1" build="p"/>
      <p:bldP spid="9" grpId="0" animBg="1"/>
      <p:bldP spid="9" grpId="1" animBg="1"/>
      <p:bldP spid="15" grpId="0" animBg="1"/>
      <p:bldP spid="15" grpId="1" animBg="1"/>
      <p:bldP spid="13" grpId="0" animBg="1"/>
      <p:bldP spid="13"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923323" y="186061"/>
            <a:ext cx="4376615" cy="1691745"/>
          </a:xfrm>
        </p:spPr>
        <p:txBody>
          <a:bodyPr/>
          <a:lstStyle/>
          <a:p>
            <a:pPr>
              <a:spcAft>
                <a:spcPts val="2400"/>
              </a:spcAft>
            </a:pPr>
            <a:r>
              <a:rPr lang="en-US" sz="2800" dirty="0"/>
              <a:t>SEQUIN Core</a:t>
            </a:r>
            <a:br>
              <a:rPr lang="en-US" sz="2800" dirty="0"/>
            </a:br>
            <a:r>
              <a:rPr lang="en-US" sz="2800" dirty="0"/>
              <a:t>Algorithm</a:t>
            </a:r>
          </a:p>
          <a:p>
            <a:pPr>
              <a:spcAft>
                <a:spcPts val="2400"/>
              </a:spcAft>
            </a:pPr>
            <a:endParaRPr lang="en-US" sz="2800" dirty="0"/>
          </a:p>
        </p:txBody>
      </p:sp>
      <p:sp>
        <p:nvSpPr>
          <p:cNvPr id="37" name="Shape 4">
            <a:extLst>
              <a:ext uri="{FF2B5EF4-FFF2-40B4-BE49-F238E27FC236}">
                <a16:creationId xmlns:a16="http://schemas.microsoft.com/office/drawing/2014/main" id="{2462E281-FCCB-AEB3-8BA2-56CC30670BBA}"/>
              </a:ext>
            </a:extLst>
          </p:cNvPr>
          <p:cNvSpPr/>
          <p:nvPr/>
        </p:nvSpPr>
        <p:spPr>
          <a:xfrm>
            <a:off x="1246910" y="1619921"/>
            <a:ext cx="4251600" cy="484200"/>
          </a:xfrm>
          <a:prstGeom prst="roundRect">
            <a:avLst>
              <a:gd name="adj" fmla="val 22642"/>
            </a:avLst>
          </a:prstGeom>
          <a:solidFill>
            <a:srgbClr val="10283E"/>
          </a:solidFill>
          <a:ln w="12700">
            <a:solidFill>
              <a:srgbClr val="2845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9" name="Shape 5">
            <a:extLst>
              <a:ext uri="{FF2B5EF4-FFF2-40B4-BE49-F238E27FC236}">
                <a16:creationId xmlns:a16="http://schemas.microsoft.com/office/drawing/2014/main" id="{5BD8A1A6-6CD0-3F23-4451-3A8DD8EA8556}"/>
              </a:ext>
            </a:extLst>
          </p:cNvPr>
          <p:cNvSpPr/>
          <p:nvPr/>
        </p:nvSpPr>
        <p:spPr>
          <a:xfrm>
            <a:off x="1429790" y="1720361"/>
            <a:ext cx="264960" cy="264960"/>
          </a:xfrm>
          <a:prstGeom prst="ellipse">
            <a:avLst/>
          </a:prstGeom>
          <a:solidFill>
            <a:srgbClr val="3E7BE6"/>
          </a:solidFill>
          <a:ln w="12700">
            <a:solidFill>
              <a:srgbClr val="3E7B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 name="Text 6">
            <a:extLst>
              <a:ext uri="{FF2B5EF4-FFF2-40B4-BE49-F238E27FC236}">
                <a16:creationId xmlns:a16="http://schemas.microsoft.com/office/drawing/2014/main" id="{54F26D42-0BDE-24C8-6C44-8759DC9A5996}"/>
              </a:ext>
            </a:extLst>
          </p:cNvPr>
          <p:cNvSpPr/>
          <p:nvPr/>
        </p:nvSpPr>
        <p:spPr>
          <a:xfrm>
            <a:off x="1429790" y="1793801"/>
            <a:ext cx="26496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algn="ctr" defTabSz="914400">
              <a:lnSpc>
                <a:spcPct val="100000"/>
              </a:lnSpc>
              <a:tabLst>
                <a:tab pos="0" algn="l"/>
              </a:tabLst>
            </a:pPr>
            <a:r>
              <a:rPr lang="en-US" sz="850" b="1" u="none" strike="noStrike">
                <a:solidFill>
                  <a:srgbClr val="FFFFFF"/>
                </a:solidFill>
                <a:effectLst/>
                <a:uFillTx/>
                <a:latin typeface="Inter"/>
                <a:ea typeface="Inter"/>
              </a:rPr>
              <a:t>01</a:t>
            </a:r>
            <a:endParaRPr lang="en-US" sz="850" b="0" u="none" strike="noStrike">
              <a:solidFill>
                <a:srgbClr val="FFFFFF"/>
              </a:solidFill>
              <a:effectLst/>
              <a:uFillTx/>
              <a:latin typeface="Arial"/>
            </a:endParaRPr>
          </a:p>
        </p:txBody>
      </p:sp>
      <p:sp>
        <p:nvSpPr>
          <p:cNvPr id="43" name="Text 7">
            <a:extLst>
              <a:ext uri="{FF2B5EF4-FFF2-40B4-BE49-F238E27FC236}">
                <a16:creationId xmlns:a16="http://schemas.microsoft.com/office/drawing/2014/main" id="{10B16C24-8879-577E-E092-2974E5E0A616}"/>
              </a:ext>
            </a:extLst>
          </p:cNvPr>
          <p:cNvSpPr/>
          <p:nvPr/>
        </p:nvSpPr>
        <p:spPr>
          <a:xfrm>
            <a:off x="1886990" y="1674641"/>
            <a:ext cx="33829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1" u="none" strike="noStrike">
                <a:solidFill>
                  <a:srgbClr val="FFFFFF"/>
                </a:solidFill>
                <a:effectLst/>
                <a:uFillTx/>
                <a:latin typeface="Inter"/>
                <a:ea typeface="Inter"/>
              </a:rPr>
              <a:t>Solve healthy</a:t>
            </a:r>
            <a:endParaRPr lang="en-US" sz="1230" b="0" u="none" strike="noStrike">
              <a:solidFill>
                <a:srgbClr val="FFFFFF"/>
              </a:solidFill>
              <a:effectLst/>
              <a:uFillTx/>
              <a:latin typeface="Arial"/>
            </a:endParaRPr>
          </a:p>
          <a:p>
            <a:pPr defTabSz="914400">
              <a:lnSpc>
                <a:spcPct val="100000"/>
              </a:lnSpc>
              <a:tabLst>
                <a:tab pos="0" algn="l"/>
              </a:tabLst>
            </a:pPr>
            <a:r>
              <a:rPr lang="en-US" sz="1230" b="1" u="none" strike="noStrike">
                <a:solidFill>
                  <a:srgbClr val="FFFFFF"/>
                </a:solidFill>
                <a:effectLst/>
                <a:uFillTx/>
                <a:latin typeface="Inter"/>
                <a:ea typeface="Inter"/>
              </a:rPr>
              <a:t>steady state</a:t>
            </a:r>
            <a:endParaRPr lang="en-US" sz="1230" b="0" u="none" strike="noStrike">
              <a:solidFill>
                <a:srgbClr val="FFFFFF"/>
              </a:solidFill>
              <a:effectLst/>
              <a:uFillTx/>
              <a:latin typeface="Arial"/>
            </a:endParaRPr>
          </a:p>
        </p:txBody>
      </p:sp>
      <p:sp>
        <p:nvSpPr>
          <p:cNvPr id="45" name="Shape 8">
            <a:extLst>
              <a:ext uri="{FF2B5EF4-FFF2-40B4-BE49-F238E27FC236}">
                <a16:creationId xmlns:a16="http://schemas.microsoft.com/office/drawing/2014/main" id="{EB441BAC-1E43-31D7-4EF8-14C9C55D706B}"/>
              </a:ext>
            </a:extLst>
          </p:cNvPr>
          <p:cNvSpPr/>
          <p:nvPr/>
        </p:nvSpPr>
        <p:spPr>
          <a:xfrm>
            <a:off x="3368030" y="2122841"/>
            <a:ext cx="360" cy="155160"/>
          </a:xfrm>
          <a:prstGeom prst="line">
            <a:avLst/>
          </a:prstGeom>
          <a:ln w="17780">
            <a:solidFill>
              <a:srgbClr val="516E83"/>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47" name="Shape 9">
            <a:extLst>
              <a:ext uri="{FF2B5EF4-FFF2-40B4-BE49-F238E27FC236}">
                <a16:creationId xmlns:a16="http://schemas.microsoft.com/office/drawing/2014/main" id="{55BBC505-4D39-6200-2930-15ACF767FDAC}"/>
              </a:ext>
            </a:extLst>
          </p:cNvPr>
          <p:cNvSpPr/>
          <p:nvPr/>
        </p:nvSpPr>
        <p:spPr>
          <a:xfrm>
            <a:off x="1246910" y="2232641"/>
            <a:ext cx="4251600" cy="484200"/>
          </a:xfrm>
          <a:prstGeom prst="roundRect">
            <a:avLst>
              <a:gd name="adj" fmla="val 22642"/>
            </a:avLst>
          </a:prstGeom>
          <a:solidFill>
            <a:srgbClr val="10283E"/>
          </a:solidFill>
          <a:ln w="12700">
            <a:solidFill>
              <a:srgbClr val="2845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9" name="Shape 10">
            <a:extLst>
              <a:ext uri="{FF2B5EF4-FFF2-40B4-BE49-F238E27FC236}">
                <a16:creationId xmlns:a16="http://schemas.microsoft.com/office/drawing/2014/main" id="{31CC1ED7-CF79-5130-4C20-03C03659D158}"/>
              </a:ext>
            </a:extLst>
          </p:cNvPr>
          <p:cNvSpPr/>
          <p:nvPr/>
        </p:nvSpPr>
        <p:spPr>
          <a:xfrm>
            <a:off x="1429790" y="2333081"/>
            <a:ext cx="264960" cy="264960"/>
          </a:xfrm>
          <a:prstGeom prst="ellipse">
            <a:avLst/>
          </a:prstGeom>
          <a:solidFill>
            <a:srgbClr val="8B73D6"/>
          </a:solidFill>
          <a:ln w="12700">
            <a:solidFill>
              <a:srgbClr val="8B73D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 name="Text 11">
            <a:extLst>
              <a:ext uri="{FF2B5EF4-FFF2-40B4-BE49-F238E27FC236}">
                <a16:creationId xmlns:a16="http://schemas.microsoft.com/office/drawing/2014/main" id="{925EF972-77DE-B92A-1655-4D8718C450BE}"/>
              </a:ext>
            </a:extLst>
          </p:cNvPr>
          <p:cNvSpPr/>
          <p:nvPr/>
        </p:nvSpPr>
        <p:spPr>
          <a:xfrm>
            <a:off x="1429790" y="2406161"/>
            <a:ext cx="26496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algn="ctr" defTabSz="914400">
              <a:lnSpc>
                <a:spcPct val="100000"/>
              </a:lnSpc>
              <a:tabLst>
                <a:tab pos="0" algn="l"/>
              </a:tabLst>
            </a:pPr>
            <a:r>
              <a:rPr lang="en-US" sz="850" b="1" u="none" strike="noStrike">
                <a:solidFill>
                  <a:srgbClr val="FFFFFF"/>
                </a:solidFill>
                <a:effectLst/>
                <a:uFillTx/>
                <a:latin typeface="Inter"/>
                <a:ea typeface="Inter"/>
              </a:rPr>
              <a:t>02</a:t>
            </a:r>
            <a:endParaRPr lang="en-US" sz="850" b="0" u="none" strike="noStrike">
              <a:solidFill>
                <a:srgbClr val="FFFFFF"/>
              </a:solidFill>
              <a:effectLst/>
              <a:uFillTx/>
              <a:latin typeface="Arial"/>
            </a:endParaRPr>
          </a:p>
        </p:txBody>
      </p:sp>
      <p:sp>
        <p:nvSpPr>
          <p:cNvPr id="53" name="Text 12">
            <a:extLst>
              <a:ext uri="{FF2B5EF4-FFF2-40B4-BE49-F238E27FC236}">
                <a16:creationId xmlns:a16="http://schemas.microsoft.com/office/drawing/2014/main" id="{9001B32F-3622-26A4-99F1-5F6A17322728}"/>
              </a:ext>
            </a:extLst>
          </p:cNvPr>
          <p:cNvSpPr/>
          <p:nvPr/>
        </p:nvSpPr>
        <p:spPr>
          <a:xfrm>
            <a:off x="1886990" y="2287361"/>
            <a:ext cx="33829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1" u="none" strike="noStrike">
                <a:solidFill>
                  <a:srgbClr val="FFFFFF"/>
                </a:solidFill>
                <a:effectLst/>
                <a:uFillTx/>
                <a:latin typeface="Inter"/>
                <a:ea typeface="Inter"/>
              </a:rPr>
              <a:t>Compute PF / criticality /</a:t>
            </a:r>
            <a:endParaRPr lang="en-US" sz="1230" b="0" u="none" strike="noStrike">
              <a:solidFill>
                <a:srgbClr val="FFFFFF"/>
              </a:solidFill>
              <a:effectLst/>
              <a:uFillTx/>
              <a:latin typeface="Arial"/>
            </a:endParaRPr>
          </a:p>
          <a:p>
            <a:pPr defTabSz="914400">
              <a:lnSpc>
                <a:spcPct val="100000"/>
              </a:lnSpc>
              <a:tabLst>
                <a:tab pos="0" algn="l"/>
              </a:tabLst>
            </a:pPr>
            <a:r>
              <a:rPr lang="en-US" sz="1230" b="1" u="none" strike="noStrike">
                <a:solidFill>
                  <a:srgbClr val="FFFFFF"/>
                </a:solidFill>
                <a:effectLst/>
                <a:uFillTx/>
                <a:latin typeface="Inter"/>
                <a:ea typeface="Inter"/>
              </a:rPr>
              <a:t>TW–LD</a:t>
            </a:r>
            <a:endParaRPr lang="en-US" sz="1230" b="0" u="none" strike="noStrike">
              <a:solidFill>
                <a:srgbClr val="FFFFFF"/>
              </a:solidFill>
              <a:effectLst/>
              <a:uFillTx/>
              <a:latin typeface="Arial"/>
            </a:endParaRPr>
          </a:p>
        </p:txBody>
      </p:sp>
      <p:sp>
        <p:nvSpPr>
          <p:cNvPr id="55" name="Shape 13">
            <a:extLst>
              <a:ext uri="{FF2B5EF4-FFF2-40B4-BE49-F238E27FC236}">
                <a16:creationId xmlns:a16="http://schemas.microsoft.com/office/drawing/2014/main" id="{9BB06CA7-BD1B-3E2F-30D7-5CB0AAECB3BE}"/>
              </a:ext>
            </a:extLst>
          </p:cNvPr>
          <p:cNvSpPr/>
          <p:nvPr/>
        </p:nvSpPr>
        <p:spPr>
          <a:xfrm>
            <a:off x="3368030" y="2735201"/>
            <a:ext cx="360" cy="155520"/>
          </a:xfrm>
          <a:prstGeom prst="line">
            <a:avLst/>
          </a:prstGeom>
          <a:ln w="17780">
            <a:solidFill>
              <a:srgbClr val="516E83"/>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57" name="Shape 14">
            <a:extLst>
              <a:ext uri="{FF2B5EF4-FFF2-40B4-BE49-F238E27FC236}">
                <a16:creationId xmlns:a16="http://schemas.microsoft.com/office/drawing/2014/main" id="{1E9EAC5F-0ED0-E9EF-4568-49F900427D55}"/>
              </a:ext>
            </a:extLst>
          </p:cNvPr>
          <p:cNvSpPr/>
          <p:nvPr/>
        </p:nvSpPr>
        <p:spPr>
          <a:xfrm>
            <a:off x="1246910" y="2845361"/>
            <a:ext cx="4251600" cy="484200"/>
          </a:xfrm>
          <a:prstGeom prst="roundRect">
            <a:avLst>
              <a:gd name="adj" fmla="val 22642"/>
            </a:avLst>
          </a:prstGeom>
          <a:solidFill>
            <a:srgbClr val="10283E"/>
          </a:solidFill>
          <a:ln w="12700">
            <a:solidFill>
              <a:srgbClr val="2845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9" name="Shape 15">
            <a:extLst>
              <a:ext uri="{FF2B5EF4-FFF2-40B4-BE49-F238E27FC236}">
                <a16:creationId xmlns:a16="http://schemas.microsoft.com/office/drawing/2014/main" id="{577338CC-7848-2C94-1C42-AA388B167FF6}"/>
              </a:ext>
            </a:extLst>
          </p:cNvPr>
          <p:cNvSpPr/>
          <p:nvPr/>
        </p:nvSpPr>
        <p:spPr>
          <a:xfrm>
            <a:off x="1429790" y="2945801"/>
            <a:ext cx="264960" cy="264960"/>
          </a:xfrm>
          <a:prstGeom prst="ellipse">
            <a:avLst/>
          </a:prstGeom>
          <a:solidFill>
            <a:srgbClr val="F28C35"/>
          </a:solidFill>
          <a:ln w="12700">
            <a:solidFill>
              <a:srgbClr val="F28C3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1" name="Text 16">
            <a:extLst>
              <a:ext uri="{FF2B5EF4-FFF2-40B4-BE49-F238E27FC236}">
                <a16:creationId xmlns:a16="http://schemas.microsoft.com/office/drawing/2014/main" id="{17FB7B03-2A92-0282-3EAC-025B2481C7CF}"/>
              </a:ext>
            </a:extLst>
          </p:cNvPr>
          <p:cNvSpPr/>
          <p:nvPr/>
        </p:nvSpPr>
        <p:spPr>
          <a:xfrm>
            <a:off x="1429790" y="3018881"/>
            <a:ext cx="26496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algn="ctr" defTabSz="914400">
              <a:lnSpc>
                <a:spcPct val="100000"/>
              </a:lnSpc>
              <a:tabLst>
                <a:tab pos="0" algn="l"/>
              </a:tabLst>
            </a:pPr>
            <a:r>
              <a:rPr lang="en-US" sz="850" b="1" u="none" strike="noStrike">
                <a:solidFill>
                  <a:srgbClr val="FFFFFF"/>
                </a:solidFill>
                <a:effectLst/>
                <a:uFillTx/>
                <a:latin typeface="Inter"/>
                <a:ea typeface="Inter"/>
              </a:rPr>
              <a:t>03</a:t>
            </a:r>
            <a:endParaRPr lang="en-US" sz="850" b="0" u="none" strike="noStrike">
              <a:solidFill>
                <a:srgbClr val="FFFFFF"/>
              </a:solidFill>
              <a:effectLst/>
              <a:uFillTx/>
              <a:latin typeface="Arial"/>
            </a:endParaRPr>
          </a:p>
        </p:txBody>
      </p:sp>
      <p:sp>
        <p:nvSpPr>
          <p:cNvPr id="63" name="Text 17">
            <a:extLst>
              <a:ext uri="{FF2B5EF4-FFF2-40B4-BE49-F238E27FC236}">
                <a16:creationId xmlns:a16="http://schemas.microsoft.com/office/drawing/2014/main" id="{E7B9F6F1-1F01-AC7E-78B8-DBA406F62644}"/>
              </a:ext>
            </a:extLst>
          </p:cNvPr>
          <p:cNvSpPr/>
          <p:nvPr/>
        </p:nvSpPr>
        <p:spPr>
          <a:xfrm>
            <a:off x="1886990" y="2900081"/>
            <a:ext cx="33829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1" u="none" strike="noStrike">
                <a:solidFill>
                  <a:srgbClr val="FFFFFF"/>
                </a:solidFill>
                <a:effectLst/>
                <a:uFillTx/>
                <a:latin typeface="Inter"/>
                <a:ea typeface="Inter"/>
              </a:rPr>
              <a:t>Take top expl</a:t>
            </a:r>
            <a:endParaRPr lang="en-US" sz="1230" b="0" u="none" strike="noStrike">
              <a:solidFill>
                <a:srgbClr val="FFFFFF"/>
              </a:solidFill>
              <a:effectLst/>
              <a:uFillTx/>
              <a:latin typeface="Arial"/>
            </a:endParaRPr>
          </a:p>
          <a:p>
            <a:pPr defTabSz="914400">
              <a:lnSpc>
                <a:spcPct val="100000"/>
              </a:lnSpc>
              <a:tabLst>
                <a:tab pos="0" algn="l"/>
              </a:tabLst>
            </a:pPr>
            <a:r>
              <a:rPr lang="en-US" sz="1230" b="1" u="none" strike="noStrike">
                <a:solidFill>
                  <a:srgbClr val="FFFFFF"/>
                </a:solidFill>
                <a:effectLst/>
                <a:uFillTx/>
                <a:latin typeface="Inter"/>
                <a:ea typeface="Inter"/>
              </a:rPr>
              <a:t>starting candidates</a:t>
            </a:r>
            <a:endParaRPr lang="en-US" sz="1230" b="0" u="none" strike="noStrike">
              <a:solidFill>
                <a:srgbClr val="FFFFFF"/>
              </a:solidFill>
              <a:effectLst/>
              <a:uFillTx/>
              <a:latin typeface="Arial"/>
            </a:endParaRPr>
          </a:p>
        </p:txBody>
      </p:sp>
      <p:sp>
        <p:nvSpPr>
          <p:cNvPr id="65" name="Shape 18">
            <a:extLst>
              <a:ext uri="{FF2B5EF4-FFF2-40B4-BE49-F238E27FC236}">
                <a16:creationId xmlns:a16="http://schemas.microsoft.com/office/drawing/2014/main" id="{CA609C0B-018A-ADAF-DAF0-AB5D2CBADCF5}"/>
              </a:ext>
            </a:extLst>
          </p:cNvPr>
          <p:cNvSpPr/>
          <p:nvPr/>
        </p:nvSpPr>
        <p:spPr>
          <a:xfrm>
            <a:off x="3368030" y="3347921"/>
            <a:ext cx="360" cy="155520"/>
          </a:xfrm>
          <a:prstGeom prst="line">
            <a:avLst/>
          </a:prstGeom>
          <a:ln w="17780">
            <a:solidFill>
              <a:srgbClr val="516E83"/>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67" name="Shape 19">
            <a:extLst>
              <a:ext uri="{FF2B5EF4-FFF2-40B4-BE49-F238E27FC236}">
                <a16:creationId xmlns:a16="http://schemas.microsoft.com/office/drawing/2014/main" id="{07C1D5FC-A64B-4BBC-0931-92C8953A39FF}"/>
              </a:ext>
            </a:extLst>
          </p:cNvPr>
          <p:cNvSpPr/>
          <p:nvPr/>
        </p:nvSpPr>
        <p:spPr>
          <a:xfrm>
            <a:off x="1246910" y="3457721"/>
            <a:ext cx="4251600" cy="484200"/>
          </a:xfrm>
          <a:prstGeom prst="roundRect">
            <a:avLst>
              <a:gd name="adj" fmla="val 22642"/>
            </a:avLst>
          </a:prstGeom>
          <a:solidFill>
            <a:srgbClr val="10283E"/>
          </a:solidFill>
          <a:ln w="12700">
            <a:solidFill>
              <a:srgbClr val="2845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9" name="Shape 20">
            <a:extLst>
              <a:ext uri="{FF2B5EF4-FFF2-40B4-BE49-F238E27FC236}">
                <a16:creationId xmlns:a16="http://schemas.microsoft.com/office/drawing/2014/main" id="{A0FEFB43-1D68-AF60-7753-30018B486D0C}"/>
              </a:ext>
            </a:extLst>
          </p:cNvPr>
          <p:cNvSpPr/>
          <p:nvPr/>
        </p:nvSpPr>
        <p:spPr>
          <a:xfrm>
            <a:off x="1429790" y="3558521"/>
            <a:ext cx="264960" cy="264960"/>
          </a:xfrm>
          <a:prstGeom prst="ellipse">
            <a:avLst/>
          </a:prstGeom>
          <a:solidFill>
            <a:srgbClr val="E05252"/>
          </a:solidFill>
          <a:ln w="12700">
            <a:solidFill>
              <a:srgbClr val="E0525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1" name="Text 21">
            <a:extLst>
              <a:ext uri="{FF2B5EF4-FFF2-40B4-BE49-F238E27FC236}">
                <a16:creationId xmlns:a16="http://schemas.microsoft.com/office/drawing/2014/main" id="{7383FA6E-4F77-FE82-B8B9-9B8495DAE22A}"/>
              </a:ext>
            </a:extLst>
          </p:cNvPr>
          <p:cNvSpPr/>
          <p:nvPr/>
        </p:nvSpPr>
        <p:spPr>
          <a:xfrm>
            <a:off x="1429790" y="3631601"/>
            <a:ext cx="26496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algn="ctr" defTabSz="914400">
              <a:lnSpc>
                <a:spcPct val="100000"/>
              </a:lnSpc>
              <a:tabLst>
                <a:tab pos="0" algn="l"/>
              </a:tabLst>
            </a:pPr>
            <a:r>
              <a:rPr lang="en-US" sz="850" b="1" u="none" strike="noStrike">
                <a:solidFill>
                  <a:srgbClr val="FFFFFF"/>
                </a:solidFill>
                <a:effectLst/>
                <a:uFillTx/>
                <a:latin typeface="Inter"/>
                <a:ea typeface="Inter"/>
              </a:rPr>
              <a:t>04</a:t>
            </a:r>
            <a:endParaRPr lang="en-US" sz="850" b="0" u="none" strike="noStrike">
              <a:solidFill>
                <a:srgbClr val="FFFFFF"/>
              </a:solidFill>
              <a:effectLst/>
              <a:uFillTx/>
              <a:latin typeface="Arial"/>
            </a:endParaRPr>
          </a:p>
        </p:txBody>
      </p:sp>
      <p:sp>
        <p:nvSpPr>
          <p:cNvPr id="73" name="Text 22">
            <a:extLst>
              <a:ext uri="{FF2B5EF4-FFF2-40B4-BE49-F238E27FC236}">
                <a16:creationId xmlns:a16="http://schemas.microsoft.com/office/drawing/2014/main" id="{4E843820-0FC0-79B7-B6CB-6B1AA75BA3ED}"/>
              </a:ext>
            </a:extLst>
          </p:cNvPr>
          <p:cNvSpPr/>
          <p:nvPr/>
        </p:nvSpPr>
        <p:spPr>
          <a:xfrm>
            <a:off x="1886990" y="3512801"/>
            <a:ext cx="33829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1" u="none" strike="noStrike">
                <a:solidFill>
                  <a:srgbClr val="FFFFFF"/>
                </a:solidFill>
                <a:effectLst/>
                <a:uFillTx/>
                <a:latin typeface="Inter"/>
                <a:ea typeface="Inter"/>
              </a:rPr>
              <a:t>Attack one</a:t>
            </a:r>
            <a:endParaRPr lang="en-US" sz="1230" b="0" u="none" strike="noStrike">
              <a:solidFill>
                <a:srgbClr val="FFFFFF"/>
              </a:solidFill>
              <a:effectLst/>
              <a:uFillTx/>
              <a:latin typeface="Arial"/>
            </a:endParaRPr>
          </a:p>
          <a:p>
            <a:pPr defTabSz="914400">
              <a:lnSpc>
                <a:spcPct val="100000"/>
              </a:lnSpc>
              <a:tabLst>
                <a:tab pos="0" algn="l"/>
              </a:tabLst>
            </a:pPr>
            <a:r>
              <a:rPr lang="en-US" sz="1230" b="1" u="none" strike="noStrike">
                <a:solidFill>
                  <a:srgbClr val="FFFFFF"/>
                </a:solidFill>
                <a:effectLst/>
                <a:uFillTx/>
                <a:latin typeface="Inter"/>
                <a:ea typeface="Inter"/>
              </a:rPr>
              <a:t>candidate</a:t>
            </a:r>
            <a:endParaRPr lang="en-US" sz="1230" b="0" u="none" strike="noStrike">
              <a:solidFill>
                <a:srgbClr val="FFFFFF"/>
              </a:solidFill>
              <a:effectLst/>
              <a:uFillTx/>
              <a:latin typeface="Arial"/>
            </a:endParaRPr>
          </a:p>
        </p:txBody>
      </p:sp>
      <p:sp>
        <p:nvSpPr>
          <p:cNvPr id="75" name="Shape 23">
            <a:extLst>
              <a:ext uri="{FF2B5EF4-FFF2-40B4-BE49-F238E27FC236}">
                <a16:creationId xmlns:a16="http://schemas.microsoft.com/office/drawing/2014/main" id="{D79206D5-B898-9F5E-6CC6-F9243C0DFC35}"/>
              </a:ext>
            </a:extLst>
          </p:cNvPr>
          <p:cNvSpPr/>
          <p:nvPr/>
        </p:nvSpPr>
        <p:spPr>
          <a:xfrm>
            <a:off x="3368030" y="3960641"/>
            <a:ext cx="360" cy="155520"/>
          </a:xfrm>
          <a:prstGeom prst="line">
            <a:avLst/>
          </a:prstGeom>
          <a:ln w="17780">
            <a:solidFill>
              <a:srgbClr val="516E83"/>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77" name="Shape 24">
            <a:extLst>
              <a:ext uri="{FF2B5EF4-FFF2-40B4-BE49-F238E27FC236}">
                <a16:creationId xmlns:a16="http://schemas.microsoft.com/office/drawing/2014/main" id="{AF39984F-635C-29AC-3A38-2809A2F5560C}"/>
              </a:ext>
            </a:extLst>
          </p:cNvPr>
          <p:cNvSpPr/>
          <p:nvPr/>
        </p:nvSpPr>
        <p:spPr>
          <a:xfrm>
            <a:off x="1246910" y="4070441"/>
            <a:ext cx="4251600" cy="484200"/>
          </a:xfrm>
          <a:prstGeom prst="roundRect">
            <a:avLst>
              <a:gd name="adj" fmla="val 22642"/>
            </a:avLst>
          </a:prstGeom>
          <a:solidFill>
            <a:srgbClr val="10283E"/>
          </a:solidFill>
          <a:ln w="12700">
            <a:solidFill>
              <a:srgbClr val="2845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 name="Shape 25">
            <a:extLst>
              <a:ext uri="{FF2B5EF4-FFF2-40B4-BE49-F238E27FC236}">
                <a16:creationId xmlns:a16="http://schemas.microsoft.com/office/drawing/2014/main" id="{60997030-A0C2-5A18-11E2-06B317B84E8F}"/>
              </a:ext>
            </a:extLst>
          </p:cNvPr>
          <p:cNvSpPr/>
          <p:nvPr/>
        </p:nvSpPr>
        <p:spPr>
          <a:xfrm>
            <a:off x="1429790" y="4171241"/>
            <a:ext cx="264960" cy="264960"/>
          </a:xfrm>
          <a:prstGeom prst="ellipse">
            <a:avLst/>
          </a:prstGeom>
          <a:solidFill>
            <a:srgbClr val="3E7BE6"/>
          </a:solidFill>
          <a:ln w="12700">
            <a:solidFill>
              <a:srgbClr val="3E7B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1" name="Text 26">
            <a:extLst>
              <a:ext uri="{FF2B5EF4-FFF2-40B4-BE49-F238E27FC236}">
                <a16:creationId xmlns:a16="http://schemas.microsoft.com/office/drawing/2014/main" id="{459C9A74-B8C9-B496-55BD-C08731EA96D2}"/>
              </a:ext>
            </a:extLst>
          </p:cNvPr>
          <p:cNvSpPr/>
          <p:nvPr/>
        </p:nvSpPr>
        <p:spPr>
          <a:xfrm>
            <a:off x="1429790" y="4244321"/>
            <a:ext cx="26496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algn="ctr" defTabSz="914400">
              <a:lnSpc>
                <a:spcPct val="100000"/>
              </a:lnSpc>
              <a:tabLst>
                <a:tab pos="0" algn="l"/>
              </a:tabLst>
            </a:pPr>
            <a:r>
              <a:rPr lang="en-US" sz="850" b="1" u="none" strike="noStrike">
                <a:solidFill>
                  <a:srgbClr val="FFFFFF"/>
                </a:solidFill>
                <a:effectLst/>
                <a:uFillTx/>
                <a:latin typeface="Inter"/>
                <a:ea typeface="Inter"/>
              </a:rPr>
              <a:t>05</a:t>
            </a:r>
            <a:endParaRPr lang="en-US" sz="850" b="0" u="none" strike="noStrike">
              <a:solidFill>
                <a:srgbClr val="FFFFFF"/>
              </a:solidFill>
              <a:effectLst/>
              <a:uFillTx/>
              <a:latin typeface="Arial"/>
            </a:endParaRPr>
          </a:p>
        </p:txBody>
      </p:sp>
      <p:sp>
        <p:nvSpPr>
          <p:cNvPr id="83" name="Text 27">
            <a:extLst>
              <a:ext uri="{FF2B5EF4-FFF2-40B4-BE49-F238E27FC236}">
                <a16:creationId xmlns:a16="http://schemas.microsoft.com/office/drawing/2014/main" id="{89401FCF-2756-3D5B-24C3-5ED334FB72CD}"/>
              </a:ext>
            </a:extLst>
          </p:cNvPr>
          <p:cNvSpPr/>
          <p:nvPr/>
        </p:nvSpPr>
        <p:spPr>
          <a:xfrm>
            <a:off x="1886990" y="4125521"/>
            <a:ext cx="33829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1" u="none" strike="noStrike">
                <a:solidFill>
                  <a:srgbClr val="FFFFFF"/>
                </a:solidFill>
                <a:effectLst/>
                <a:uFillTx/>
                <a:latin typeface="Inter"/>
                <a:ea typeface="Inter"/>
              </a:rPr>
              <a:t>Defender solves</a:t>
            </a:r>
            <a:endParaRPr lang="en-US" sz="1230" b="0" u="none" strike="noStrike">
              <a:solidFill>
                <a:srgbClr val="FFFFFF"/>
              </a:solidFill>
              <a:effectLst/>
              <a:uFillTx/>
              <a:latin typeface="Arial"/>
            </a:endParaRPr>
          </a:p>
          <a:p>
            <a:pPr defTabSz="914400">
              <a:lnSpc>
                <a:spcPct val="100000"/>
              </a:lnSpc>
              <a:tabLst>
                <a:tab pos="0" algn="l"/>
              </a:tabLst>
            </a:pPr>
            <a:r>
              <a:rPr lang="en-US" sz="1230" b="1" u="none" strike="noStrike">
                <a:solidFill>
                  <a:srgbClr val="FFFFFF"/>
                </a:solidFill>
                <a:effectLst/>
                <a:uFillTx/>
                <a:latin typeface="Inter"/>
                <a:ea typeface="Inter"/>
              </a:rPr>
              <a:t>new state</a:t>
            </a:r>
            <a:endParaRPr lang="en-US" sz="1230" b="0" u="none" strike="noStrike">
              <a:solidFill>
                <a:srgbClr val="FFFFFF"/>
              </a:solidFill>
              <a:effectLst/>
              <a:uFillTx/>
              <a:latin typeface="Arial"/>
            </a:endParaRPr>
          </a:p>
        </p:txBody>
      </p:sp>
      <p:sp>
        <p:nvSpPr>
          <p:cNvPr id="85" name="Shape 28">
            <a:extLst>
              <a:ext uri="{FF2B5EF4-FFF2-40B4-BE49-F238E27FC236}">
                <a16:creationId xmlns:a16="http://schemas.microsoft.com/office/drawing/2014/main" id="{1C1BC010-9B4C-8BC0-A48D-F3B73BA65AAE}"/>
              </a:ext>
            </a:extLst>
          </p:cNvPr>
          <p:cNvSpPr/>
          <p:nvPr/>
        </p:nvSpPr>
        <p:spPr>
          <a:xfrm>
            <a:off x="3368030" y="4573361"/>
            <a:ext cx="360" cy="155520"/>
          </a:xfrm>
          <a:prstGeom prst="line">
            <a:avLst/>
          </a:prstGeom>
          <a:ln w="17780">
            <a:solidFill>
              <a:srgbClr val="516E83"/>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87" name="Shape 29">
            <a:extLst>
              <a:ext uri="{FF2B5EF4-FFF2-40B4-BE49-F238E27FC236}">
                <a16:creationId xmlns:a16="http://schemas.microsoft.com/office/drawing/2014/main" id="{19172FBB-02E2-44A9-A55B-BDE4A502060B}"/>
              </a:ext>
            </a:extLst>
          </p:cNvPr>
          <p:cNvSpPr/>
          <p:nvPr/>
        </p:nvSpPr>
        <p:spPr>
          <a:xfrm>
            <a:off x="1246910" y="4683161"/>
            <a:ext cx="4251600" cy="484200"/>
          </a:xfrm>
          <a:prstGeom prst="roundRect">
            <a:avLst>
              <a:gd name="adj" fmla="val 22642"/>
            </a:avLst>
          </a:prstGeom>
          <a:solidFill>
            <a:srgbClr val="10283E"/>
          </a:solidFill>
          <a:ln w="12700">
            <a:solidFill>
              <a:srgbClr val="2845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9" name="Shape 30">
            <a:extLst>
              <a:ext uri="{FF2B5EF4-FFF2-40B4-BE49-F238E27FC236}">
                <a16:creationId xmlns:a16="http://schemas.microsoft.com/office/drawing/2014/main" id="{4E647E4B-636F-A537-1EBD-B981380164E2}"/>
              </a:ext>
            </a:extLst>
          </p:cNvPr>
          <p:cNvSpPr/>
          <p:nvPr/>
        </p:nvSpPr>
        <p:spPr>
          <a:xfrm>
            <a:off x="1429790" y="4783601"/>
            <a:ext cx="264960" cy="264960"/>
          </a:xfrm>
          <a:prstGeom prst="ellipse">
            <a:avLst/>
          </a:prstGeom>
          <a:solidFill>
            <a:srgbClr val="2CB6A8"/>
          </a:solidFill>
          <a:ln w="12700">
            <a:solidFill>
              <a:srgbClr val="2CB6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 name="Text 31">
            <a:extLst>
              <a:ext uri="{FF2B5EF4-FFF2-40B4-BE49-F238E27FC236}">
                <a16:creationId xmlns:a16="http://schemas.microsoft.com/office/drawing/2014/main" id="{66A03E9B-AAFE-C173-7872-4515E8BCAB52}"/>
              </a:ext>
            </a:extLst>
          </p:cNvPr>
          <p:cNvSpPr/>
          <p:nvPr/>
        </p:nvSpPr>
        <p:spPr>
          <a:xfrm>
            <a:off x="1429790" y="4857041"/>
            <a:ext cx="26496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algn="ctr" defTabSz="914400">
              <a:lnSpc>
                <a:spcPct val="100000"/>
              </a:lnSpc>
              <a:tabLst>
                <a:tab pos="0" algn="l"/>
              </a:tabLst>
            </a:pPr>
            <a:r>
              <a:rPr lang="en-US" sz="850" b="1" u="none" strike="noStrike">
                <a:solidFill>
                  <a:srgbClr val="FFFFFF"/>
                </a:solidFill>
                <a:effectLst/>
                <a:uFillTx/>
                <a:latin typeface="Inter"/>
                <a:ea typeface="Inter"/>
              </a:rPr>
              <a:t>06</a:t>
            </a:r>
            <a:endParaRPr lang="en-US" sz="850" b="0" u="none" strike="noStrike">
              <a:solidFill>
                <a:srgbClr val="FFFFFF"/>
              </a:solidFill>
              <a:effectLst/>
              <a:uFillTx/>
              <a:latin typeface="Arial"/>
            </a:endParaRPr>
          </a:p>
        </p:txBody>
      </p:sp>
      <p:sp>
        <p:nvSpPr>
          <p:cNvPr id="93" name="Text 32">
            <a:extLst>
              <a:ext uri="{FF2B5EF4-FFF2-40B4-BE49-F238E27FC236}">
                <a16:creationId xmlns:a16="http://schemas.microsoft.com/office/drawing/2014/main" id="{4AA594E3-8D9E-F853-78D6-3AC8A741E181}"/>
              </a:ext>
            </a:extLst>
          </p:cNvPr>
          <p:cNvSpPr/>
          <p:nvPr/>
        </p:nvSpPr>
        <p:spPr>
          <a:xfrm>
            <a:off x="1886990" y="4737881"/>
            <a:ext cx="33829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1" u="none" strike="noStrike">
                <a:solidFill>
                  <a:srgbClr val="FFFFFF"/>
                </a:solidFill>
                <a:effectLst/>
                <a:uFillTx/>
                <a:latin typeface="Inter"/>
                <a:ea typeface="Inter"/>
              </a:rPr>
              <a:t>Update candidate</a:t>
            </a:r>
            <a:endParaRPr lang="en-US" sz="1230" b="0" u="none" strike="noStrike">
              <a:solidFill>
                <a:srgbClr val="FFFFFF"/>
              </a:solidFill>
              <a:effectLst/>
              <a:uFillTx/>
              <a:latin typeface="Arial"/>
            </a:endParaRPr>
          </a:p>
          <a:p>
            <a:pPr defTabSz="914400">
              <a:lnSpc>
                <a:spcPct val="100000"/>
              </a:lnSpc>
              <a:tabLst>
                <a:tab pos="0" algn="l"/>
              </a:tabLst>
            </a:pPr>
            <a:r>
              <a:rPr lang="en-US" sz="1230" b="1" u="none" strike="noStrike">
                <a:solidFill>
                  <a:srgbClr val="FFFFFF"/>
                </a:solidFill>
                <a:effectLst/>
                <a:uFillTx/>
                <a:latin typeface="Inter"/>
                <a:ea typeface="Inter"/>
              </a:rPr>
              <a:t>set</a:t>
            </a:r>
            <a:endParaRPr lang="en-US" sz="1230" b="0" u="none" strike="noStrike">
              <a:solidFill>
                <a:srgbClr val="FFFFFF"/>
              </a:solidFill>
              <a:effectLst/>
              <a:uFillTx/>
              <a:latin typeface="Arial"/>
            </a:endParaRPr>
          </a:p>
        </p:txBody>
      </p:sp>
      <p:sp>
        <p:nvSpPr>
          <p:cNvPr id="95" name="Shape 33">
            <a:extLst>
              <a:ext uri="{FF2B5EF4-FFF2-40B4-BE49-F238E27FC236}">
                <a16:creationId xmlns:a16="http://schemas.microsoft.com/office/drawing/2014/main" id="{3BBFA412-EBDC-3B98-9526-EB6150D2B35A}"/>
              </a:ext>
            </a:extLst>
          </p:cNvPr>
          <p:cNvSpPr/>
          <p:nvPr/>
        </p:nvSpPr>
        <p:spPr>
          <a:xfrm>
            <a:off x="3368030" y="5186081"/>
            <a:ext cx="360" cy="155160"/>
          </a:xfrm>
          <a:prstGeom prst="line">
            <a:avLst/>
          </a:prstGeom>
          <a:ln w="17780">
            <a:solidFill>
              <a:srgbClr val="516E83"/>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97" name="Shape 34">
            <a:extLst>
              <a:ext uri="{FF2B5EF4-FFF2-40B4-BE49-F238E27FC236}">
                <a16:creationId xmlns:a16="http://schemas.microsoft.com/office/drawing/2014/main" id="{FB7DE8FD-890D-049C-A5B6-CF7C9D22F9AA}"/>
              </a:ext>
            </a:extLst>
          </p:cNvPr>
          <p:cNvSpPr/>
          <p:nvPr/>
        </p:nvSpPr>
        <p:spPr>
          <a:xfrm>
            <a:off x="1246910" y="5295881"/>
            <a:ext cx="4251600" cy="484200"/>
          </a:xfrm>
          <a:prstGeom prst="roundRect">
            <a:avLst>
              <a:gd name="adj" fmla="val 22642"/>
            </a:avLst>
          </a:prstGeom>
          <a:solidFill>
            <a:srgbClr val="10283E"/>
          </a:solidFill>
          <a:ln w="12700">
            <a:solidFill>
              <a:srgbClr val="2845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9" name="Shape 35">
            <a:extLst>
              <a:ext uri="{FF2B5EF4-FFF2-40B4-BE49-F238E27FC236}">
                <a16:creationId xmlns:a16="http://schemas.microsoft.com/office/drawing/2014/main" id="{8E947B0A-FBBC-AB17-F25D-50E3160F5BCD}"/>
              </a:ext>
            </a:extLst>
          </p:cNvPr>
          <p:cNvSpPr/>
          <p:nvPr/>
        </p:nvSpPr>
        <p:spPr>
          <a:xfrm>
            <a:off x="1429790" y="5396321"/>
            <a:ext cx="264960" cy="264960"/>
          </a:xfrm>
          <a:prstGeom prst="ellipse">
            <a:avLst/>
          </a:prstGeom>
          <a:solidFill>
            <a:srgbClr val="F28C35"/>
          </a:solidFill>
          <a:ln w="12700">
            <a:solidFill>
              <a:srgbClr val="F28C3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 name="Text 36">
            <a:extLst>
              <a:ext uri="{FF2B5EF4-FFF2-40B4-BE49-F238E27FC236}">
                <a16:creationId xmlns:a16="http://schemas.microsoft.com/office/drawing/2014/main" id="{616CA0AE-26C0-EE69-F3DA-B3F7800EB95F}"/>
              </a:ext>
            </a:extLst>
          </p:cNvPr>
          <p:cNvSpPr/>
          <p:nvPr/>
        </p:nvSpPr>
        <p:spPr>
          <a:xfrm>
            <a:off x="1429790" y="5469401"/>
            <a:ext cx="26496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algn="ctr" defTabSz="914400">
              <a:lnSpc>
                <a:spcPct val="100000"/>
              </a:lnSpc>
              <a:tabLst>
                <a:tab pos="0" algn="l"/>
              </a:tabLst>
            </a:pPr>
            <a:r>
              <a:rPr lang="en-US" sz="850" b="1" u="none" strike="noStrike">
                <a:solidFill>
                  <a:srgbClr val="FFFFFF"/>
                </a:solidFill>
                <a:effectLst/>
                <a:uFillTx/>
                <a:latin typeface="Inter"/>
                <a:ea typeface="Inter"/>
              </a:rPr>
              <a:t>07</a:t>
            </a:r>
            <a:endParaRPr lang="en-US" sz="850" b="0" u="none" strike="noStrike">
              <a:solidFill>
                <a:srgbClr val="FFFFFF"/>
              </a:solidFill>
              <a:effectLst/>
              <a:uFillTx/>
              <a:latin typeface="Arial"/>
            </a:endParaRPr>
          </a:p>
        </p:txBody>
      </p:sp>
      <p:sp>
        <p:nvSpPr>
          <p:cNvPr id="103" name="Text 37">
            <a:extLst>
              <a:ext uri="{FF2B5EF4-FFF2-40B4-BE49-F238E27FC236}">
                <a16:creationId xmlns:a16="http://schemas.microsoft.com/office/drawing/2014/main" id="{5FDD7FEB-0B58-9070-389C-2236B1341ECA}"/>
              </a:ext>
            </a:extLst>
          </p:cNvPr>
          <p:cNvSpPr/>
          <p:nvPr/>
        </p:nvSpPr>
        <p:spPr>
          <a:xfrm>
            <a:off x="1886990" y="5350601"/>
            <a:ext cx="33829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1" u="none" strike="noStrike">
                <a:solidFill>
                  <a:srgbClr val="FFFFFF"/>
                </a:solidFill>
                <a:effectLst/>
                <a:uFillTx/>
                <a:latin typeface="Inter"/>
                <a:ea typeface="Inter"/>
              </a:rPr>
              <a:t>Cut Impact picks</a:t>
            </a:r>
            <a:endParaRPr lang="en-US" sz="1230" b="0" u="none" strike="noStrike">
              <a:solidFill>
                <a:srgbClr val="FFFFFF"/>
              </a:solidFill>
              <a:effectLst/>
              <a:uFillTx/>
              <a:latin typeface="Arial"/>
            </a:endParaRPr>
          </a:p>
          <a:p>
            <a:pPr defTabSz="914400">
              <a:lnSpc>
                <a:spcPct val="100000"/>
              </a:lnSpc>
              <a:tabLst>
                <a:tab pos="0" algn="l"/>
              </a:tabLst>
            </a:pPr>
            <a:r>
              <a:rPr lang="en-US" sz="1230" b="1" u="none" strike="noStrike">
                <a:solidFill>
                  <a:srgbClr val="FFFFFF"/>
                </a:solidFill>
                <a:effectLst/>
                <a:uFillTx/>
                <a:latin typeface="Inter"/>
                <a:ea typeface="Inter"/>
              </a:rPr>
              <a:t>next attack</a:t>
            </a:r>
            <a:endParaRPr lang="en-US" sz="1230" b="0" u="none" strike="noStrike">
              <a:solidFill>
                <a:srgbClr val="FFFFFF"/>
              </a:solidFill>
              <a:effectLst/>
              <a:uFillTx/>
              <a:latin typeface="Arial"/>
            </a:endParaRPr>
          </a:p>
        </p:txBody>
      </p:sp>
      <p:sp>
        <p:nvSpPr>
          <p:cNvPr id="105" name="Shape 38">
            <a:extLst>
              <a:ext uri="{FF2B5EF4-FFF2-40B4-BE49-F238E27FC236}">
                <a16:creationId xmlns:a16="http://schemas.microsoft.com/office/drawing/2014/main" id="{F475E8C5-DCD9-3237-57A2-12BDD58A0DD2}"/>
              </a:ext>
            </a:extLst>
          </p:cNvPr>
          <p:cNvSpPr/>
          <p:nvPr/>
        </p:nvSpPr>
        <p:spPr>
          <a:xfrm>
            <a:off x="3368030" y="5798441"/>
            <a:ext cx="360" cy="155520"/>
          </a:xfrm>
          <a:prstGeom prst="line">
            <a:avLst/>
          </a:prstGeom>
          <a:ln w="17780">
            <a:solidFill>
              <a:srgbClr val="516E83"/>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07" name="Shape 39">
            <a:extLst>
              <a:ext uri="{FF2B5EF4-FFF2-40B4-BE49-F238E27FC236}">
                <a16:creationId xmlns:a16="http://schemas.microsoft.com/office/drawing/2014/main" id="{D3DEB194-0A71-173F-2632-E890672A1D3D}"/>
              </a:ext>
            </a:extLst>
          </p:cNvPr>
          <p:cNvSpPr/>
          <p:nvPr/>
        </p:nvSpPr>
        <p:spPr>
          <a:xfrm>
            <a:off x="1246910" y="5908601"/>
            <a:ext cx="4251600" cy="484200"/>
          </a:xfrm>
          <a:prstGeom prst="roundRect">
            <a:avLst>
              <a:gd name="adj" fmla="val 22642"/>
            </a:avLst>
          </a:prstGeom>
          <a:solidFill>
            <a:srgbClr val="10283E"/>
          </a:solidFill>
          <a:ln w="12700">
            <a:solidFill>
              <a:srgbClr val="2845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9" name="Shape 40">
            <a:extLst>
              <a:ext uri="{FF2B5EF4-FFF2-40B4-BE49-F238E27FC236}">
                <a16:creationId xmlns:a16="http://schemas.microsoft.com/office/drawing/2014/main" id="{FD266068-3CAA-5D78-76C3-A495D9BC75F6}"/>
              </a:ext>
            </a:extLst>
          </p:cNvPr>
          <p:cNvSpPr/>
          <p:nvPr/>
        </p:nvSpPr>
        <p:spPr>
          <a:xfrm>
            <a:off x="1429790" y="6009041"/>
            <a:ext cx="264960" cy="264960"/>
          </a:xfrm>
          <a:prstGeom prst="ellipse">
            <a:avLst/>
          </a:prstGeom>
          <a:solidFill>
            <a:srgbClr val="2CB6A8"/>
          </a:solidFill>
          <a:ln w="12700">
            <a:solidFill>
              <a:srgbClr val="2CB6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1" name="Text 41">
            <a:extLst>
              <a:ext uri="{FF2B5EF4-FFF2-40B4-BE49-F238E27FC236}">
                <a16:creationId xmlns:a16="http://schemas.microsoft.com/office/drawing/2014/main" id="{6580688C-02A0-B302-3825-0EF095240D65}"/>
              </a:ext>
            </a:extLst>
          </p:cNvPr>
          <p:cNvSpPr/>
          <p:nvPr/>
        </p:nvSpPr>
        <p:spPr>
          <a:xfrm>
            <a:off x="1429790" y="6082121"/>
            <a:ext cx="26496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algn="ctr" defTabSz="914400">
              <a:lnSpc>
                <a:spcPct val="100000"/>
              </a:lnSpc>
              <a:tabLst>
                <a:tab pos="0" algn="l"/>
              </a:tabLst>
            </a:pPr>
            <a:r>
              <a:rPr lang="en-US" sz="850" b="1" u="none" strike="noStrike">
                <a:solidFill>
                  <a:srgbClr val="FFFFFF"/>
                </a:solidFill>
                <a:effectLst/>
                <a:uFillTx/>
                <a:latin typeface="Inter"/>
                <a:ea typeface="Inter"/>
              </a:rPr>
              <a:t>08</a:t>
            </a:r>
            <a:endParaRPr lang="en-US" sz="850" b="0" u="none" strike="noStrike">
              <a:solidFill>
                <a:srgbClr val="FFFFFF"/>
              </a:solidFill>
              <a:effectLst/>
              <a:uFillTx/>
              <a:latin typeface="Arial"/>
            </a:endParaRPr>
          </a:p>
        </p:txBody>
      </p:sp>
      <p:sp>
        <p:nvSpPr>
          <p:cNvPr id="113" name="Text 42">
            <a:extLst>
              <a:ext uri="{FF2B5EF4-FFF2-40B4-BE49-F238E27FC236}">
                <a16:creationId xmlns:a16="http://schemas.microsoft.com/office/drawing/2014/main" id="{528506A3-7983-A61A-80E4-E069C05D4564}"/>
              </a:ext>
            </a:extLst>
          </p:cNvPr>
          <p:cNvSpPr/>
          <p:nvPr/>
        </p:nvSpPr>
        <p:spPr>
          <a:xfrm>
            <a:off x="1886990" y="5963321"/>
            <a:ext cx="33829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1" u="none" strike="noStrike">
                <a:solidFill>
                  <a:srgbClr val="FFFFFF"/>
                </a:solidFill>
                <a:effectLst/>
                <a:uFillTx/>
                <a:latin typeface="Inter"/>
                <a:ea typeface="Inter"/>
              </a:rPr>
              <a:t>Repeat until k</a:t>
            </a:r>
            <a:endParaRPr lang="en-US" sz="1230" b="0" u="none" strike="noStrike">
              <a:solidFill>
                <a:srgbClr val="FFFFFF"/>
              </a:solidFill>
              <a:effectLst/>
              <a:uFillTx/>
              <a:latin typeface="Arial"/>
            </a:endParaRPr>
          </a:p>
          <a:p>
            <a:pPr defTabSz="914400">
              <a:lnSpc>
                <a:spcPct val="100000"/>
              </a:lnSpc>
              <a:tabLst>
                <a:tab pos="0" algn="l"/>
              </a:tabLst>
            </a:pPr>
            <a:r>
              <a:rPr lang="en-US" sz="1230" b="1" u="none" strike="noStrike">
                <a:solidFill>
                  <a:srgbClr val="FFFFFF"/>
                </a:solidFill>
                <a:effectLst/>
                <a:uFillTx/>
                <a:latin typeface="Inter"/>
                <a:ea typeface="Inter"/>
              </a:rPr>
              <a:t>failures</a:t>
            </a:r>
            <a:endParaRPr lang="en-US" sz="1230" b="0" u="none" strike="noStrike">
              <a:solidFill>
                <a:srgbClr val="FFFFFF"/>
              </a:solidFill>
              <a:effectLst/>
              <a:uFillTx/>
              <a:latin typeface="Arial"/>
            </a:endParaRPr>
          </a:p>
        </p:txBody>
      </p:sp>
      <p:sp>
        <p:nvSpPr>
          <p:cNvPr id="115" name="Shape 43">
            <a:extLst>
              <a:ext uri="{FF2B5EF4-FFF2-40B4-BE49-F238E27FC236}">
                <a16:creationId xmlns:a16="http://schemas.microsoft.com/office/drawing/2014/main" id="{D96BDA60-F7B3-FD32-8828-5BFDEA8164BE}"/>
              </a:ext>
            </a:extLst>
          </p:cNvPr>
          <p:cNvSpPr/>
          <p:nvPr/>
        </p:nvSpPr>
        <p:spPr>
          <a:xfrm>
            <a:off x="5956070" y="1592561"/>
            <a:ext cx="5988960" cy="4443480"/>
          </a:xfrm>
          <a:prstGeom prst="roundRect">
            <a:avLst>
              <a:gd name="adj" fmla="val 2469"/>
            </a:avLst>
          </a:prstGeom>
          <a:solidFill>
            <a:srgbClr val="F9FBFC"/>
          </a:solidFill>
          <a:ln w="12700">
            <a:solidFill>
              <a:srgbClr val="2844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7" name="Text 44">
            <a:extLst>
              <a:ext uri="{FF2B5EF4-FFF2-40B4-BE49-F238E27FC236}">
                <a16:creationId xmlns:a16="http://schemas.microsoft.com/office/drawing/2014/main" id="{7446B6A1-B458-E3D5-DF4F-4E928AA8477E}"/>
              </a:ext>
            </a:extLst>
          </p:cNvPr>
          <p:cNvSpPr/>
          <p:nvPr/>
        </p:nvSpPr>
        <p:spPr>
          <a:xfrm>
            <a:off x="6230390" y="1866881"/>
            <a:ext cx="53488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02235"/>
                </a:solidFill>
                <a:effectLst/>
                <a:uFillTx/>
                <a:latin typeface="Inter Display"/>
                <a:ea typeface="Inter Display"/>
              </a:rPr>
              <a:t>Algorithm 1  Guided Exploration</a:t>
            </a:r>
            <a:endParaRPr lang="en-US" sz="1600" b="0" u="none" strike="noStrike">
              <a:solidFill>
                <a:srgbClr val="FFFFFF"/>
              </a:solidFill>
              <a:effectLst/>
              <a:uFillTx/>
              <a:latin typeface="Arial"/>
            </a:endParaRPr>
          </a:p>
        </p:txBody>
      </p:sp>
      <p:sp>
        <p:nvSpPr>
          <p:cNvPr id="119" name="Text 45">
            <a:extLst>
              <a:ext uri="{FF2B5EF4-FFF2-40B4-BE49-F238E27FC236}">
                <a16:creationId xmlns:a16="http://schemas.microsoft.com/office/drawing/2014/main" id="{C1B621D3-569B-DB38-86AE-4CD94A0AB35E}"/>
              </a:ext>
            </a:extLst>
          </p:cNvPr>
          <p:cNvSpPr/>
          <p:nvPr/>
        </p:nvSpPr>
        <p:spPr>
          <a:xfrm>
            <a:off x="6230390" y="2232641"/>
            <a:ext cx="52117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40" b="0" u="none" strike="noStrike">
                <a:solidFill>
                  <a:srgbClr val="607487"/>
                </a:solidFill>
                <a:effectLst/>
                <a:uFillTx/>
                <a:latin typeface="Inter"/>
                <a:ea typeface="Inter"/>
              </a:rPr>
              <a:t>Input: G=(N,E),  k,  expl</a:t>
            </a:r>
            <a:endParaRPr lang="en-US" sz="1140" b="0" u="none" strike="noStrike">
              <a:solidFill>
                <a:srgbClr val="FFFFFF"/>
              </a:solidFill>
              <a:effectLst/>
              <a:uFillTx/>
              <a:latin typeface="Arial"/>
            </a:endParaRPr>
          </a:p>
        </p:txBody>
      </p:sp>
      <p:sp>
        <p:nvSpPr>
          <p:cNvPr id="121" name="Text 46">
            <a:extLst>
              <a:ext uri="{FF2B5EF4-FFF2-40B4-BE49-F238E27FC236}">
                <a16:creationId xmlns:a16="http://schemas.microsoft.com/office/drawing/2014/main" id="{91CF459F-F893-5727-F987-069A4150FAA8}"/>
              </a:ext>
            </a:extLst>
          </p:cNvPr>
          <p:cNvSpPr/>
          <p:nvPr/>
        </p:nvSpPr>
        <p:spPr>
          <a:xfrm>
            <a:off x="6230390" y="2488601"/>
            <a:ext cx="52117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40" b="0" u="none" strike="noStrike">
                <a:solidFill>
                  <a:srgbClr val="607487"/>
                </a:solidFill>
                <a:effectLst/>
                <a:uFillTx/>
                <a:latin typeface="Inter"/>
                <a:ea typeface="Inter"/>
              </a:rPr>
              <a:t>Output: attack sequences S</a:t>
            </a:r>
            <a:endParaRPr lang="en-US" sz="1140" b="0" u="none" strike="noStrike">
              <a:solidFill>
                <a:srgbClr val="FFFFFF"/>
              </a:solidFill>
              <a:effectLst/>
              <a:uFillTx/>
              <a:latin typeface="Arial"/>
            </a:endParaRPr>
          </a:p>
        </p:txBody>
      </p:sp>
      <p:sp>
        <p:nvSpPr>
          <p:cNvPr id="123" name="Text 47">
            <a:extLst>
              <a:ext uri="{FF2B5EF4-FFF2-40B4-BE49-F238E27FC236}">
                <a16:creationId xmlns:a16="http://schemas.microsoft.com/office/drawing/2014/main" id="{A285A7C5-4A9A-92AE-E227-EE1E9F2529D0}"/>
              </a:ext>
            </a:extLst>
          </p:cNvPr>
          <p:cNvSpPr/>
          <p:nvPr/>
        </p:nvSpPr>
        <p:spPr>
          <a:xfrm>
            <a:off x="6184670" y="2927441"/>
            <a:ext cx="5440320" cy="2697120"/>
          </a:xfrm>
          <a:prstGeom prst="rect">
            <a:avLst/>
          </a:prstGeom>
          <a:solidFill>
            <a:srgbClr val="0E1E2A"/>
          </a:solidFill>
          <a:ln w="0">
            <a:solidFill>
              <a:srgbClr val="0E1E2A"/>
            </a:solidFill>
          </a:ln>
        </p:spPr>
        <p:style>
          <a:lnRef idx="0">
            <a:scrgbClr r="0" g="0" b="0"/>
          </a:lnRef>
          <a:fillRef idx="0">
            <a:scrgbClr r="0" g="0" b="0"/>
          </a:fillRef>
          <a:effectRef idx="0">
            <a:scrgbClr r="0" g="0" b="0"/>
          </a:effectRef>
          <a:fontRef idx="minor"/>
        </p:style>
        <p:txBody>
          <a:bodyPr lIns="1080" tIns="1080" rIns="1080" bIns="1080" anchor="t">
            <a:normAutofit lnSpcReduction="10000"/>
          </a:bodyPr>
          <a:lstStyle/>
          <a:p>
            <a:r>
              <a:rPr lang="en-US" sz="1400" b="0" u="none" strike="noStrike">
                <a:solidFill>
                  <a:srgbClr val="8292A2"/>
                </a:solidFill>
                <a:effectLst/>
                <a:uFillTx/>
                <a:latin typeface="Consolas"/>
                <a:ea typeface="Consolas"/>
              </a:rPr>
              <a:t> 1 </a:t>
            </a:r>
            <a:r>
              <a:rPr lang="en-US" sz="1400" b="0" u="none" strike="noStrike">
                <a:solidFill>
                  <a:srgbClr val="FFFFFF"/>
                </a:solidFill>
                <a:effectLst/>
                <a:uFillTx/>
                <a:latin typeface="Consolas"/>
                <a:ea typeface="Consolas"/>
              </a:rPr>
              <a:t>σ ← SolveSteadyState</a:t>
            </a:r>
            <a:r>
              <a:rPr lang="en-US" sz="1400" b="0" u="none" strike="noStrike">
                <a:solidFill>
                  <a:srgbClr val="F8F8F2"/>
                </a:solidFill>
                <a:effectLst/>
                <a:uFillTx/>
                <a:latin typeface="Consolas"/>
                <a:ea typeface="Consolas"/>
              </a:rPr>
              <a:t>(</a:t>
            </a:r>
            <a:r>
              <a:rPr lang="en-US" sz="1400" b="0" u="none" strike="noStrike">
                <a:solidFill>
                  <a:srgbClr val="FFFFFF"/>
                </a:solidFill>
                <a:effectLst/>
                <a:uFillTx/>
                <a:latin typeface="Consolas"/>
                <a:ea typeface="Consolas"/>
              </a:rPr>
              <a:t>G</a:t>
            </a:r>
            <a:r>
              <a:rPr lang="en-US" sz="1400" b="0" u="none" strike="noStrike">
                <a:solidFill>
                  <a:srgbClr val="F8F8F2"/>
                </a:solidFill>
                <a:effectLst/>
                <a:uFillTx/>
                <a:latin typeface="Consolas"/>
                <a:ea typeface="Consolas"/>
              </a:rPr>
              <a:t>)</a:t>
            </a:r>
            <a:endParaRPr lang="en-US" sz="1400" b="0" u="none" strike="noStrike">
              <a:solidFill>
                <a:srgbClr val="FFFFFF"/>
              </a:solidFill>
              <a:effectLst/>
              <a:uFillTx/>
              <a:latin typeface="Arial"/>
            </a:endParaRPr>
          </a:p>
          <a:p>
            <a:r>
              <a:rPr lang="en-US" sz="1400" b="0" u="none" strike="noStrike">
                <a:solidFill>
                  <a:srgbClr val="8292A2"/>
                </a:solidFill>
                <a:effectLst/>
                <a:uFillTx/>
                <a:latin typeface="Consolas"/>
                <a:ea typeface="Consolas"/>
              </a:rPr>
              <a:t> 2 </a:t>
            </a:r>
            <a:r>
              <a:rPr lang="en-US" sz="1400" b="0" u="none" strike="noStrike">
                <a:solidFill>
                  <a:srgbClr val="FFFFFF"/>
                </a:solidFill>
                <a:effectLst/>
                <a:uFillTx/>
                <a:latin typeface="Consolas"/>
                <a:ea typeface="Consolas"/>
              </a:rPr>
              <a:t>props ← flow</a:t>
            </a:r>
            <a:r>
              <a:rPr lang="en-US" sz="1400" b="0" u="none" strike="noStrike">
                <a:solidFill>
                  <a:srgbClr val="F8F8F2"/>
                </a:solidFill>
                <a:effectLst/>
                <a:uFillTx/>
                <a:latin typeface="Consolas"/>
                <a:ea typeface="Consolas"/>
              </a:rPr>
              <a:t>,</a:t>
            </a:r>
            <a:r>
              <a:rPr lang="en-US" sz="1400" b="0" u="none" strike="noStrike">
                <a:solidFill>
                  <a:srgbClr val="FFFFFF"/>
                </a:solidFill>
                <a:effectLst/>
                <a:uFillTx/>
                <a:latin typeface="Consolas"/>
                <a:ea typeface="Consolas"/>
              </a:rPr>
              <a:t> criticality</a:t>
            </a:r>
            <a:r>
              <a:rPr lang="en-US" sz="1400" b="0" u="none" strike="noStrike">
                <a:solidFill>
                  <a:srgbClr val="F8F8F2"/>
                </a:solidFill>
                <a:effectLst/>
                <a:uFillTx/>
                <a:latin typeface="Consolas"/>
                <a:ea typeface="Consolas"/>
              </a:rPr>
              <a:t>,</a:t>
            </a:r>
            <a:r>
              <a:rPr lang="en-US" sz="1400" b="0" u="none" strike="noStrike">
                <a:solidFill>
                  <a:srgbClr val="FFFFFF"/>
                </a:solidFill>
                <a:effectLst/>
                <a:uFillTx/>
                <a:latin typeface="Consolas"/>
                <a:ea typeface="Consolas"/>
              </a:rPr>
              <a:t> TW</a:t>
            </a:r>
            <a:r>
              <a:rPr lang="en-US" sz="1400" b="0" u="none" strike="noStrike">
                <a:solidFill>
                  <a:srgbClr val="F8F8F2"/>
                </a:solidFill>
                <a:effectLst/>
                <a:uFillTx/>
                <a:latin typeface="Consolas"/>
                <a:ea typeface="Consolas"/>
              </a:rPr>
              <a:t>/</a:t>
            </a:r>
            <a:r>
              <a:rPr lang="en-US" sz="1400" b="0" u="none" strike="noStrike">
                <a:solidFill>
                  <a:srgbClr val="FFFFFF"/>
                </a:solidFill>
                <a:effectLst/>
                <a:uFillTx/>
                <a:latin typeface="Consolas"/>
                <a:ea typeface="Consolas"/>
              </a:rPr>
              <a:t>LD</a:t>
            </a:r>
            <a:endParaRPr lang="en-US" sz="1400" b="0" u="none" strike="noStrike">
              <a:solidFill>
                <a:srgbClr val="FFFFFF"/>
              </a:solidFill>
              <a:effectLst/>
              <a:uFillTx/>
              <a:latin typeface="Arial"/>
            </a:endParaRPr>
          </a:p>
          <a:p>
            <a:r>
              <a:rPr lang="en-US" sz="1400" b="0" u="none" strike="noStrike">
                <a:solidFill>
                  <a:srgbClr val="8292A2"/>
                </a:solidFill>
                <a:effectLst/>
                <a:uFillTx/>
                <a:latin typeface="Consolas"/>
                <a:ea typeface="Consolas"/>
              </a:rPr>
              <a:t> 3 </a:t>
            </a:r>
            <a:r>
              <a:rPr lang="en-US" sz="1400" b="0" u="none" strike="noStrike">
                <a:solidFill>
                  <a:srgbClr val="FFFFFF"/>
                </a:solidFill>
                <a:effectLst/>
                <a:uFillTx/>
                <a:latin typeface="Consolas"/>
                <a:ea typeface="Consolas"/>
              </a:rPr>
              <a:t>starts ← top expl values </a:t>
            </a:r>
            <a:r>
              <a:rPr lang="en-US" sz="1400" b="0" u="none" strike="noStrike">
                <a:solidFill>
                  <a:srgbClr val="66D9EF"/>
                </a:solidFill>
                <a:effectLst/>
                <a:uFillTx/>
                <a:latin typeface="Consolas"/>
                <a:ea typeface="Consolas"/>
              </a:rPr>
              <a:t>from</a:t>
            </a:r>
            <a:r>
              <a:rPr lang="en-US" sz="1400" b="0" u="none" strike="noStrike">
                <a:solidFill>
                  <a:srgbClr val="FFFFFF"/>
                </a:solidFill>
                <a:effectLst/>
                <a:uFillTx/>
                <a:latin typeface="Consolas"/>
                <a:ea typeface="Consolas"/>
              </a:rPr>
              <a:t> props</a:t>
            </a:r>
            <a:endParaRPr lang="en-US" sz="1400" b="0" u="none" strike="noStrike">
              <a:solidFill>
                <a:srgbClr val="FFFFFF"/>
              </a:solidFill>
              <a:effectLst/>
              <a:uFillTx/>
              <a:latin typeface="Arial"/>
            </a:endParaRPr>
          </a:p>
          <a:p>
            <a:r>
              <a:rPr lang="en-US" sz="1400" b="0" u="none" strike="noStrike">
                <a:solidFill>
                  <a:srgbClr val="8292A2"/>
                </a:solidFill>
                <a:effectLst/>
                <a:uFillTx/>
                <a:latin typeface="Consolas"/>
                <a:ea typeface="Consolas"/>
              </a:rPr>
              <a:t> 4 </a:t>
            </a:r>
            <a:r>
              <a:rPr lang="en-US" sz="1400" b="0" u="none" strike="noStrike">
                <a:solidFill>
                  <a:srgbClr val="FFFFFF"/>
                </a:solidFill>
                <a:effectLst/>
                <a:uFillTx/>
                <a:latin typeface="Consolas"/>
                <a:ea typeface="Consolas"/>
              </a:rPr>
              <a:t>S ← ∅</a:t>
            </a:r>
            <a:endParaRPr lang="en-US" sz="1400" b="0" u="none" strike="noStrike">
              <a:solidFill>
                <a:srgbClr val="FFFFFF"/>
              </a:solidFill>
              <a:effectLst/>
              <a:uFillTx/>
              <a:latin typeface="Arial"/>
            </a:endParaRPr>
          </a:p>
          <a:p>
            <a:r>
              <a:rPr lang="en-US" sz="1400" b="0" u="none" strike="noStrike">
                <a:solidFill>
                  <a:srgbClr val="8292A2"/>
                </a:solidFill>
                <a:effectLst/>
                <a:uFillTx/>
                <a:latin typeface="Consolas"/>
                <a:ea typeface="Consolas"/>
              </a:rPr>
              <a:t> 5 </a:t>
            </a:r>
            <a:r>
              <a:rPr lang="en-US" sz="1400" b="0" u="none" strike="noStrike">
                <a:solidFill>
                  <a:srgbClr val="66D9EF"/>
                </a:solidFill>
                <a:effectLst/>
                <a:uFillTx/>
                <a:latin typeface="Consolas"/>
                <a:ea typeface="Consolas"/>
              </a:rPr>
              <a:t>for</a:t>
            </a:r>
            <a:r>
              <a:rPr lang="en-US" sz="1400" b="0" u="none" strike="noStrike">
                <a:solidFill>
                  <a:srgbClr val="FFFFFF"/>
                </a:solidFill>
                <a:effectLst/>
                <a:uFillTx/>
                <a:latin typeface="Consolas"/>
                <a:ea typeface="Consolas"/>
              </a:rPr>
              <a:t> x₀ </a:t>
            </a:r>
            <a:r>
              <a:rPr lang="en-US" sz="1400" b="0" u="none" strike="noStrike">
                <a:solidFill>
                  <a:srgbClr val="66D9EF"/>
                </a:solidFill>
                <a:effectLst/>
                <a:uFillTx/>
                <a:latin typeface="Consolas"/>
                <a:ea typeface="Consolas"/>
              </a:rPr>
              <a:t>in</a:t>
            </a:r>
            <a:r>
              <a:rPr lang="en-US" sz="1400" b="0" u="none" strike="noStrike">
                <a:solidFill>
                  <a:srgbClr val="FFFFFF"/>
                </a:solidFill>
                <a:effectLst/>
                <a:uFillTx/>
                <a:latin typeface="Consolas"/>
                <a:ea typeface="Consolas"/>
              </a:rPr>
              <a:t> starts</a:t>
            </a:r>
            <a:r>
              <a:rPr lang="en-US" sz="1400" b="0" u="none" strike="noStrike">
                <a:solidFill>
                  <a:srgbClr val="F8F8F2"/>
                </a:solidFill>
                <a:effectLst/>
                <a:uFillTx/>
                <a:latin typeface="Consolas"/>
                <a:ea typeface="Consolas"/>
              </a:rPr>
              <a:t>:</a:t>
            </a:r>
            <a:endParaRPr lang="en-US" sz="1400" b="0" u="none" strike="noStrike">
              <a:solidFill>
                <a:srgbClr val="FFFFFF"/>
              </a:solidFill>
              <a:effectLst/>
              <a:uFillTx/>
              <a:latin typeface="Arial"/>
            </a:endParaRPr>
          </a:p>
          <a:p>
            <a:r>
              <a:rPr lang="en-US" sz="1400" b="0" u="none" strike="noStrike">
                <a:solidFill>
                  <a:srgbClr val="8292A2"/>
                </a:solidFill>
                <a:effectLst/>
                <a:uFillTx/>
                <a:latin typeface="Consolas"/>
                <a:ea typeface="Consolas"/>
              </a:rPr>
              <a:t> 6 </a:t>
            </a:r>
            <a:r>
              <a:rPr lang="en-US" sz="1400" b="0" u="none" strike="noStrike">
                <a:solidFill>
                  <a:srgbClr val="FFFFFF"/>
                </a:solidFill>
                <a:effectLst/>
                <a:uFillTx/>
                <a:latin typeface="Consolas"/>
                <a:ea typeface="Consolas"/>
              </a:rPr>
              <a:t>    x ← </a:t>
            </a:r>
            <a:r>
              <a:rPr lang="en-US" sz="1400" b="0" u="none" strike="noStrike">
                <a:solidFill>
                  <a:srgbClr val="F8F8F2"/>
                </a:solidFill>
                <a:effectLst/>
                <a:uFillTx/>
                <a:latin typeface="Consolas"/>
                <a:ea typeface="Consolas"/>
              </a:rPr>
              <a:t>[</a:t>
            </a:r>
            <a:r>
              <a:rPr lang="en-US" sz="1400" b="0" u="none" strike="noStrike">
                <a:solidFill>
                  <a:srgbClr val="FFFFFF"/>
                </a:solidFill>
                <a:effectLst/>
                <a:uFillTx/>
                <a:latin typeface="Consolas"/>
                <a:ea typeface="Consolas"/>
              </a:rPr>
              <a:t>x₀</a:t>
            </a:r>
            <a:r>
              <a:rPr lang="en-US" sz="1400" b="0" u="none" strike="noStrike">
                <a:solidFill>
                  <a:srgbClr val="F8F8F2"/>
                </a:solidFill>
                <a:effectLst/>
                <a:uFillTx/>
                <a:latin typeface="Consolas"/>
                <a:ea typeface="Consolas"/>
              </a:rPr>
              <a:t>]</a:t>
            </a:r>
            <a:endParaRPr lang="en-US" sz="1400" b="0" u="none" strike="noStrike">
              <a:solidFill>
                <a:srgbClr val="FFFFFF"/>
              </a:solidFill>
              <a:effectLst/>
              <a:uFillTx/>
              <a:latin typeface="Arial"/>
            </a:endParaRPr>
          </a:p>
          <a:p>
            <a:r>
              <a:rPr lang="en-US" sz="1400" b="0" u="none" strike="noStrike">
                <a:solidFill>
                  <a:srgbClr val="8292A2"/>
                </a:solidFill>
                <a:effectLst/>
                <a:uFillTx/>
                <a:latin typeface="Consolas"/>
                <a:ea typeface="Consolas"/>
              </a:rPr>
              <a:t> 7 </a:t>
            </a:r>
            <a:r>
              <a:rPr lang="en-US" sz="1400" b="0" u="none" strike="noStrike">
                <a:solidFill>
                  <a:srgbClr val="FFFFFF"/>
                </a:solidFill>
                <a:effectLst/>
                <a:uFillTx/>
                <a:latin typeface="Consolas"/>
                <a:ea typeface="Consolas"/>
              </a:rPr>
              <a:t>    </a:t>
            </a:r>
            <a:r>
              <a:rPr lang="en-US" sz="1400" b="0" u="none" strike="noStrike">
                <a:solidFill>
                  <a:srgbClr val="66D9EF"/>
                </a:solidFill>
                <a:effectLst/>
                <a:uFillTx/>
                <a:latin typeface="Consolas"/>
                <a:ea typeface="Consolas"/>
              </a:rPr>
              <a:t>for</a:t>
            </a:r>
            <a:r>
              <a:rPr lang="en-US" sz="1400" b="0" u="none" strike="noStrike">
                <a:solidFill>
                  <a:srgbClr val="FFFFFF"/>
                </a:solidFill>
                <a:effectLst/>
                <a:uFillTx/>
                <a:latin typeface="Consolas"/>
                <a:ea typeface="Consolas"/>
              </a:rPr>
              <a:t> r </a:t>
            </a:r>
            <a:r>
              <a:rPr lang="en-US" sz="1400" b="0" u="none" strike="noStrike">
                <a:solidFill>
                  <a:srgbClr val="F8F8F2"/>
                </a:solidFill>
                <a:effectLst/>
                <a:uFillTx/>
                <a:latin typeface="Consolas"/>
                <a:ea typeface="Consolas"/>
              </a:rPr>
              <a:t>=</a:t>
            </a:r>
            <a:r>
              <a:rPr lang="en-US" sz="1400" b="0" u="none" strike="noStrike">
                <a:solidFill>
                  <a:srgbClr val="FFFFFF"/>
                </a:solidFill>
                <a:effectLst/>
                <a:uFillTx/>
                <a:latin typeface="Consolas"/>
                <a:ea typeface="Consolas"/>
              </a:rPr>
              <a:t> 2 </a:t>
            </a:r>
            <a:r>
              <a:rPr lang="en-US" sz="1400" b="0" u="none" strike="noStrike">
                <a:solidFill>
                  <a:srgbClr val="F8F8F2"/>
                </a:solidFill>
                <a:effectLst/>
                <a:uFillTx/>
                <a:latin typeface="Consolas"/>
                <a:ea typeface="Consolas"/>
              </a:rPr>
              <a:t>...</a:t>
            </a:r>
            <a:r>
              <a:rPr lang="en-US" sz="1400" b="0" u="none" strike="noStrike">
                <a:solidFill>
                  <a:srgbClr val="FFFFFF"/>
                </a:solidFill>
                <a:effectLst/>
                <a:uFillTx/>
                <a:latin typeface="Consolas"/>
                <a:ea typeface="Consolas"/>
              </a:rPr>
              <a:t> k</a:t>
            </a:r>
            <a:r>
              <a:rPr lang="en-US" sz="1400" b="0" u="none" strike="noStrike">
                <a:solidFill>
                  <a:srgbClr val="F8F8F2"/>
                </a:solidFill>
                <a:effectLst/>
                <a:uFillTx/>
                <a:latin typeface="Consolas"/>
                <a:ea typeface="Consolas"/>
              </a:rPr>
              <a:t>:</a:t>
            </a:r>
            <a:endParaRPr lang="en-US" sz="1400" b="0" u="none" strike="noStrike">
              <a:solidFill>
                <a:srgbClr val="FFFFFF"/>
              </a:solidFill>
              <a:effectLst/>
              <a:uFillTx/>
              <a:latin typeface="Arial"/>
            </a:endParaRPr>
          </a:p>
          <a:p>
            <a:r>
              <a:rPr lang="en-US" sz="1400" b="0" u="none" strike="noStrike">
                <a:solidFill>
                  <a:srgbClr val="8292A2"/>
                </a:solidFill>
                <a:effectLst/>
                <a:uFillTx/>
                <a:latin typeface="Consolas"/>
                <a:ea typeface="Consolas"/>
              </a:rPr>
              <a:t> 8 </a:t>
            </a:r>
            <a:r>
              <a:rPr lang="en-US" sz="1400" b="0" u="none" strike="noStrike">
                <a:solidFill>
                  <a:srgbClr val="FFFFFF"/>
                </a:solidFill>
                <a:effectLst/>
                <a:uFillTx/>
                <a:latin typeface="Consolas"/>
                <a:ea typeface="Consolas"/>
              </a:rPr>
              <a:t>        σ ← PlayInterdictionModel</a:t>
            </a:r>
            <a:r>
              <a:rPr lang="en-US" sz="1400" b="0" u="none" strike="noStrike">
                <a:solidFill>
                  <a:srgbClr val="F8F8F2"/>
                </a:solidFill>
                <a:effectLst/>
                <a:uFillTx/>
                <a:latin typeface="Consolas"/>
                <a:ea typeface="Consolas"/>
              </a:rPr>
              <a:t>(</a:t>
            </a:r>
            <a:r>
              <a:rPr lang="en-US" sz="1400" b="0" u="none" strike="noStrike">
                <a:solidFill>
                  <a:srgbClr val="FFFFFF"/>
                </a:solidFill>
                <a:effectLst/>
                <a:uFillTx/>
                <a:latin typeface="Consolas"/>
                <a:ea typeface="Consolas"/>
              </a:rPr>
              <a:t>G</a:t>
            </a:r>
            <a:r>
              <a:rPr lang="en-US" sz="1400" b="0" u="none" strike="noStrike">
                <a:solidFill>
                  <a:srgbClr val="F8F8F2"/>
                </a:solidFill>
                <a:effectLst/>
                <a:uFillTx/>
                <a:latin typeface="Consolas"/>
                <a:ea typeface="Consolas"/>
              </a:rPr>
              <a:t>,</a:t>
            </a:r>
            <a:r>
              <a:rPr lang="en-US" sz="1400" b="0" u="none" strike="noStrike">
                <a:solidFill>
                  <a:srgbClr val="FFFFFF"/>
                </a:solidFill>
                <a:effectLst/>
                <a:uFillTx/>
                <a:latin typeface="Consolas"/>
                <a:ea typeface="Consolas"/>
              </a:rPr>
              <a:t> x</a:t>
            </a:r>
            <a:r>
              <a:rPr lang="en-US" sz="1400" b="0" u="none" strike="noStrike">
                <a:solidFill>
                  <a:srgbClr val="F8F8F2"/>
                </a:solidFill>
                <a:effectLst/>
                <a:uFillTx/>
                <a:latin typeface="Consolas"/>
                <a:ea typeface="Consolas"/>
              </a:rPr>
              <a:t>,</a:t>
            </a:r>
            <a:r>
              <a:rPr lang="en-US" sz="1400" b="0" u="none" strike="noStrike">
                <a:solidFill>
                  <a:srgbClr val="FFFFFF"/>
                </a:solidFill>
                <a:effectLst/>
                <a:uFillTx/>
                <a:latin typeface="Consolas"/>
                <a:ea typeface="Consolas"/>
              </a:rPr>
              <a:t> σ</a:t>
            </a:r>
            <a:r>
              <a:rPr lang="en-US" sz="1400" b="0" u="none" strike="noStrike">
                <a:solidFill>
                  <a:srgbClr val="F8F8F2"/>
                </a:solidFill>
                <a:effectLst/>
                <a:uFillTx/>
                <a:latin typeface="Consolas"/>
                <a:ea typeface="Consolas"/>
              </a:rPr>
              <a:t>)</a:t>
            </a:r>
            <a:endParaRPr lang="en-US" sz="1400" b="0" u="none" strike="noStrike">
              <a:solidFill>
                <a:srgbClr val="FFFFFF"/>
              </a:solidFill>
              <a:effectLst/>
              <a:uFillTx/>
              <a:latin typeface="Arial"/>
            </a:endParaRPr>
          </a:p>
          <a:p>
            <a:r>
              <a:rPr lang="en-US" sz="1400" b="0" u="none" strike="noStrike">
                <a:solidFill>
                  <a:srgbClr val="8292A2"/>
                </a:solidFill>
                <a:effectLst/>
                <a:uFillTx/>
                <a:latin typeface="Consolas"/>
                <a:ea typeface="Consolas"/>
              </a:rPr>
              <a:t> 9 </a:t>
            </a:r>
            <a:r>
              <a:rPr lang="en-US" sz="1400" b="0" u="none" strike="noStrike">
                <a:solidFill>
                  <a:srgbClr val="FFFFFF"/>
                </a:solidFill>
                <a:effectLst/>
                <a:uFillTx/>
                <a:latin typeface="Consolas"/>
                <a:ea typeface="Consolas"/>
              </a:rPr>
              <a:t>        nextcomps ← UpdateTopValues</a:t>
            </a:r>
            <a:r>
              <a:rPr lang="en-US" sz="1400" b="0" u="none" strike="noStrike">
                <a:solidFill>
                  <a:srgbClr val="F8F8F2"/>
                </a:solidFill>
                <a:effectLst/>
                <a:uFillTx/>
                <a:latin typeface="Consolas"/>
                <a:ea typeface="Consolas"/>
              </a:rPr>
              <a:t>(</a:t>
            </a:r>
            <a:r>
              <a:rPr lang="en-US" sz="1400" b="0" u="none" strike="noStrike">
                <a:solidFill>
                  <a:srgbClr val="FFFFFF"/>
                </a:solidFill>
                <a:effectLst/>
                <a:uFillTx/>
                <a:latin typeface="Consolas"/>
                <a:ea typeface="Consolas"/>
              </a:rPr>
              <a:t>σ</a:t>
            </a:r>
            <a:r>
              <a:rPr lang="en-US" sz="1400" b="0" u="none" strike="noStrike">
                <a:solidFill>
                  <a:srgbClr val="F8F8F2"/>
                </a:solidFill>
                <a:effectLst/>
                <a:uFillTx/>
                <a:latin typeface="Consolas"/>
                <a:ea typeface="Consolas"/>
              </a:rPr>
              <a:t>,</a:t>
            </a:r>
            <a:r>
              <a:rPr lang="en-US" sz="1400" b="0" u="none" strike="noStrike">
                <a:solidFill>
                  <a:srgbClr val="FFFFFF"/>
                </a:solidFill>
                <a:effectLst/>
                <a:uFillTx/>
                <a:latin typeface="Consolas"/>
                <a:ea typeface="Consolas"/>
              </a:rPr>
              <a:t> props</a:t>
            </a:r>
            <a:r>
              <a:rPr lang="en-US" sz="1400" b="0" u="none" strike="noStrike">
                <a:solidFill>
                  <a:srgbClr val="F8F8F2"/>
                </a:solidFill>
                <a:effectLst/>
                <a:uFillTx/>
                <a:latin typeface="Consolas"/>
                <a:ea typeface="Consolas"/>
              </a:rPr>
              <a:t>)</a:t>
            </a:r>
            <a:endParaRPr lang="en-US" sz="1400" b="0" u="none" strike="noStrike">
              <a:solidFill>
                <a:srgbClr val="FFFFFF"/>
              </a:solidFill>
              <a:effectLst/>
              <a:uFillTx/>
              <a:latin typeface="Arial"/>
            </a:endParaRPr>
          </a:p>
          <a:p>
            <a:r>
              <a:rPr lang="en-US" sz="1400" b="0" u="none" strike="noStrike">
                <a:solidFill>
                  <a:srgbClr val="8292A2"/>
                </a:solidFill>
                <a:effectLst/>
                <a:uFillTx/>
                <a:latin typeface="Consolas"/>
                <a:ea typeface="Consolas"/>
              </a:rPr>
              <a:t>10 </a:t>
            </a:r>
            <a:r>
              <a:rPr lang="en-US" sz="1400" b="0" u="none" strike="noStrike">
                <a:solidFill>
                  <a:srgbClr val="FFFFFF"/>
                </a:solidFill>
                <a:effectLst/>
                <a:uFillTx/>
                <a:latin typeface="Consolas"/>
                <a:ea typeface="Consolas"/>
              </a:rPr>
              <a:t>        x′ ← argmax CutImpact</a:t>
            </a:r>
            <a:r>
              <a:rPr lang="en-US" sz="1400" b="0" u="none" strike="noStrike">
                <a:solidFill>
                  <a:srgbClr val="F8F8F2"/>
                </a:solidFill>
                <a:effectLst/>
                <a:uFillTx/>
                <a:latin typeface="Consolas"/>
                <a:ea typeface="Consolas"/>
              </a:rPr>
              <a:t>(</a:t>
            </a:r>
            <a:r>
              <a:rPr lang="en-US" sz="1400" b="0" u="none" strike="noStrike">
                <a:solidFill>
                  <a:srgbClr val="FFFFFF"/>
                </a:solidFill>
                <a:effectLst/>
                <a:uFillTx/>
                <a:latin typeface="Consolas"/>
                <a:ea typeface="Consolas"/>
              </a:rPr>
              <a:t>nextcomps</a:t>
            </a:r>
            <a:r>
              <a:rPr lang="en-US" sz="1400" b="0" u="none" strike="noStrike">
                <a:solidFill>
                  <a:srgbClr val="F8F8F2"/>
                </a:solidFill>
                <a:effectLst/>
                <a:uFillTx/>
                <a:latin typeface="Consolas"/>
                <a:ea typeface="Consolas"/>
              </a:rPr>
              <a:t>,</a:t>
            </a:r>
            <a:r>
              <a:rPr lang="en-US" sz="1400" b="0" u="none" strike="noStrike">
                <a:solidFill>
                  <a:srgbClr val="FFFFFF"/>
                </a:solidFill>
                <a:effectLst/>
                <a:uFillTx/>
                <a:latin typeface="Consolas"/>
                <a:ea typeface="Consolas"/>
              </a:rPr>
              <a:t> σ</a:t>
            </a:r>
            <a:r>
              <a:rPr lang="en-US" sz="1400" b="0" u="none" strike="noStrike">
                <a:solidFill>
                  <a:srgbClr val="F8F8F2"/>
                </a:solidFill>
                <a:effectLst/>
                <a:uFillTx/>
                <a:latin typeface="Consolas"/>
                <a:ea typeface="Consolas"/>
              </a:rPr>
              <a:t>)</a:t>
            </a:r>
            <a:endParaRPr lang="en-US" sz="1400" b="0" u="none" strike="noStrike">
              <a:solidFill>
                <a:srgbClr val="FFFFFF"/>
              </a:solidFill>
              <a:effectLst/>
              <a:uFillTx/>
              <a:latin typeface="Arial"/>
            </a:endParaRPr>
          </a:p>
          <a:p>
            <a:r>
              <a:rPr lang="en-US" sz="1400" b="0" u="none" strike="noStrike">
                <a:solidFill>
                  <a:srgbClr val="8292A2"/>
                </a:solidFill>
                <a:effectLst/>
                <a:uFillTx/>
                <a:latin typeface="Consolas"/>
                <a:ea typeface="Consolas"/>
              </a:rPr>
              <a:t>11 </a:t>
            </a:r>
            <a:r>
              <a:rPr lang="en-US" sz="1400" b="0" u="none" strike="noStrike">
                <a:solidFill>
                  <a:srgbClr val="FFFFFF"/>
                </a:solidFill>
                <a:effectLst/>
                <a:uFillTx/>
                <a:latin typeface="Consolas"/>
                <a:ea typeface="Consolas"/>
              </a:rPr>
              <a:t>        append x′ to x</a:t>
            </a:r>
            <a:endParaRPr lang="en-US" sz="1400" b="0" u="none" strike="noStrike">
              <a:solidFill>
                <a:srgbClr val="FFFFFF"/>
              </a:solidFill>
              <a:effectLst/>
              <a:uFillTx/>
              <a:latin typeface="Arial"/>
            </a:endParaRPr>
          </a:p>
          <a:p>
            <a:r>
              <a:rPr lang="en-US" sz="1400" b="0" u="none" strike="noStrike">
                <a:solidFill>
                  <a:srgbClr val="8292A2"/>
                </a:solidFill>
                <a:effectLst/>
                <a:uFillTx/>
                <a:latin typeface="Consolas"/>
                <a:ea typeface="Consolas"/>
              </a:rPr>
              <a:t>12 </a:t>
            </a:r>
            <a:r>
              <a:rPr lang="en-US" sz="1400" b="0" u="none" strike="noStrike">
                <a:solidFill>
                  <a:srgbClr val="FFFFFF"/>
                </a:solidFill>
                <a:effectLst/>
                <a:uFillTx/>
                <a:latin typeface="Consolas"/>
                <a:ea typeface="Consolas"/>
              </a:rPr>
              <a:t>    add x to S</a:t>
            </a:r>
            <a:endParaRPr lang="en-US" sz="1400" b="0" u="none" strike="noStrike">
              <a:solidFill>
                <a:srgbClr val="FFFFFF"/>
              </a:solidFill>
              <a:effectLst/>
              <a:uFillTx/>
              <a:latin typeface="Arial"/>
            </a:endParaRPr>
          </a:p>
          <a:p>
            <a:pPr defTabSz="914400">
              <a:lnSpc>
                <a:spcPct val="100000"/>
              </a:lnSpc>
              <a:tabLst>
                <a:tab pos="0" algn="l"/>
              </a:tabLst>
            </a:pPr>
            <a:r>
              <a:rPr lang="en-US" sz="1400" b="0" u="none" strike="noStrike">
                <a:solidFill>
                  <a:srgbClr val="8292A2"/>
                </a:solidFill>
                <a:effectLst/>
                <a:uFillTx/>
                <a:latin typeface="Consolas"/>
                <a:ea typeface="Consolas"/>
              </a:rPr>
              <a:t>13 </a:t>
            </a:r>
            <a:r>
              <a:rPr lang="en-US" sz="1400" b="0" u="none" strike="noStrike">
                <a:solidFill>
                  <a:srgbClr val="66D9EF"/>
                </a:solidFill>
                <a:effectLst/>
                <a:uFillTx/>
                <a:latin typeface="Consolas"/>
                <a:ea typeface="Consolas"/>
              </a:rPr>
              <a:t>return</a:t>
            </a:r>
            <a:r>
              <a:rPr lang="en-US" sz="1400" b="0" u="none" strike="noStrike">
                <a:solidFill>
                  <a:srgbClr val="FFFFFF"/>
                </a:solidFill>
                <a:effectLst/>
                <a:uFillTx/>
                <a:latin typeface="Consolas"/>
                <a:ea typeface="Consolas"/>
              </a:rPr>
              <a:t> S</a:t>
            </a:r>
            <a:endParaRPr lang="en-US" sz="1400" b="0" u="none" strike="noStrike">
              <a:solidFill>
                <a:srgbClr val="FFFFFF"/>
              </a:solidFill>
              <a:effectLst/>
              <a:uFillTx/>
              <a:latin typeface="Arial"/>
            </a:endParaRPr>
          </a:p>
        </p:txBody>
      </p:sp>
      <p:sp>
        <p:nvSpPr>
          <p:cNvPr id="125" name="Shape 48">
            <a:extLst>
              <a:ext uri="{FF2B5EF4-FFF2-40B4-BE49-F238E27FC236}">
                <a16:creationId xmlns:a16="http://schemas.microsoft.com/office/drawing/2014/main" id="{000934E8-E387-3EBA-7D0B-E4470F79A24F}"/>
              </a:ext>
            </a:extLst>
          </p:cNvPr>
          <p:cNvSpPr/>
          <p:nvPr/>
        </p:nvSpPr>
        <p:spPr>
          <a:xfrm>
            <a:off x="5956070" y="6164561"/>
            <a:ext cx="5988960" cy="411120"/>
          </a:xfrm>
          <a:prstGeom prst="roundRect">
            <a:avLst>
              <a:gd name="adj" fmla="val 26667"/>
            </a:avLst>
          </a:prstGeom>
          <a:solidFill>
            <a:srgbClr val="10283E"/>
          </a:solidFill>
          <a:ln w="12700">
            <a:solidFill>
              <a:srgbClr val="2844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7" name="Text 49">
            <a:extLst>
              <a:ext uri="{FF2B5EF4-FFF2-40B4-BE49-F238E27FC236}">
                <a16:creationId xmlns:a16="http://schemas.microsoft.com/office/drawing/2014/main" id="{0E7396D4-44E6-48BD-2739-8D8D6B2B142F}"/>
              </a:ext>
            </a:extLst>
          </p:cNvPr>
          <p:cNvSpPr/>
          <p:nvPr/>
        </p:nvSpPr>
        <p:spPr>
          <a:xfrm>
            <a:off x="6184670" y="6256001"/>
            <a:ext cx="5531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40" b="1" u="none" strike="noStrike">
                <a:solidFill>
                  <a:srgbClr val="FFB56B"/>
                </a:solidFill>
                <a:effectLst/>
                <a:uFillTx/>
                <a:latin typeface="Inter"/>
                <a:ea typeface="Inter"/>
              </a:rPr>
              <a:t>Not one greedy path: several promising first lines create a set S of sequences.</a:t>
            </a:r>
            <a:endParaRPr lang="en-US" sz="1040" b="0" u="none" strike="noStrike">
              <a:solidFill>
                <a:srgbClr val="FFFFFF"/>
              </a:solidFill>
              <a:effectLst/>
              <a:uFillTx/>
              <a:latin typeface="Arial"/>
            </a:endParaRPr>
          </a:p>
        </p:txBody>
      </p:sp>
      <p:sp>
        <p:nvSpPr>
          <p:cNvPr id="129" name="Shape 5">
            <a:extLst>
              <a:ext uri="{FF2B5EF4-FFF2-40B4-BE49-F238E27FC236}">
                <a16:creationId xmlns:a16="http://schemas.microsoft.com/office/drawing/2014/main" id="{C8945B4B-3121-479F-32A6-6AA29D4C4A61}"/>
              </a:ext>
            </a:extLst>
          </p:cNvPr>
          <p:cNvSpPr/>
          <p:nvPr/>
        </p:nvSpPr>
        <p:spPr>
          <a:xfrm>
            <a:off x="505037" y="363835"/>
            <a:ext cx="2239920" cy="959760"/>
          </a:xfrm>
          <a:prstGeom prst="roundRect">
            <a:avLst>
              <a:gd name="adj" fmla="val 11429"/>
            </a:avLst>
          </a:prstGeom>
          <a:solidFill>
            <a:srgbClr val="FFF0E3"/>
          </a:solidFill>
          <a:ln w="12700">
            <a:solidFill>
              <a:srgbClr val="F4CDA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1" name="Text 6">
            <a:extLst>
              <a:ext uri="{FF2B5EF4-FFF2-40B4-BE49-F238E27FC236}">
                <a16:creationId xmlns:a16="http://schemas.microsoft.com/office/drawing/2014/main" id="{1BF62FED-1567-08F9-C987-5FD823073C51}"/>
              </a:ext>
            </a:extLst>
          </p:cNvPr>
          <p:cNvSpPr/>
          <p:nvPr/>
        </p:nvSpPr>
        <p:spPr>
          <a:xfrm>
            <a:off x="715277" y="565075"/>
            <a:ext cx="1828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A75318"/>
                </a:solidFill>
                <a:effectLst/>
                <a:uFillTx/>
                <a:latin typeface="Inter"/>
                <a:ea typeface="Inter"/>
              </a:rPr>
              <a:t>ATTACKER 𝒜</a:t>
            </a:r>
            <a:endParaRPr lang="en-US" sz="1400" b="0" u="none" strike="noStrike">
              <a:solidFill>
                <a:srgbClr val="000000"/>
              </a:solidFill>
              <a:effectLst/>
              <a:uFillTx/>
              <a:latin typeface="Arial"/>
            </a:endParaRPr>
          </a:p>
        </p:txBody>
      </p:sp>
      <p:sp>
        <p:nvSpPr>
          <p:cNvPr id="133" name="Text 7">
            <a:extLst>
              <a:ext uri="{FF2B5EF4-FFF2-40B4-BE49-F238E27FC236}">
                <a16:creationId xmlns:a16="http://schemas.microsoft.com/office/drawing/2014/main" id="{A5D83005-7F6B-F926-93DC-9B55C4E1352E}"/>
              </a:ext>
            </a:extLst>
          </p:cNvPr>
          <p:cNvSpPr/>
          <p:nvPr/>
        </p:nvSpPr>
        <p:spPr>
          <a:xfrm>
            <a:off x="687917" y="875755"/>
            <a:ext cx="1874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50" b="0" u="none" strike="noStrike">
                <a:solidFill>
                  <a:srgbClr val="8D5A34"/>
                </a:solidFill>
                <a:effectLst/>
                <a:uFillTx/>
                <a:latin typeface="Inter"/>
                <a:ea typeface="Inter"/>
              </a:rPr>
              <a:t>maximize final disruption</a:t>
            </a:r>
            <a:endParaRPr lang="en-US" sz="1050" b="0" u="none" strike="noStrike">
              <a:solidFill>
                <a:srgbClr val="000000"/>
              </a:solidFill>
              <a:effectLst/>
              <a:uFillTx/>
              <a:latin typeface="Arial"/>
            </a:endParaRPr>
          </a:p>
        </p:txBody>
      </p:sp>
      <p:sp>
        <p:nvSpPr>
          <p:cNvPr id="135" name="Shape 8">
            <a:extLst>
              <a:ext uri="{FF2B5EF4-FFF2-40B4-BE49-F238E27FC236}">
                <a16:creationId xmlns:a16="http://schemas.microsoft.com/office/drawing/2014/main" id="{395CDE26-7616-C77D-7DE2-5D8BD98BF923}"/>
              </a:ext>
            </a:extLst>
          </p:cNvPr>
          <p:cNvSpPr/>
          <p:nvPr/>
        </p:nvSpPr>
        <p:spPr>
          <a:xfrm>
            <a:off x="9447043" y="342079"/>
            <a:ext cx="2239920" cy="959760"/>
          </a:xfrm>
          <a:prstGeom prst="roundRect">
            <a:avLst>
              <a:gd name="adj" fmla="val 11429"/>
            </a:avLst>
          </a:prstGeom>
          <a:solidFill>
            <a:srgbClr val="EAF1FF"/>
          </a:solidFill>
          <a:ln w="12700">
            <a:solidFill>
              <a:srgbClr val="CADAF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 name="Text 9">
            <a:extLst>
              <a:ext uri="{FF2B5EF4-FFF2-40B4-BE49-F238E27FC236}">
                <a16:creationId xmlns:a16="http://schemas.microsoft.com/office/drawing/2014/main" id="{64FBE5F3-D53C-2DA6-D254-258864264985}"/>
              </a:ext>
            </a:extLst>
          </p:cNvPr>
          <p:cNvSpPr/>
          <p:nvPr/>
        </p:nvSpPr>
        <p:spPr>
          <a:xfrm>
            <a:off x="9657283" y="543319"/>
            <a:ext cx="1828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285EB5"/>
                </a:solidFill>
                <a:effectLst/>
                <a:uFillTx/>
                <a:latin typeface="Inter"/>
                <a:ea typeface="Inter"/>
              </a:rPr>
              <a:t>DEFENDER 𝒟</a:t>
            </a:r>
            <a:endParaRPr lang="en-US" sz="1400" b="0" u="none" strike="noStrike">
              <a:solidFill>
                <a:srgbClr val="000000"/>
              </a:solidFill>
              <a:effectLst/>
              <a:uFillTx/>
              <a:latin typeface="Arial"/>
            </a:endParaRPr>
          </a:p>
        </p:txBody>
      </p:sp>
      <p:sp>
        <p:nvSpPr>
          <p:cNvPr id="139" name="Text 10">
            <a:extLst>
              <a:ext uri="{FF2B5EF4-FFF2-40B4-BE49-F238E27FC236}">
                <a16:creationId xmlns:a16="http://schemas.microsoft.com/office/drawing/2014/main" id="{13698B84-ED59-DECB-8DDD-7E0CD80A5F65}"/>
              </a:ext>
            </a:extLst>
          </p:cNvPr>
          <p:cNvSpPr/>
          <p:nvPr/>
        </p:nvSpPr>
        <p:spPr>
          <a:xfrm>
            <a:off x="9629923" y="853999"/>
            <a:ext cx="1874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50" b="0" u="none" strike="noStrike" dirty="0">
                <a:solidFill>
                  <a:srgbClr val="4D6D9A"/>
                </a:solidFill>
                <a:effectLst/>
                <a:uFillTx/>
                <a:latin typeface="Inter"/>
                <a:ea typeface="Inter"/>
              </a:rPr>
              <a:t>maximize load served</a:t>
            </a:r>
            <a:endParaRPr lang="en-US" sz="1050" b="0" u="none" strike="noStrike" dirty="0">
              <a:solidFill>
                <a:srgbClr val="000000"/>
              </a:solidFill>
              <a:effectLst/>
              <a:uFillTx/>
              <a:latin typeface="Arial"/>
            </a:endParaRPr>
          </a:p>
        </p:txBody>
      </p:sp>
    </p:spTree>
    <p:extLst>
      <p:ext uri="{BB962C8B-B14F-4D97-AF65-F5344CB8AC3E}">
        <p14:creationId xmlns:p14="http://schemas.microsoft.com/office/powerpoint/2010/main" val="3937079039"/>
      </p:ext>
    </p:extLst>
  </p:cSld>
  <p:clrMapOvr>
    <a:masterClrMapping/>
  </p:clrMapOvr>
  <p:transition spd="slow">
    <p:push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4"/>
          </p:nvPr>
        </p:nvSpPr>
        <p:spPr>
          <a:xfrm>
            <a:off x="2483635" y="3493674"/>
            <a:ext cx="2377440" cy="2416046"/>
          </a:xfrm>
        </p:spPr>
        <p:txBody>
          <a:bodyPr/>
          <a:lstStyle/>
          <a:p>
            <a:r>
              <a:rPr lang="en-US" dirty="0"/>
              <a:t>Criticality</a:t>
            </a:r>
          </a:p>
          <a:p>
            <a:endParaRPr lang="en-US" sz="2400" b="0" dirty="0">
              <a:solidFill>
                <a:srgbClr val="607487"/>
              </a:solidFill>
              <a:latin typeface="Inter"/>
              <a:ea typeface="Inter"/>
            </a:endParaRPr>
          </a:p>
          <a:p>
            <a:r>
              <a:rPr lang="en-US" sz="2400" b="0" dirty="0">
                <a:solidFill>
                  <a:srgbClr val="607487"/>
                </a:solidFill>
                <a:latin typeface="Inter"/>
                <a:ea typeface="Inter"/>
              </a:rPr>
              <a:t>How little operating margin remains?</a:t>
            </a:r>
            <a:endParaRPr lang="en-US" sz="2400" b="0" dirty="0">
              <a:solidFill>
                <a:srgbClr val="000000"/>
              </a:solidFill>
              <a:latin typeface="Arial"/>
            </a:endParaRPr>
          </a:p>
          <a:p>
            <a:endParaRPr lang="en-US" dirty="0"/>
          </a:p>
        </p:txBody>
      </p:sp>
      <p:sp>
        <p:nvSpPr>
          <p:cNvPr id="4" name="Content Placeholder 3"/>
          <p:cNvSpPr>
            <a:spLocks noGrp="1"/>
          </p:cNvSpPr>
          <p:nvPr>
            <p:ph idx="1"/>
          </p:nvPr>
        </p:nvSpPr>
        <p:spPr>
          <a:xfrm>
            <a:off x="68658" y="3493674"/>
            <a:ext cx="2377440" cy="2748445"/>
          </a:xfrm>
        </p:spPr>
        <p:txBody>
          <a:bodyPr/>
          <a:lstStyle/>
          <a:p>
            <a:r>
              <a:rPr lang="en-US" dirty="0"/>
              <a:t>Power Flow</a:t>
            </a:r>
          </a:p>
          <a:p>
            <a:endParaRPr lang="en-US" sz="2400" b="0" dirty="0">
              <a:solidFill>
                <a:srgbClr val="607487"/>
              </a:solidFill>
              <a:latin typeface="Inter"/>
              <a:ea typeface="Inter"/>
            </a:endParaRPr>
          </a:p>
          <a:p>
            <a:r>
              <a:rPr lang="en-US" sz="2400" b="0" dirty="0">
                <a:solidFill>
                  <a:srgbClr val="607487"/>
                </a:solidFill>
                <a:latin typeface="Inter"/>
                <a:ea typeface="Inter"/>
              </a:rPr>
              <a:t>Is this line carrying a lot of power right now?</a:t>
            </a:r>
            <a:endParaRPr lang="en-US" sz="2400" b="0" dirty="0">
              <a:solidFill>
                <a:srgbClr val="000000"/>
              </a:solidFill>
              <a:latin typeface="Arial"/>
            </a:endParaRPr>
          </a:p>
          <a:p>
            <a:endParaRPr lang="en-US" dirty="0"/>
          </a:p>
        </p:txBody>
      </p:sp>
      <p:sp>
        <p:nvSpPr>
          <p:cNvPr id="3" name="Slide Number Placeholder 2"/>
          <p:cNvSpPr>
            <a:spLocks noGrp="1"/>
          </p:cNvSpPr>
          <p:nvPr>
            <p:ph type="sldNum" sz="quarter" idx="12"/>
          </p:nvPr>
        </p:nvSpPr>
        <p:spPr/>
        <p:txBody>
          <a:bodyPr/>
          <a:lstStyle/>
          <a:p>
            <a:fld id="{5AE1514C-5E56-4738-A1FF-4B1CFD2A3E36}" type="slidenum">
              <a:rPr lang="en-US" smtClean="0"/>
              <a:pPr/>
              <a:t>9</a:t>
            </a:fld>
            <a:endParaRPr lang="en-US" dirty="0"/>
          </a:p>
        </p:txBody>
      </p:sp>
      <p:sp>
        <p:nvSpPr>
          <p:cNvPr id="8" name="Content Placeholder 7"/>
          <p:cNvSpPr>
            <a:spLocks noGrp="1"/>
          </p:cNvSpPr>
          <p:nvPr>
            <p:ph idx="15"/>
          </p:nvPr>
        </p:nvSpPr>
        <p:spPr>
          <a:xfrm>
            <a:off x="4898612" y="3493674"/>
            <a:ext cx="2377440" cy="2693045"/>
          </a:xfrm>
        </p:spPr>
        <p:txBody>
          <a:bodyPr/>
          <a:lstStyle/>
          <a:p>
            <a:r>
              <a:rPr lang="en-US" dirty="0"/>
              <a:t>Transmission Width</a:t>
            </a:r>
            <a:endParaRPr lang="en-US" sz="2400" b="0" dirty="0">
              <a:solidFill>
                <a:srgbClr val="607487"/>
              </a:solidFill>
              <a:latin typeface="Inter"/>
              <a:ea typeface="Inter"/>
            </a:endParaRPr>
          </a:p>
          <a:p>
            <a:r>
              <a:rPr lang="en-US" sz="2400" b="0" dirty="0">
                <a:solidFill>
                  <a:srgbClr val="607487"/>
                </a:solidFill>
                <a:latin typeface="Inter"/>
                <a:ea typeface="Inter"/>
              </a:rPr>
              <a:t>How easily can a node be isolated?</a:t>
            </a:r>
            <a:endParaRPr lang="en-US" sz="2400" b="0" dirty="0">
              <a:solidFill>
                <a:srgbClr val="000000"/>
              </a:solidFill>
              <a:latin typeface="Arial"/>
            </a:endParaRPr>
          </a:p>
          <a:p>
            <a:endParaRPr lang="en-US" dirty="0"/>
          </a:p>
          <a:p>
            <a:endParaRPr lang="en-US" dirty="0"/>
          </a:p>
        </p:txBody>
      </p:sp>
      <p:sp>
        <p:nvSpPr>
          <p:cNvPr id="9" name="Content Placeholder 8"/>
          <p:cNvSpPr>
            <a:spLocks noGrp="1"/>
          </p:cNvSpPr>
          <p:nvPr>
            <p:ph idx="16"/>
          </p:nvPr>
        </p:nvSpPr>
        <p:spPr>
          <a:xfrm>
            <a:off x="7313589" y="3493674"/>
            <a:ext cx="2377440" cy="2416046"/>
          </a:xfrm>
        </p:spPr>
        <p:txBody>
          <a:bodyPr/>
          <a:lstStyle/>
          <a:p>
            <a:r>
              <a:rPr lang="en-US" dirty="0"/>
              <a:t>Load Density</a:t>
            </a:r>
          </a:p>
          <a:p>
            <a:endParaRPr lang="en-US" sz="2400" b="0" dirty="0">
              <a:solidFill>
                <a:srgbClr val="607487"/>
              </a:solidFill>
              <a:latin typeface="Inter"/>
              <a:ea typeface="Inter"/>
            </a:endParaRPr>
          </a:p>
          <a:p>
            <a:r>
              <a:rPr lang="en-US" sz="2400" b="0" dirty="0">
                <a:solidFill>
                  <a:srgbClr val="607487"/>
                </a:solidFill>
                <a:latin typeface="Inter"/>
                <a:ea typeface="Inter"/>
              </a:rPr>
              <a:t>How easily can a high-load region be isolated?</a:t>
            </a:r>
            <a:endParaRPr lang="en-US" sz="2400" b="0" dirty="0">
              <a:solidFill>
                <a:srgbClr val="000000"/>
              </a:solidFill>
              <a:latin typeface="Arial"/>
            </a:endParaRPr>
          </a:p>
          <a:p>
            <a:endParaRPr lang="en-US" dirty="0"/>
          </a:p>
        </p:txBody>
      </p:sp>
      <p:sp>
        <p:nvSpPr>
          <p:cNvPr id="33" name="Content Placeholder 32"/>
          <p:cNvSpPr>
            <a:spLocks noGrp="1"/>
          </p:cNvSpPr>
          <p:nvPr>
            <p:ph idx="17"/>
          </p:nvPr>
        </p:nvSpPr>
        <p:spPr>
          <a:xfrm>
            <a:off x="9728566" y="3493674"/>
            <a:ext cx="2377440" cy="2541366"/>
          </a:xfrm>
        </p:spPr>
        <p:txBody>
          <a:bodyPr/>
          <a:lstStyle/>
          <a:p>
            <a:r>
              <a:rPr lang="en-US" dirty="0"/>
              <a:t>Cut Impact</a:t>
            </a:r>
          </a:p>
          <a:p>
            <a:endParaRPr lang="en-US" dirty="0"/>
          </a:p>
          <a:p>
            <a:r>
              <a:rPr lang="en-US" sz="2400" b="0" dirty="0">
                <a:solidFill>
                  <a:srgbClr val="607487"/>
                </a:solidFill>
                <a:latin typeface="Inter"/>
                <a:ea typeface="Inter"/>
              </a:rPr>
              <a:t>If this candidate is cut now, how much load is shed after response?</a:t>
            </a:r>
            <a:endParaRPr lang="en-US" sz="2400" b="0" dirty="0">
              <a:solidFill>
                <a:srgbClr val="000000"/>
              </a:solidFill>
              <a:latin typeface="Arial"/>
            </a:endParaRPr>
          </a:p>
          <a:p>
            <a:endParaRPr lang="en-US" dirty="0"/>
          </a:p>
        </p:txBody>
      </p:sp>
      <p:sp>
        <p:nvSpPr>
          <p:cNvPr id="5" name="Text Placeholder 4"/>
          <p:cNvSpPr>
            <a:spLocks noGrp="1"/>
          </p:cNvSpPr>
          <p:nvPr>
            <p:ph type="body" sz="quarter" idx="13"/>
          </p:nvPr>
        </p:nvSpPr>
        <p:spPr>
          <a:xfrm>
            <a:off x="555244" y="378566"/>
            <a:ext cx="12192000" cy="978729"/>
          </a:xfrm>
        </p:spPr>
        <p:txBody>
          <a:bodyPr/>
          <a:lstStyle/>
          <a:p>
            <a:r>
              <a:rPr lang="en-US" b="1" dirty="0">
                <a:solidFill>
                  <a:srgbClr val="102235"/>
                </a:solidFill>
                <a:latin typeface="Inter Display"/>
                <a:ea typeface="Inter Display"/>
              </a:rPr>
              <a:t>How Does SEQUIN Shortlist Attacks?</a:t>
            </a:r>
            <a:br>
              <a:rPr lang="en-US" dirty="0"/>
            </a:br>
            <a:endParaRPr lang="en-US" dirty="0"/>
          </a:p>
        </p:txBody>
      </p:sp>
      <p:sp>
        <p:nvSpPr>
          <p:cNvPr id="47" name="Content Placeholder 46"/>
          <p:cNvSpPr>
            <a:spLocks noGrp="1"/>
          </p:cNvSpPr>
          <p:nvPr>
            <p:ph idx="18"/>
          </p:nvPr>
        </p:nvSpPr>
        <p:spPr/>
        <p:txBody>
          <a:bodyPr/>
          <a:lstStyle/>
          <a:p>
            <a:r>
              <a:rPr lang="en-US" dirty="0"/>
              <a:t>1</a:t>
            </a:r>
          </a:p>
        </p:txBody>
      </p:sp>
      <p:sp>
        <p:nvSpPr>
          <p:cNvPr id="48" name="Content Placeholder 47"/>
          <p:cNvSpPr>
            <a:spLocks noGrp="1"/>
          </p:cNvSpPr>
          <p:nvPr>
            <p:ph idx="19"/>
          </p:nvPr>
        </p:nvSpPr>
        <p:spPr/>
        <p:txBody>
          <a:bodyPr/>
          <a:lstStyle/>
          <a:p>
            <a:r>
              <a:rPr lang="en-US" dirty="0"/>
              <a:t>2</a:t>
            </a:r>
          </a:p>
        </p:txBody>
      </p:sp>
      <p:sp>
        <p:nvSpPr>
          <p:cNvPr id="49" name="Content Placeholder 48"/>
          <p:cNvSpPr>
            <a:spLocks noGrp="1"/>
          </p:cNvSpPr>
          <p:nvPr>
            <p:ph idx="20"/>
          </p:nvPr>
        </p:nvSpPr>
        <p:spPr/>
        <p:txBody>
          <a:bodyPr/>
          <a:lstStyle/>
          <a:p>
            <a:r>
              <a:rPr lang="en-US" dirty="0"/>
              <a:t>3</a:t>
            </a:r>
          </a:p>
        </p:txBody>
      </p:sp>
      <p:sp>
        <p:nvSpPr>
          <p:cNvPr id="50" name="Content Placeholder 49"/>
          <p:cNvSpPr>
            <a:spLocks noGrp="1"/>
          </p:cNvSpPr>
          <p:nvPr>
            <p:ph idx="21"/>
          </p:nvPr>
        </p:nvSpPr>
        <p:spPr/>
        <p:txBody>
          <a:bodyPr/>
          <a:lstStyle/>
          <a:p>
            <a:r>
              <a:rPr lang="en-US" dirty="0"/>
              <a:t>4</a:t>
            </a:r>
          </a:p>
        </p:txBody>
      </p:sp>
      <p:sp>
        <p:nvSpPr>
          <p:cNvPr id="51" name="Content Placeholder 50"/>
          <p:cNvSpPr>
            <a:spLocks noGrp="1"/>
          </p:cNvSpPr>
          <p:nvPr>
            <p:ph idx="22"/>
          </p:nvPr>
        </p:nvSpPr>
        <p:spPr/>
        <p:txBody>
          <a:bodyPr/>
          <a:lstStyle/>
          <a:p>
            <a:r>
              <a:rPr lang="en-US" dirty="0"/>
              <a:t>5</a:t>
            </a:r>
          </a:p>
        </p:txBody>
      </p:sp>
      <p:sp>
        <p:nvSpPr>
          <p:cNvPr id="18" name="Text 30">
            <a:extLst>
              <a:ext uri="{FF2B5EF4-FFF2-40B4-BE49-F238E27FC236}">
                <a16:creationId xmlns:a16="http://schemas.microsoft.com/office/drawing/2014/main" id="{B7A88D64-D46E-1DC4-2D76-CA8ED174AEC0}"/>
              </a:ext>
            </a:extLst>
          </p:cNvPr>
          <p:cNvSpPr/>
          <p:nvPr/>
        </p:nvSpPr>
        <p:spPr>
          <a:xfrm>
            <a:off x="2661587" y="6278199"/>
            <a:ext cx="10969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50" b="1" u="none" strike="noStrike">
                <a:solidFill>
                  <a:srgbClr val="3E7BE6"/>
                </a:solidFill>
                <a:effectLst/>
                <a:uFillTx/>
                <a:latin typeface="Inter"/>
                <a:ea typeface="Inter"/>
              </a:rPr>
              <a:t>cheap metrics</a:t>
            </a:r>
            <a:endParaRPr lang="en-US" sz="1050" b="0" u="none" strike="noStrike">
              <a:solidFill>
                <a:srgbClr val="000000"/>
              </a:solidFill>
              <a:effectLst/>
              <a:uFillTx/>
              <a:latin typeface="Arial"/>
            </a:endParaRPr>
          </a:p>
        </p:txBody>
      </p:sp>
      <p:sp>
        <p:nvSpPr>
          <p:cNvPr id="20" name="Shape 31">
            <a:extLst>
              <a:ext uri="{FF2B5EF4-FFF2-40B4-BE49-F238E27FC236}">
                <a16:creationId xmlns:a16="http://schemas.microsoft.com/office/drawing/2014/main" id="{034B5A89-93EE-42C2-0851-160C8C0BF976}"/>
              </a:ext>
            </a:extLst>
          </p:cNvPr>
          <p:cNvSpPr/>
          <p:nvPr/>
        </p:nvSpPr>
        <p:spPr>
          <a:xfrm>
            <a:off x="3713147" y="6387639"/>
            <a:ext cx="685800" cy="360"/>
          </a:xfrm>
          <a:prstGeom prst="line">
            <a:avLst/>
          </a:prstGeom>
          <a:ln w="20320">
            <a:solidFill>
              <a:srgbClr val="AAB8C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2" name="Text 32">
            <a:extLst>
              <a:ext uri="{FF2B5EF4-FFF2-40B4-BE49-F238E27FC236}">
                <a16:creationId xmlns:a16="http://schemas.microsoft.com/office/drawing/2014/main" id="{C7173CCA-E45E-AC67-DA62-972948FF40F1}"/>
              </a:ext>
            </a:extLst>
          </p:cNvPr>
          <p:cNvSpPr/>
          <p:nvPr/>
        </p:nvSpPr>
        <p:spPr>
          <a:xfrm>
            <a:off x="4444667" y="6278199"/>
            <a:ext cx="8226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50" b="1" u="none" strike="noStrike">
                <a:solidFill>
                  <a:srgbClr val="102235"/>
                </a:solidFill>
                <a:effectLst/>
                <a:uFillTx/>
                <a:latin typeface="Inter"/>
                <a:ea typeface="Inter"/>
              </a:rPr>
              <a:t>shortlist</a:t>
            </a:r>
            <a:endParaRPr lang="en-US" sz="1050" b="0" u="none" strike="noStrike">
              <a:solidFill>
                <a:srgbClr val="000000"/>
              </a:solidFill>
              <a:effectLst/>
              <a:uFillTx/>
              <a:latin typeface="Arial"/>
            </a:endParaRPr>
          </a:p>
        </p:txBody>
      </p:sp>
      <p:sp>
        <p:nvSpPr>
          <p:cNvPr id="24" name="Shape 33">
            <a:extLst>
              <a:ext uri="{FF2B5EF4-FFF2-40B4-BE49-F238E27FC236}">
                <a16:creationId xmlns:a16="http://schemas.microsoft.com/office/drawing/2014/main" id="{C2387F27-9823-1BEA-651B-22069CF51395}"/>
              </a:ext>
            </a:extLst>
          </p:cNvPr>
          <p:cNvSpPr/>
          <p:nvPr/>
        </p:nvSpPr>
        <p:spPr>
          <a:xfrm>
            <a:off x="5267627" y="6387639"/>
            <a:ext cx="685800" cy="360"/>
          </a:xfrm>
          <a:prstGeom prst="line">
            <a:avLst/>
          </a:prstGeom>
          <a:ln w="20320">
            <a:solidFill>
              <a:srgbClr val="AAB8C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 name="Text 34">
            <a:extLst>
              <a:ext uri="{FF2B5EF4-FFF2-40B4-BE49-F238E27FC236}">
                <a16:creationId xmlns:a16="http://schemas.microsoft.com/office/drawing/2014/main" id="{F1B2175E-C9CE-6EC0-F938-F869C8C454D6}"/>
              </a:ext>
            </a:extLst>
          </p:cNvPr>
          <p:cNvSpPr/>
          <p:nvPr/>
        </p:nvSpPr>
        <p:spPr>
          <a:xfrm>
            <a:off x="5999147" y="6278199"/>
            <a:ext cx="10054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50" b="1" u="none" strike="noStrike">
                <a:solidFill>
                  <a:srgbClr val="F28C35"/>
                </a:solidFill>
                <a:effectLst/>
                <a:uFillTx/>
                <a:latin typeface="Inter"/>
                <a:ea typeface="Inter"/>
              </a:rPr>
              <a:t>Cut Impact</a:t>
            </a:r>
            <a:endParaRPr lang="en-US" sz="1050" b="0" u="none" strike="noStrike">
              <a:solidFill>
                <a:srgbClr val="000000"/>
              </a:solidFill>
              <a:effectLst/>
              <a:uFillTx/>
              <a:latin typeface="Arial"/>
            </a:endParaRPr>
          </a:p>
        </p:txBody>
      </p:sp>
      <p:sp>
        <p:nvSpPr>
          <p:cNvPr id="28" name="Shape 35">
            <a:extLst>
              <a:ext uri="{FF2B5EF4-FFF2-40B4-BE49-F238E27FC236}">
                <a16:creationId xmlns:a16="http://schemas.microsoft.com/office/drawing/2014/main" id="{FC00DC0C-F1B2-365E-467D-5098DF472635}"/>
              </a:ext>
            </a:extLst>
          </p:cNvPr>
          <p:cNvSpPr/>
          <p:nvPr/>
        </p:nvSpPr>
        <p:spPr>
          <a:xfrm>
            <a:off x="7032347" y="6387639"/>
            <a:ext cx="676440" cy="360"/>
          </a:xfrm>
          <a:prstGeom prst="line">
            <a:avLst/>
          </a:prstGeom>
          <a:ln w="20320">
            <a:solidFill>
              <a:srgbClr val="AAB8C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0" name="Text 36">
            <a:extLst>
              <a:ext uri="{FF2B5EF4-FFF2-40B4-BE49-F238E27FC236}">
                <a16:creationId xmlns:a16="http://schemas.microsoft.com/office/drawing/2014/main" id="{A66F017E-C0C8-A318-5A2E-A97D81D24C58}"/>
              </a:ext>
            </a:extLst>
          </p:cNvPr>
          <p:cNvSpPr/>
          <p:nvPr/>
        </p:nvSpPr>
        <p:spPr>
          <a:xfrm>
            <a:off x="7763867" y="6278199"/>
            <a:ext cx="914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50" b="1" u="none" strike="noStrike">
                <a:solidFill>
                  <a:srgbClr val="2CB6A8"/>
                </a:solidFill>
                <a:effectLst/>
                <a:uFillTx/>
                <a:latin typeface="Inter"/>
                <a:ea typeface="Inter"/>
              </a:rPr>
              <a:t>next line</a:t>
            </a:r>
            <a:endParaRPr lang="en-US" sz="1050" b="0" u="none" strike="noStrike">
              <a:solidFill>
                <a:srgbClr val="000000"/>
              </a:solidFill>
              <a:effectLst/>
              <a:uFillTx/>
              <a:latin typeface="Arial"/>
            </a:endParaRPr>
          </a:p>
        </p:txBody>
      </p:sp>
      <p:sp>
        <p:nvSpPr>
          <p:cNvPr id="31" name="Freeform: Shape 30">
            <a:extLst>
              <a:ext uri="{FF2B5EF4-FFF2-40B4-BE49-F238E27FC236}">
                <a16:creationId xmlns:a16="http://schemas.microsoft.com/office/drawing/2014/main" id="{F9FDE60C-B0BA-9178-F236-ADD6A2A2BC3F}"/>
              </a:ext>
            </a:extLst>
          </p:cNvPr>
          <p:cNvSpPr>
            <a:spLocks noChangeAspect="1"/>
          </p:cNvSpPr>
          <p:nvPr/>
        </p:nvSpPr>
        <p:spPr>
          <a:xfrm>
            <a:off x="-329807" y="-2205808"/>
            <a:ext cx="3654898" cy="3654898"/>
          </a:xfrm>
          <a:custGeom>
            <a:avLst/>
            <a:gdLst>
              <a:gd name="connsiteX0" fmla="*/ 244064 w 488128"/>
              <a:gd name="connsiteY0" fmla="*/ 0 h 488128"/>
              <a:gd name="connsiteX1" fmla="*/ 488128 w 488128"/>
              <a:gd name="connsiteY1" fmla="*/ 244064 h 488128"/>
              <a:gd name="connsiteX2" fmla="*/ 244064 w 488128"/>
              <a:gd name="connsiteY2" fmla="*/ 488128 h 488128"/>
              <a:gd name="connsiteX3" fmla="*/ 0 w 488128"/>
              <a:gd name="connsiteY3" fmla="*/ 244064 h 488128"/>
              <a:gd name="connsiteX4" fmla="*/ 244064 w 488128"/>
              <a:gd name="connsiteY4" fmla="*/ 0 h 488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128" h="488128">
                <a:moveTo>
                  <a:pt x="244064" y="0"/>
                </a:moveTo>
                <a:cubicBezTo>
                  <a:pt x="378857" y="0"/>
                  <a:pt x="488128" y="109271"/>
                  <a:pt x="488128" y="244064"/>
                </a:cubicBezTo>
                <a:cubicBezTo>
                  <a:pt x="488128" y="378857"/>
                  <a:pt x="378857" y="488128"/>
                  <a:pt x="244064" y="488128"/>
                </a:cubicBezTo>
                <a:cubicBezTo>
                  <a:pt x="109271" y="488128"/>
                  <a:pt x="0" y="378857"/>
                  <a:pt x="0" y="244064"/>
                </a:cubicBezTo>
                <a:cubicBezTo>
                  <a:pt x="0" y="109271"/>
                  <a:pt x="109271" y="0"/>
                  <a:pt x="24406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ysClr val="windowText" lastClr="000000"/>
              </a:solidFill>
              <a:effectLst/>
              <a:uLnTx/>
              <a:uFillTx/>
            </a:endParaRPr>
          </a:p>
        </p:txBody>
      </p:sp>
      <p:sp>
        <p:nvSpPr>
          <p:cNvPr id="32" name="Title 31">
            <a:extLst>
              <a:ext uri="{FF2B5EF4-FFF2-40B4-BE49-F238E27FC236}">
                <a16:creationId xmlns:a16="http://schemas.microsoft.com/office/drawing/2014/main" id="{256B5C39-FC8C-E8A5-292C-34191D873323}"/>
              </a:ext>
            </a:extLst>
          </p:cNvPr>
          <p:cNvSpPr txBox="1">
            <a:spLocks/>
          </p:cNvSpPr>
          <p:nvPr/>
        </p:nvSpPr>
        <p:spPr>
          <a:xfrm>
            <a:off x="460552" y="354575"/>
            <a:ext cx="4083304" cy="1357295"/>
          </a:xfrm>
          <a:prstGeom prst="rect">
            <a:avLst/>
          </a:prstGeom>
        </p:spPr>
        <p:txBody>
          <a:bodyPr/>
          <a:lstStyle>
            <a:lvl1pPr algn="l" defTabSz="914400" rtl="0" eaLnBrk="1" latinLnBrk="0" hangingPunct="1">
              <a:lnSpc>
                <a:spcPct val="90000"/>
              </a:lnSpc>
              <a:spcBef>
                <a:spcPct val="0"/>
              </a:spcBef>
              <a:buNone/>
              <a:defRPr lang="en-US" sz="3600" b="0" i="0" kern="1200" spc="300" dirty="0">
                <a:gradFill>
                  <a:gsLst>
                    <a:gs pos="15000">
                      <a:schemeClr val="tx1"/>
                    </a:gs>
                    <a:gs pos="47000">
                      <a:schemeClr val="tx1"/>
                    </a:gs>
                  </a:gsLst>
                  <a:lin ang="5400000" scaled="1"/>
                </a:gradFill>
                <a:latin typeface="Segoe UI Semibold" panose="020B0702040204020203" pitchFamily="34" charset="0"/>
                <a:ea typeface="+mn-ea"/>
                <a:cs typeface="Segoe UI Semibold" panose="020B0702040204020203" pitchFamily="34" charset="0"/>
              </a:defRPr>
            </a:lvl1pPr>
          </a:lstStyle>
          <a:p>
            <a:r>
              <a:rPr lang="en-IN" b="1" dirty="0">
                <a:gradFill>
                  <a:gsLst>
                    <a:gs pos="15000">
                      <a:schemeClr val="bg1"/>
                    </a:gs>
                    <a:gs pos="47000">
                      <a:schemeClr val="bg1"/>
                    </a:gs>
                  </a:gsLst>
                  <a:lin ang="5400000" scaled="1"/>
                </a:gradFill>
              </a:rPr>
              <a:t>SEQUIN</a:t>
            </a:r>
          </a:p>
        </p:txBody>
      </p:sp>
    </p:spTree>
    <p:extLst>
      <p:ext uri="{BB962C8B-B14F-4D97-AF65-F5344CB8AC3E}">
        <p14:creationId xmlns:p14="http://schemas.microsoft.com/office/powerpoint/2010/main" val="2161256907"/>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F6D25-FFDB-29F3-87D5-7971563F27E6}"/>
              </a:ext>
            </a:extLst>
          </p:cNvPr>
          <p:cNvSpPr>
            <a:spLocks noGrp="1"/>
          </p:cNvSpPr>
          <p:nvPr>
            <p:ph type="sldNum" sz="quarter" idx="12"/>
          </p:nvPr>
        </p:nvSpPr>
        <p:spPr/>
        <p:txBody>
          <a:bodyPr/>
          <a:lstStyle/>
          <a:p>
            <a:fld id="{5AE1514C-5E56-4738-A1FF-4B1CFD2A3E36}" type="slidenum">
              <a:rPr lang="en-US" smtClean="0"/>
              <a:t>10</a:t>
            </a:fld>
            <a:endParaRPr lang="en-US" dirty="0"/>
          </a:p>
        </p:txBody>
      </p:sp>
      <p:sp>
        <p:nvSpPr>
          <p:cNvPr id="4" name="Text 4">
            <a:extLst>
              <a:ext uri="{FF2B5EF4-FFF2-40B4-BE49-F238E27FC236}">
                <a16:creationId xmlns:a16="http://schemas.microsoft.com/office/drawing/2014/main" id="{A2D0D45A-F016-45B1-E07A-AD2EFD3037F2}"/>
              </a:ext>
            </a:extLst>
          </p:cNvPr>
          <p:cNvSpPr/>
          <p:nvPr/>
        </p:nvSpPr>
        <p:spPr>
          <a:xfrm>
            <a:off x="598516" y="1068186"/>
            <a:ext cx="2285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102235"/>
                </a:solidFill>
                <a:effectLst/>
                <a:uFillTx/>
                <a:latin typeface="Inter"/>
                <a:ea typeface="Inter"/>
              </a:rPr>
              <a:t>Benchmark networks</a:t>
            </a:r>
            <a:endParaRPr lang="en-US" sz="1400" b="0" u="none" strike="noStrike">
              <a:solidFill>
                <a:srgbClr val="000000"/>
              </a:solidFill>
              <a:effectLst/>
              <a:uFillTx/>
              <a:latin typeface="Arial"/>
            </a:endParaRPr>
          </a:p>
        </p:txBody>
      </p:sp>
      <p:sp>
        <p:nvSpPr>
          <p:cNvPr id="6" name="Shape 5">
            <a:extLst>
              <a:ext uri="{FF2B5EF4-FFF2-40B4-BE49-F238E27FC236}">
                <a16:creationId xmlns:a16="http://schemas.microsoft.com/office/drawing/2014/main" id="{31A31156-1272-9E1B-FD7B-4D354EDEF940}"/>
              </a:ext>
            </a:extLst>
          </p:cNvPr>
          <p:cNvSpPr/>
          <p:nvPr/>
        </p:nvSpPr>
        <p:spPr>
          <a:xfrm>
            <a:off x="616876" y="1479666"/>
            <a:ext cx="1700280" cy="1234080"/>
          </a:xfrm>
          <a:prstGeom prst="roundRect">
            <a:avLst>
              <a:gd name="adj" fmla="val 8889"/>
            </a:avLst>
          </a:prstGeom>
          <a:solidFill>
            <a:srgbClr val="FFFFFF"/>
          </a:solidFill>
          <a:ln w="12700">
            <a:solidFill>
              <a:srgbClr val="D9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 name="Text 6">
            <a:extLst>
              <a:ext uri="{FF2B5EF4-FFF2-40B4-BE49-F238E27FC236}">
                <a16:creationId xmlns:a16="http://schemas.microsoft.com/office/drawing/2014/main" id="{E8578D9B-B81B-D20F-7591-8E8228615274}"/>
              </a:ext>
            </a:extLst>
          </p:cNvPr>
          <p:cNvSpPr/>
          <p:nvPr/>
        </p:nvSpPr>
        <p:spPr>
          <a:xfrm>
            <a:off x="726676" y="1616826"/>
            <a:ext cx="1481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1" u="none" strike="noStrike">
                <a:solidFill>
                  <a:srgbClr val="3E7BE6"/>
                </a:solidFill>
                <a:effectLst/>
                <a:uFillTx/>
                <a:latin typeface="Inter"/>
                <a:ea typeface="Inter"/>
              </a:rPr>
              <a:t>Case 14</a:t>
            </a:r>
            <a:endParaRPr lang="en-US" sz="1350" b="0" u="none" strike="noStrike">
              <a:solidFill>
                <a:srgbClr val="000000"/>
              </a:solidFill>
              <a:effectLst/>
              <a:uFillTx/>
              <a:latin typeface="Arial"/>
            </a:endParaRPr>
          </a:p>
        </p:txBody>
      </p:sp>
      <p:sp>
        <p:nvSpPr>
          <p:cNvPr id="10" name="Text 7">
            <a:extLst>
              <a:ext uri="{FF2B5EF4-FFF2-40B4-BE49-F238E27FC236}">
                <a16:creationId xmlns:a16="http://schemas.microsoft.com/office/drawing/2014/main" id="{4B2F64C8-6562-E2E6-E6A0-1326FBB3AB15}"/>
              </a:ext>
            </a:extLst>
          </p:cNvPr>
          <p:cNvSpPr/>
          <p:nvPr/>
        </p:nvSpPr>
        <p:spPr>
          <a:xfrm>
            <a:off x="726676" y="1991586"/>
            <a:ext cx="14810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0" u="none" strike="noStrike">
                <a:solidFill>
                  <a:srgbClr val="607487"/>
                </a:solidFill>
                <a:effectLst/>
                <a:uFillTx/>
                <a:latin typeface="Inter"/>
                <a:ea typeface="Inter"/>
              </a:rPr>
              <a:t>20 branches</a:t>
            </a:r>
            <a:endParaRPr lang="en-US" sz="1030" b="0" u="none" strike="noStrike">
              <a:solidFill>
                <a:srgbClr val="000000"/>
              </a:solidFill>
              <a:effectLst/>
              <a:uFillTx/>
              <a:latin typeface="Arial"/>
            </a:endParaRPr>
          </a:p>
        </p:txBody>
      </p:sp>
      <p:sp>
        <p:nvSpPr>
          <p:cNvPr id="12" name="Text 8">
            <a:extLst>
              <a:ext uri="{FF2B5EF4-FFF2-40B4-BE49-F238E27FC236}">
                <a16:creationId xmlns:a16="http://schemas.microsoft.com/office/drawing/2014/main" id="{44FA48F7-BD0F-E1BF-484D-16A8E55CF0A5}"/>
              </a:ext>
            </a:extLst>
          </p:cNvPr>
          <p:cNvSpPr/>
          <p:nvPr/>
        </p:nvSpPr>
        <p:spPr>
          <a:xfrm>
            <a:off x="726676" y="2265906"/>
            <a:ext cx="14810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0" u="none" strike="noStrike">
                <a:solidFill>
                  <a:srgbClr val="607487"/>
                </a:solidFill>
                <a:effectLst/>
                <a:uFillTx/>
                <a:latin typeface="Inter"/>
                <a:ea typeface="Inter"/>
              </a:rPr>
              <a:t>5 generators</a:t>
            </a:r>
            <a:endParaRPr lang="en-US" sz="1030" b="0" u="none" strike="noStrike">
              <a:solidFill>
                <a:srgbClr val="000000"/>
              </a:solidFill>
              <a:effectLst/>
              <a:uFillTx/>
              <a:latin typeface="Arial"/>
            </a:endParaRPr>
          </a:p>
        </p:txBody>
      </p:sp>
      <p:sp>
        <p:nvSpPr>
          <p:cNvPr id="14" name="Shape 9">
            <a:extLst>
              <a:ext uri="{FF2B5EF4-FFF2-40B4-BE49-F238E27FC236}">
                <a16:creationId xmlns:a16="http://schemas.microsoft.com/office/drawing/2014/main" id="{E92FCFCB-320D-AD7A-B822-AEA9599A607C}"/>
              </a:ext>
            </a:extLst>
          </p:cNvPr>
          <p:cNvSpPr/>
          <p:nvPr/>
        </p:nvSpPr>
        <p:spPr>
          <a:xfrm>
            <a:off x="2473036" y="1479666"/>
            <a:ext cx="1700280" cy="1234080"/>
          </a:xfrm>
          <a:prstGeom prst="roundRect">
            <a:avLst>
              <a:gd name="adj" fmla="val 8889"/>
            </a:avLst>
          </a:prstGeom>
          <a:solidFill>
            <a:srgbClr val="FFFFFF"/>
          </a:solidFill>
          <a:ln w="12700">
            <a:solidFill>
              <a:srgbClr val="D9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 name="Text 10">
            <a:extLst>
              <a:ext uri="{FF2B5EF4-FFF2-40B4-BE49-F238E27FC236}">
                <a16:creationId xmlns:a16="http://schemas.microsoft.com/office/drawing/2014/main" id="{D8EEC93C-9FB9-7C45-38AA-0D63FC3CC42A}"/>
              </a:ext>
            </a:extLst>
          </p:cNvPr>
          <p:cNvSpPr/>
          <p:nvPr/>
        </p:nvSpPr>
        <p:spPr>
          <a:xfrm>
            <a:off x="2582836" y="1616826"/>
            <a:ext cx="1481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1" u="none" strike="noStrike">
                <a:solidFill>
                  <a:srgbClr val="3E7BE6"/>
                </a:solidFill>
                <a:effectLst/>
                <a:uFillTx/>
                <a:latin typeface="Inter"/>
                <a:ea typeface="Inter"/>
              </a:rPr>
              <a:t>Case 39</a:t>
            </a:r>
            <a:endParaRPr lang="en-US" sz="1350" b="0" u="none" strike="noStrike">
              <a:solidFill>
                <a:srgbClr val="000000"/>
              </a:solidFill>
              <a:effectLst/>
              <a:uFillTx/>
              <a:latin typeface="Arial"/>
            </a:endParaRPr>
          </a:p>
        </p:txBody>
      </p:sp>
      <p:sp>
        <p:nvSpPr>
          <p:cNvPr id="18" name="Text 11">
            <a:extLst>
              <a:ext uri="{FF2B5EF4-FFF2-40B4-BE49-F238E27FC236}">
                <a16:creationId xmlns:a16="http://schemas.microsoft.com/office/drawing/2014/main" id="{8F8D1F2D-FE46-A789-7BBE-7BE531A49394}"/>
              </a:ext>
            </a:extLst>
          </p:cNvPr>
          <p:cNvSpPr/>
          <p:nvPr/>
        </p:nvSpPr>
        <p:spPr>
          <a:xfrm>
            <a:off x="2582836" y="1991586"/>
            <a:ext cx="14810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0" u="none" strike="noStrike">
                <a:solidFill>
                  <a:srgbClr val="607487"/>
                </a:solidFill>
                <a:effectLst/>
                <a:uFillTx/>
                <a:latin typeface="Inter"/>
                <a:ea typeface="Inter"/>
              </a:rPr>
              <a:t>46 branches</a:t>
            </a:r>
            <a:endParaRPr lang="en-US" sz="1030" b="0" u="none" strike="noStrike">
              <a:solidFill>
                <a:srgbClr val="000000"/>
              </a:solidFill>
              <a:effectLst/>
              <a:uFillTx/>
              <a:latin typeface="Arial"/>
            </a:endParaRPr>
          </a:p>
        </p:txBody>
      </p:sp>
      <p:sp>
        <p:nvSpPr>
          <p:cNvPr id="20" name="Text 12">
            <a:extLst>
              <a:ext uri="{FF2B5EF4-FFF2-40B4-BE49-F238E27FC236}">
                <a16:creationId xmlns:a16="http://schemas.microsoft.com/office/drawing/2014/main" id="{17BA1D3C-EBFB-2375-FCE5-B7C879A1CCC3}"/>
              </a:ext>
            </a:extLst>
          </p:cNvPr>
          <p:cNvSpPr/>
          <p:nvPr/>
        </p:nvSpPr>
        <p:spPr>
          <a:xfrm>
            <a:off x="2582836" y="2265906"/>
            <a:ext cx="14810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0" u="none" strike="noStrike">
                <a:solidFill>
                  <a:srgbClr val="607487"/>
                </a:solidFill>
                <a:effectLst/>
                <a:uFillTx/>
                <a:latin typeface="Inter"/>
                <a:ea typeface="Inter"/>
              </a:rPr>
              <a:t>10 generators</a:t>
            </a:r>
            <a:endParaRPr lang="en-US" sz="1030" b="0" u="none" strike="noStrike">
              <a:solidFill>
                <a:srgbClr val="000000"/>
              </a:solidFill>
              <a:effectLst/>
              <a:uFillTx/>
              <a:latin typeface="Arial"/>
            </a:endParaRPr>
          </a:p>
        </p:txBody>
      </p:sp>
      <p:sp>
        <p:nvSpPr>
          <p:cNvPr id="22" name="Shape 13">
            <a:extLst>
              <a:ext uri="{FF2B5EF4-FFF2-40B4-BE49-F238E27FC236}">
                <a16:creationId xmlns:a16="http://schemas.microsoft.com/office/drawing/2014/main" id="{48CCBAD6-1A91-FEFF-DA63-9DBD4C922B5D}"/>
              </a:ext>
            </a:extLst>
          </p:cNvPr>
          <p:cNvSpPr/>
          <p:nvPr/>
        </p:nvSpPr>
        <p:spPr>
          <a:xfrm>
            <a:off x="4329196" y="1479666"/>
            <a:ext cx="1700280" cy="1234080"/>
          </a:xfrm>
          <a:prstGeom prst="roundRect">
            <a:avLst>
              <a:gd name="adj" fmla="val 8889"/>
            </a:avLst>
          </a:prstGeom>
          <a:solidFill>
            <a:srgbClr val="FFFFFF"/>
          </a:solidFill>
          <a:ln w="12700">
            <a:solidFill>
              <a:srgbClr val="D9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 name="Text 14">
            <a:extLst>
              <a:ext uri="{FF2B5EF4-FFF2-40B4-BE49-F238E27FC236}">
                <a16:creationId xmlns:a16="http://schemas.microsoft.com/office/drawing/2014/main" id="{87D996CB-43ED-090C-10D6-2CA55B0FC3DB}"/>
              </a:ext>
            </a:extLst>
          </p:cNvPr>
          <p:cNvSpPr/>
          <p:nvPr/>
        </p:nvSpPr>
        <p:spPr>
          <a:xfrm>
            <a:off x="4438996" y="1616826"/>
            <a:ext cx="1481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1" u="none" strike="noStrike">
                <a:solidFill>
                  <a:srgbClr val="3E7BE6"/>
                </a:solidFill>
                <a:effectLst/>
                <a:uFillTx/>
                <a:latin typeface="Inter"/>
                <a:ea typeface="Inter"/>
              </a:rPr>
              <a:t>Case 60</a:t>
            </a:r>
            <a:endParaRPr lang="en-US" sz="1350" b="0" u="none" strike="noStrike">
              <a:solidFill>
                <a:srgbClr val="000000"/>
              </a:solidFill>
              <a:effectLst/>
              <a:uFillTx/>
              <a:latin typeface="Arial"/>
            </a:endParaRPr>
          </a:p>
        </p:txBody>
      </p:sp>
      <p:sp>
        <p:nvSpPr>
          <p:cNvPr id="26" name="Text 15">
            <a:extLst>
              <a:ext uri="{FF2B5EF4-FFF2-40B4-BE49-F238E27FC236}">
                <a16:creationId xmlns:a16="http://schemas.microsoft.com/office/drawing/2014/main" id="{5E96C2ED-BF20-0847-4463-CAB58C8CF9A4}"/>
              </a:ext>
            </a:extLst>
          </p:cNvPr>
          <p:cNvSpPr/>
          <p:nvPr/>
        </p:nvSpPr>
        <p:spPr>
          <a:xfrm>
            <a:off x="4438996" y="1991586"/>
            <a:ext cx="14810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0" u="none" strike="noStrike">
                <a:solidFill>
                  <a:srgbClr val="607487"/>
                </a:solidFill>
                <a:effectLst/>
                <a:uFillTx/>
                <a:latin typeface="Inter"/>
                <a:ea typeface="Inter"/>
              </a:rPr>
              <a:t>88 branches</a:t>
            </a:r>
            <a:endParaRPr lang="en-US" sz="1030" b="0" u="none" strike="noStrike">
              <a:solidFill>
                <a:srgbClr val="000000"/>
              </a:solidFill>
              <a:effectLst/>
              <a:uFillTx/>
              <a:latin typeface="Arial"/>
            </a:endParaRPr>
          </a:p>
        </p:txBody>
      </p:sp>
      <p:sp>
        <p:nvSpPr>
          <p:cNvPr id="28" name="Text 16">
            <a:extLst>
              <a:ext uri="{FF2B5EF4-FFF2-40B4-BE49-F238E27FC236}">
                <a16:creationId xmlns:a16="http://schemas.microsoft.com/office/drawing/2014/main" id="{B2C94332-BE8D-4CE9-1102-D1247753AF1F}"/>
              </a:ext>
            </a:extLst>
          </p:cNvPr>
          <p:cNvSpPr/>
          <p:nvPr/>
        </p:nvSpPr>
        <p:spPr>
          <a:xfrm>
            <a:off x="4438996" y="2265906"/>
            <a:ext cx="14810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0" u="none" strike="noStrike">
                <a:solidFill>
                  <a:srgbClr val="607487"/>
                </a:solidFill>
                <a:effectLst/>
                <a:uFillTx/>
                <a:latin typeface="Inter"/>
                <a:ea typeface="Inter"/>
              </a:rPr>
              <a:t>23 generators</a:t>
            </a:r>
            <a:endParaRPr lang="en-US" sz="1030" b="0" u="none" strike="noStrike">
              <a:solidFill>
                <a:srgbClr val="000000"/>
              </a:solidFill>
              <a:effectLst/>
              <a:uFillTx/>
              <a:latin typeface="Arial"/>
            </a:endParaRPr>
          </a:p>
        </p:txBody>
      </p:sp>
      <p:sp>
        <p:nvSpPr>
          <p:cNvPr id="30" name="Shape 17">
            <a:extLst>
              <a:ext uri="{FF2B5EF4-FFF2-40B4-BE49-F238E27FC236}">
                <a16:creationId xmlns:a16="http://schemas.microsoft.com/office/drawing/2014/main" id="{847C8E3B-38F3-C98A-2719-894B5C7E3911}"/>
              </a:ext>
            </a:extLst>
          </p:cNvPr>
          <p:cNvSpPr/>
          <p:nvPr/>
        </p:nvSpPr>
        <p:spPr>
          <a:xfrm>
            <a:off x="6185356" y="1479666"/>
            <a:ext cx="1700280" cy="1234080"/>
          </a:xfrm>
          <a:prstGeom prst="roundRect">
            <a:avLst>
              <a:gd name="adj" fmla="val 8889"/>
            </a:avLst>
          </a:prstGeom>
          <a:solidFill>
            <a:srgbClr val="FFFFFF"/>
          </a:solidFill>
          <a:ln w="12700">
            <a:solidFill>
              <a:srgbClr val="D9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 name="Text 18">
            <a:extLst>
              <a:ext uri="{FF2B5EF4-FFF2-40B4-BE49-F238E27FC236}">
                <a16:creationId xmlns:a16="http://schemas.microsoft.com/office/drawing/2014/main" id="{98BC3E66-ED96-2B25-150F-49D8E8CEF125}"/>
              </a:ext>
            </a:extLst>
          </p:cNvPr>
          <p:cNvSpPr/>
          <p:nvPr/>
        </p:nvSpPr>
        <p:spPr>
          <a:xfrm>
            <a:off x="6295156" y="1616826"/>
            <a:ext cx="1481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1" u="none" strike="noStrike">
                <a:solidFill>
                  <a:srgbClr val="071522"/>
                </a:solidFill>
                <a:effectLst/>
                <a:uFillTx/>
                <a:latin typeface="Inter"/>
                <a:ea typeface="Inter"/>
              </a:rPr>
              <a:t>Case 118</a:t>
            </a:r>
            <a:endParaRPr lang="en-US" sz="1350" b="0" u="none" strike="noStrike">
              <a:solidFill>
                <a:srgbClr val="000000"/>
              </a:solidFill>
              <a:effectLst/>
              <a:uFillTx/>
              <a:latin typeface="Arial"/>
            </a:endParaRPr>
          </a:p>
        </p:txBody>
      </p:sp>
      <p:sp>
        <p:nvSpPr>
          <p:cNvPr id="34" name="Text 19">
            <a:extLst>
              <a:ext uri="{FF2B5EF4-FFF2-40B4-BE49-F238E27FC236}">
                <a16:creationId xmlns:a16="http://schemas.microsoft.com/office/drawing/2014/main" id="{53E3E242-5A2A-80EA-4802-E69557F79C94}"/>
              </a:ext>
            </a:extLst>
          </p:cNvPr>
          <p:cNvSpPr/>
          <p:nvPr/>
        </p:nvSpPr>
        <p:spPr>
          <a:xfrm>
            <a:off x="6295156" y="1991586"/>
            <a:ext cx="14810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0" u="none" strike="noStrike">
                <a:solidFill>
                  <a:srgbClr val="607487"/>
                </a:solidFill>
                <a:effectLst/>
                <a:uFillTx/>
                <a:latin typeface="Inter"/>
                <a:ea typeface="Inter"/>
              </a:rPr>
              <a:t>186 branches</a:t>
            </a:r>
            <a:endParaRPr lang="en-US" sz="1030" b="0" u="none" strike="noStrike">
              <a:solidFill>
                <a:srgbClr val="000000"/>
              </a:solidFill>
              <a:effectLst/>
              <a:uFillTx/>
              <a:latin typeface="Arial"/>
            </a:endParaRPr>
          </a:p>
        </p:txBody>
      </p:sp>
      <p:sp>
        <p:nvSpPr>
          <p:cNvPr id="36" name="Text 20">
            <a:extLst>
              <a:ext uri="{FF2B5EF4-FFF2-40B4-BE49-F238E27FC236}">
                <a16:creationId xmlns:a16="http://schemas.microsoft.com/office/drawing/2014/main" id="{B27D8857-0D93-F7F2-58CB-D7FFE911EE1B}"/>
              </a:ext>
            </a:extLst>
          </p:cNvPr>
          <p:cNvSpPr/>
          <p:nvPr/>
        </p:nvSpPr>
        <p:spPr>
          <a:xfrm>
            <a:off x="6295156" y="2265906"/>
            <a:ext cx="14810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0" u="none" strike="noStrike">
                <a:solidFill>
                  <a:srgbClr val="607487"/>
                </a:solidFill>
                <a:effectLst/>
                <a:uFillTx/>
                <a:latin typeface="Inter"/>
                <a:ea typeface="Inter"/>
              </a:rPr>
              <a:t>54 generators</a:t>
            </a:r>
            <a:endParaRPr lang="en-US" sz="1030" b="0" u="none" strike="noStrike">
              <a:solidFill>
                <a:srgbClr val="000000"/>
              </a:solidFill>
              <a:effectLst/>
              <a:uFillTx/>
              <a:latin typeface="Arial"/>
            </a:endParaRPr>
          </a:p>
        </p:txBody>
      </p:sp>
      <p:sp>
        <p:nvSpPr>
          <p:cNvPr id="38" name="Shape 21">
            <a:extLst>
              <a:ext uri="{FF2B5EF4-FFF2-40B4-BE49-F238E27FC236}">
                <a16:creationId xmlns:a16="http://schemas.microsoft.com/office/drawing/2014/main" id="{DA0CA0AA-96BC-5D30-E397-D7998D90B430}"/>
              </a:ext>
            </a:extLst>
          </p:cNvPr>
          <p:cNvSpPr/>
          <p:nvPr/>
        </p:nvSpPr>
        <p:spPr>
          <a:xfrm>
            <a:off x="8041876" y="1479666"/>
            <a:ext cx="1700280" cy="1234080"/>
          </a:xfrm>
          <a:prstGeom prst="roundRect">
            <a:avLst>
              <a:gd name="adj" fmla="val 8889"/>
            </a:avLst>
          </a:prstGeom>
          <a:solidFill>
            <a:srgbClr val="FFFFFF"/>
          </a:solidFill>
          <a:ln w="12700">
            <a:solidFill>
              <a:srgbClr val="D9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 name="Text 22">
            <a:extLst>
              <a:ext uri="{FF2B5EF4-FFF2-40B4-BE49-F238E27FC236}">
                <a16:creationId xmlns:a16="http://schemas.microsoft.com/office/drawing/2014/main" id="{B7964CAE-08E6-44D6-5892-6EEC49257888}"/>
              </a:ext>
            </a:extLst>
          </p:cNvPr>
          <p:cNvSpPr/>
          <p:nvPr/>
        </p:nvSpPr>
        <p:spPr>
          <a:xfrm>
            <a:off x="8151316" y="1616826"/>
            <a:ext cx="1481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1" u="none" strike="noStrike">
                <a:solidFill>
                  <a:srgbClr val="071522"/>
                </a:solidFill>
                <a:effectLst/>
                <a:uFillTx/>
                <a:latin typeface="Inter"/>
                <a:ea typeface="Inter"/>
              </a:rPr>
              <a:t>Case 162</a:t>
            </a:r>
            <a:endParaRPr lang="en-US" sz="1350" b="0" u="none" strike="noStrike">
              <a:solidFill>
                <a:srgbClr val="000000"/>
              </a:solidFill>
              <a:effectLst/>
              <a:uFillTx/>
              <a:latin typeface="Arial"/>
            </a:endParaRPr>
          </a:p>
        </p:txBody>
      </p:sp>
      <p:sp>
        <p:nvSpPr>
          <p:cNvPr id="42" name="Text 23">
            <a:extLst>
              <a:ext uri="{FF2B5EF4-FFF2-40B4-BE49-F238E27FC236}">
                <a16:creationId xmlns:a16="http://schemas.microsoft.com/office/drawing/2014/main" id="{B8CDAA3C-E98A-B787-1DFD-AB1EDDC9532E}"/>
              </a:ext>
            </a:extLst>
          </p:cNvPr>
          <p:cNvSpPr/>
          <p:nvPr/>
        </p:nvSpPr>
        <p:spPr>
          <a:xfrm>
            <a:off x="8151316" y="1991586"/>
            <a:ext cx="14810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0" u="none" strike="noStrike">
                <a:solidFill>
                  <a:srgbClr val="607487"/>
                </a:solidFill>
                <a:effectLst/>
                <a:uFillTx/>
                <a:latin typeface="Inter"/>
                <a:ea typeface="Inter"/>
              </a:rPr>
              <a:t>284 branches</a:t>
            </a:r>
            <a:endParaRPr lang="en-US" sz="1030" b="0" u="none" strike="noStrike">
              <a:solidFill>
                <a:srgbClr val="000000"/>
              </a:solidFill>
              <a:effectLst/>
              <a:uFillTx/>
              <a:latin typeface="Arial"/>
            </a:endParaRPr>
          </a:p>
        </p:txBody>
      </p:sp>
      <p:sp>
        <p:nvSpPr>
          <p:cNvPr id="44" name="Text 24">
            <a:extLst>
              <a:ext uri="{FF2B5EF4-FFF2-40B4-BE49-F238E27FC236}">
                <a16:creationId xmlns:a16="http://schemas.microsoft.com/office/drawing/2014/main" id="{E657968C-51AB-FED1-C909-1888DE7CC600}"/>
              </a:ext>
            </a:extLst>
          </p:cNvPr>
          <p:cNvSpPr/>
          <p:nvPr/>
        </p:nvSpPr>
        <p:spPr>
          <a:xfrm>
            <a:off x="8151316" y="2265906"/>
            <a:ext cx="14810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0" u="none" strike="noStrike">
                <a:solidFill>
                  <a:srgbClr val="607487"/>
                </a:solidFill>
                <a:effectLst/>
                <a:uFillTx/>
                <a:latin typeface="Inter"/>
                <a:ea typeface="Inter"/>
              </a:rPr>
              <a:t>12 generators</a:t>
            </a:r>
            <a:endParaRPr lang="en-US" sz="1030" b="0" u="none" strike="noStrike">
              <a:solidFill>
                <a:srgbClr val="000000"/>
              </a:solidFill>
              <a:effectLst/>
              <a:uFillTx/>
              <a:latin typeface="Arial"/>
            </a:endParaRPr>
          </a:p>
        </p:txBody>
      </p:sp>
      <p:sp>
        <p:nvSpPr>
          <p:cNvPr id="46" name="Shape 25">
            <a:extLst>
              <a:ext uri="{FF2B5EF4-FFF2-40B4-BE49-F238E27FC236}">
                <a16:creationId xmlns:a16="http://schemas.microsoft.com/office/drawing/2014/main" id="{74392D3F-D6D1-6371-F710-10CC03D1ACB1}"/>
              </a:ext>
            </a:extLst>
          </p:cNvPr>
          <p:cNvSpPr/>
          <p:nvPr/>
        </p:nvSpPr>
        <p:spPr>
          <a:xfrm>
            <a:off x="9898036" y="1479666"/>
            <a:ext cx="1700280" cy="1234080"/>
          </a:xfrm>
          <a:prstGeom prst="roundRect">
            <a:avLst>
              <a:gd name="adj" fmla="val 8889"/>
            </a:avLst>
          </a:prstGeom>
          <a:solidFill>
            <a:srgbClr val="FFFFFF"/>
          </a:solidFill>
          <a:ln w="12700">
            <a:solidFill>
              <a:srgbClr val="D9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 name="Text 26">
            <a:extLst>
              <a:ext uri="{FF2B5EF4-FFF2-40B4-BE49-F238E27FC236}">
                <a16:creationId xmlns:a16="http://schemas.microsoft.com/office/drawing/2014/main" id="{93C582ED-FADA-EED4-FBC6-112C9CCF9CB5}"/>
              </a:ext>
            </a:extLst>
          </p:cNvPr>
          <p:cNvSpPr/>
          <p:nvPr/>
        </p:nvSpPr>
        <p:spPr>
          <a:xfrm>
            <a:off x="10007836" y="1616826"/>
            <a:ext cx="1481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1" u="none" strike="noStrike">
                <a:solidFill>
                  <a:srgbClr val="071522"/>
                </a:solidFill>
                <a:effectLst/>
                <a:uFillTx/>
                <a:latin typeface="Inter"/>
                <a:ea typeface="Inter"/>
              </a:rPr>
              <a:t>Case 240</a:t>
            </a:r>
            <a:endParaRPr lang="en-US" sz="1350" b="0" u="none" strike="noStrike">
              <a:solidFill>
                <a:srgbClr val="000000"/>
              </a:solidFill>
              <a:effectLst/>
              <a:uFillTx/>
              <a:latin typeface="Arial"/>
            </a:endParaRPr>
          </a:p>
        </p:txBody>
      </p:sp>
      <p:sp>
        <p:nvSpPr>
          <p:cNvPr id="50" name="Text 27">
            <a:extLst>
              <a:ext uri="{FF2B5EF4-FFF2-40B4-BE49-F238E27FC236}">
                <a16:creationId xmlns:a16="http://schemas.microsoft.com/office/drawing/2014/main" id="{82AC2124-0E38-14C4-1C32-937A89F7C761}"/>
              </a:ext>
            </a:extLst>
          </p:cNvPr>
          <p:cNvSpPr/>
          <p:nvPr/>
        </p:nvSpPr>
        <p:spPr>
          <a:xfrm>
            <a:off x="10007836" y="1991586"/>
            <a:ext cx="14810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0" u="none" strike="noStrike">
                <a:solidFill>
                  <a:srgbClr val="607487"/>
                </a:solidFill>
                <a:effectLst/>
                <a:uFillTx/>
                <a:latin typeface="Inter"/>
                <a:ea typeface="Inter"/>
              </a:rPr>
              <a:t>448 branches</a:t>
            </a:r>
            <a:endParaRPr lang="en-US" sz="1030" b="0" u="none" strike="noStrike">
              <a:solidFill>
                <a:srgbClr val="000000"/>
              </a:solidFill>
              <a:effectLst/>
              <a:uFillTx/>
              <a:latin typeface="Arial"/>
            </a:endParaRPr>
          </a:p>
        </p:txBody>
      </p:sp>
      <p:sp>
        <p:nvSpPr>
          <p:cNvPr id="52" name="Text 28">
            <a:extLst>
              <a:ext uri="{FF2B5EF4-FFF2-40B4-BE49-F238E27FC236}">
                <a16:creationId xmlns:a16="http://schemas.microsoft.com/office/drawing/2014/main" id="{ADAD7073-B72C-5B98-9841-60620D4262D3}"/>
              </a:ext>
            </a:extLst>
          </p:cNvPr>
          <p:cNvSpPr/>
          <p:nvPr/>
        </p:nvSpPr>
        <p:spPr>
          <a:xfrm>
            <a:off x="10007836" y="2265906"/>
            <a:ext cx="14810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0" u="none" strike="noStrike">
                <a:solidFill>
                  <a:srgbClr val="607487"/>
                </a:solidFill>
                <a:effectLst/>
                <a:uFillTx/>
                <a:latin typeface="Inter"/>
                <a:ea typeface="Inter"/>
              </a:rPr>
              <a:t>143 generators</a:t>
            </a:r>
            <a:endParaRPr lang="en-US" sz="1030" b="0" u="none" strike="noStrike">
              <a:solidFill>
                <a:srgbClr val="000000"/>
              </a:solidFill>
              <a:effectLst/>
              <a:uFillTx/>
              <a:latin typeface="Arial"/>
            </a:endParaRPr>
          </a:p>
        </p:txBody>
      </p:sp>
      <p:sp>
        <p:nvSpPr>
          <p:cNvPr id="54" name="Text 29">
            <a:extLst>
              <a:ext uri="{FF2B5EF4-FFF2-40B4-BE49-F238E27FC236}">
                <a16:creationId xmlns:a16="http://schemas.microsoft.com/office/drawing/2014/main" id="{F8FE0234-9A05-589C-F876-8016ED5D715B}"/>
              </a:ext>
            </a:extLst>
          </p:cNvPr>
          <p:cNvSpPr/>
          <p:nvPr/>
        </p:nvSpPr>
        <p:spPr>
          <a:xfrm>
            <a:off x="598516" y="3079866"/>
            <a:ext cx="2285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102235"/>
                </a:solidFill>
                <a:effectLst/>
                <a:uFillTx/>
                <a:latin typeface="Inter"/>
                <a:ea typeface="Inter"/>
              </a:rPr>
              <a:t>Compared against</a:t>
            </a:r>
            <a:endParaRPr lang="en-US" sz="1400" b="0" u="none" strike="noStrike">
              <a:solidFill>
                <a:srgbClr val="000000"/>
              </a:solidFill>
              <a:effectLst/>
              <a:uFillTx/>
              <a:latin typeface="Arial"/>
            </a:endParaRPr>
          </a:p>
        </p:txBody>
      </p:sp>
      <p:sp>
        <p:nvSpPr>
          <p:cNvPr id="56" name="Shape 30">
            <a:extLst>
              <a:ext uri="{FF2B5EF4-FFF2-40B4-BE49-F238E27FC236}">
                <a16:creationId xmlns:a16="http://schemas.microsoft.com/office/drawing/2014/main" id="{ACBB9021-BF31-45CB-16D7-4AD91C8ABEBE}"/>
              </a:ext>
            </a:extLst>
          </p:cNvPr>
          <p:cNvSpPr/>
          <p:nvPr/>
        </p:nvSpPr>
        <p:spPr>
          <a:xfrm>
            <a:off x="616876" y="3472986"/>
            <a:ext cx="1425960" cy="694440"/>
          </a:xfrm>
          <a:prstGeom prst="roundRect">
            <a:avLst>
              <a:gd name="adj" fmla="val 15789"/>
            </a:avLst>
          </a:prstGeom>
          <a:solidFill>
            <a:srgbClr val="FFFFFF"/>
          </a:solidFill>
          <a:ln w="12700">
            <a:solidFill>
              <a:srgbClr val="D9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 name="Text 31">
            <a:extLst>
              <a:ext uri="{FF2B5EF4-FFF2-40B4-BE49-F238E27FC236}">
                <a16:creationId xmlns:a16="http://schemas.microsoft.com/office/drawing/2014/main" id="{C12ABF92-0444-B2CA-9B68-B8877C67D87B}"/>
              </a:ext>
            </a:extLst>
          </p:cNvPr>
          <p:cNvSpPr/>
          <p:nvPr/>
        </p:nvSpPr>
        <p:spPr>
          <a:xfrm>
            <a:off x="616876" y="3564426"/>
            <a:ext cx="14259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30" b="1" u="none" strike="noStrike">
                <a:solidFill>
                  <a:srgbClr val="102235"/>
                </a:solidFill>
                <a:effectLst/>
                <a:uFillTx/>
                <a:latin typeface="Inter"/>
                <a:ea typeface="Inter"/>
              </a:rPr>
              <a:t>STD</a:t>
            </a:r>
            <a:endParaRPr lang="en-US" sz="1230" b="0" u="none" strike="noStrike">
              <a:solidFill>
                <a:srgbClr val="000000"/>
              </a:solidFill>
              <a:effectLst/>
              <a:uFillTx/>
              <a:latin typeface="Arial"/>
            </a:endParaRPr>
          </a:p>
        </p:txBody>
      </p:sp>
      <p:sp>
        <p:nvSpPr>
          <p:cNvPr id="60" name="Text 32">
            <a:extLst>
              <a:ext uri="{FF2B5EF4-FFF2-40B4-BE49-F238E27FC236}">
                <a16:creationId xmlns:a16="http://schemas.microsoft.com/office/drawing/2014/main" id="{99FAA927-EA60-45AB-C67D-85EA6AA9C669}"/>
              </a:ext>
            </a:extLst>
          </p:cNvPr>
          <p:cNvSpPr/>
          <p:nvPr/>
        </p:nvSpPr>
        <p:spPr>
          <a:xfrm>
            <a:off x="662596" y="3829746"/>
            <a:ext cx="1334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80" b="0" u="none" strike="noStrike">
                <a:solidFill>
                  <a:srgbClr val="607487"/>
                </a:solidFill>
                <a:effectLst/>
                <a:uFillTx/>
                <a:latin typeface="Inter"/>
                <a:ea typeface="Inter"/>
              </a:rPr>
              <a:t>simultaneous</a:t>
            </a:r>
            <a:endParaRPr lang="en-US" sz="880" b="0" u="none" strike="noStrike">
              <a:solidFill>
                <a:srgbClr val="000000"/>
              </a:solidFill>
              <a:effectLst/>
              <a:uFillTx/>
              <a:latin typeface="Arial"/>
            </a:endParaRPr>
          </a:p>
        </p:txBody>
      </p:sp>
      <p:sp>
        <p:nvSpPr>
          <p:cNvPr id="62" name="Shape 33">
            <a:extLst>
              <a:ext uri="{FF2B5EF4-FFF2-40B4-BE49-F238E27FC236}">
                <a16:creationId xmlns:a16="http://schemas.microsoft.com/office/drawing/2014/main" id="{A61A49DF-D0AF-898F-DC03-7768D5FA950A}"/>
              </a:ext>
            </a:extLst>
          </p:cNvPr>
          <p:cNvSpPr/>
          <p:nvPr/>
        </p:nvSpPr>
        <p:spPr>
          <a:xfrm>
            <a:off x="2189716" y="3472986"/>
            <a:ext cx="1425960" cy="694440"/>
          </a:xfrm>
          <a:prstGeom prst="roundRect">
            <a:avLst>
              <a:gd name="adj" fmla="val 15789"/>
            </a:avLst>
          </a:prstGeom>
          <a:solidFill>
            <a:srgbClr val="FFFFFF"/>
          </a:solidFill>
          <a:ln w="12700">
            <a:solidFill>
              <a:srgbClr val="D9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4" name="Text 34">
            <a:extLst>
              <a:ext uri="{FF2B5EF4-FFF2-40B4-BE49-F238E27FC236}">
                <a16:creationId xmlns:a16="http://schemas.microsoft.com/office/drawing/2014/main" id="{1D250C30-60DE-F30D-F151-ADE60D8A8A90}"/>
              </a:ext>
            </a:extLst>
          </p:cNvPr>
          <p:cNvSpPr/>
          <p:nvPr/>
        </p:nvSpPr>
        <p:spPr>
          <a:xfrm>
            <a:off x="2189716" y="3564426"/>
            <a:ext cx="14259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30" b="1" u="none" strike="noStrike">
                <a:solidFill>
                  <a:srgbClr val="102235"/>
                </a:solidFill>
                <a:effectLst/>
                <a:uFillTx/>
                <a:latin typeface="Inter"/>
                <a:ea typeface="Inter"/>
              </a:rPr>
              <a:t>PERM</a:t>
            </a:r>
            <a:endParaRPr lang="en-US" sz="1230" b="0" u="none" strike="noStrike">
              <a:solidFill>
                <a:srgbClr val="000000"/>
              </a:solidFill>
              <a:effectLst/>
              <a:uFillTx/>
              <a:latin typeface="Arial"/>
            </a:endParaRPr>
          </a:p>
        </p:txBody>
      </p:sp>
      <p:sp>
        <p:nvSpPr>
          <p:cNvPr id="66" name="Text 35">
            <a:extLst>
              <a:ext uri="{FF2B5EF4-FFF2-40B4-BE49-F238E27FC236}">
                <a16:creationId xmlns:a16="http://schemas.microsoft.com/office/drawing/2014/main" id="{ABADCA40-3FCB-9CF9-C7ED-4225CCE2A28E}"/>
              </a:ext>
            </a:extLst>
          </p:cNvPr>
          <p:cNvSpPr/>
          <p:nvPr/>
        </p:nvSpPr>
        <p:spPr>
          <a:xfrm>
            <a:off x="2235436" y="3829746"/>
            <a:ext cx="1334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80" b="0" u="none" strike="noStrike">
                <a:solidFill>
                  <a:srgbClr val="607487"/>
                </a:solidFill>
                <a:effectLst/>
                <a:uFillTx/>
                <a:latin typeface="Inter"/>
                <a:ea typeface="Inter"/>
              </a:rPr>
              <a:t>reorder STD</a:t>
            </a:r>
            <a:endParaRPr lang="en-US" sz="880" b="0" u="none" strike="noStrike">
              <a:solidFill>
                <a:srgbClr val="000000"/>
              </a:solidFill>
              <a:effectLst/>
              <a:uFillTx/>
              <a:latin typeface="Arial"/>
            </a:endParaRPr>
          </a:p>
        </p:txBody>
      </p:sp>
      <p:sp>
        <p:nvSpPr>
          <p:cNvPr id="68" name="Shape 36">
            <a:extLst>
              <a:ext uri="{FF2B5EF4-FFF2-40B4-BE49-F238E27FC236}">
                <a16:creationId xmlns:a16="http://schemas.microsoft.com/office/drawing/2014/main" id="{54C1D629-C8FA-FBF8-68C2-FE4F107E4975}"/>
              </a:ext>
            </a:extLst>
          </p:cNvPr>
          <p:cNvSpPr/>
          <p:nvPr/>
        </p:nvSpPr>
        <p:spPr>
          <a:xfrm>
            <a:off x="3762196" y="3472986"/>
            <a:ext cx="1425960" cy="694440"/>
          </a:xfrm>
          <a:prstGeom prst="roundRect">
            <a:avLst>
              <a:gd name="adj" fmla="val 15789"/>
            </a:avLst>
          </a:prstGeom>
          <a:solidFill>
            <a:srgbClr val="FFFFFF"/>
          </a:solidFill>
          <a:ln w="12700">
            <a:solidFill>
              <a:srgbClr val="D9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0" name="Text 37">
            <a:extLst>
              <a:ext uri="{FF2B5EF4-FFF2-40B4-BE49-F238E27FC236}">
                <a16:creationId xmlns:a16="http://schemas.microsoft.com/office/drawing/2014/main" id="{764C4ACA-E6AF-AA9F-9B52-C67E52B47898}"/>
              </a:ext>
            </a:extLst>
          </p:cNvPr>
          <p:cNvSpPr/>
          <p:nvPr/>
        </p:nvSpPr>
        <p:spPr>
          <a:xfrm>
            <a:off x="3762196" y="3564426"/>
            <a:ext cx="14259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30" b="1" u="none" strike="noStrike">
                <a:solidFill>
                  <a:srgbClr val="102235"/>
                </a:solidFill>
                <a:effectLst/>
                <a:uFillTx/>
                <a:latin typeface="Inter"/>
                <a:ea typeface="Inter"/>
              </a:rPr>
              <a:t>ENUM</a:t>
            </a:r>
            <a:endParaRPr lang="en-US" sz="1230" b="0" u="none" strike="noStrike">
              <a:solidFill>
                <a:srgbClr val="000000"/>
              </a:solidFill>
              <a:effectLst/>
              <a:uFillTx/>
              <a:latin typeface="Arial"/>
            </a:endParaRPr>
          </a:p>
        </p:txBody>
      </p:sp>
      <p:sp>
        <p:nvSpPr>
          <p:cNvPr id="72" name="Text 38">
            <a:extLst>
              <a:ext uri="{FF2B5EF4-FFF2-40B4-BE49-F238E27FC236}">
                <a16:creationId xmlns:a16="http://schemas.microsoft.com/office/drawing/2014/main" id="{3372FC59-6E3E-25A9-CCD4-DD7D84BD2011}"/>
              </a:ext>
            </a:extLst>
          </p:cNvPr>
          <p:cNvSpPr/>
          <p:nvPr/>
        </p:nvSpPr>
        <p:spPr>
          <a:xfrm>
            <a:off x="3807916" y="3829746"/>
            <a:ext cx="1334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80" b="0" u="none" strike="noStrike">
                <a:solidFill>
                  <a:srgbClr val="607487"/>
                </a:solidFill>
                <a:effectLst/>
                <a:uFillTx/>
                <a:latin typeface="Inter"/>
                <a:ea typeface="Inter"/>
              </a:rPr>
              <a:t>all orderings</a:t>
            </a:r>
            <a:endParaRPr lang="en-US" sz="880" b="0" u="none" strike="noStrike">
              <a:solidFill>
                <a:srgbClr val="000000"/>
              </a:solidFill>
              <a:effectLst/>
              <a:uFillTx/>
              <a:latin typeface="Arial"/>
            </a:endParaRPr>
          </a:p>
        </p:txBody>
      </p:sp>
      <p:sp>
        <p:nvSpPr>
          <p:cNvPr id="74" name="Shape 39">
            <a:extLst>
              <a:ext uri="{FF2B5EF4-FFF2-40B4-BE49-F238E27FC236}">
                <a16:creationId xmlns:a16="http://schemas.microsoft.com/office/drawing/2014/main" id="{E9E4D0ED-C180-0140-D4BD-C002D1C153A8}"/>
              </a:ext>
            </a:extLst>
          </p:cNvPr>
          <p:cNvSpPr/>
          <p:nvPr/>
        </p:nvSpPr>
        <p:spPr>
          <a:xfrm>
            <a:off x="5335036" y="3472986"/>
            <a:ext cx="1425960" cy="694440"/>
          </a:xfrm>
          <a:prstGeom prst="roundRect">
            <a:avLst>
              <a:gd name="adj" fmla="val 15789"/>
            </a:avLst>
          </a:prstGeom>
          <a:solidFill>
            <a:srgbClr val="FFFFFF"/>
          </a:solidFill>
          <a:ln w="12700">
            <a:solidFill>
              <a:srgbClr val="D9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6" name="Text 40">
            <a:extLst>
              <a:ext uri="{FF2B5EF4-FFF2-40B4-BE49-F238E27FC236}">
                <a16:creationId xmlns:a16="http://schemas.microsoft.com/office/drawing/2014/main" id="{A55EA3EE-5742-78AE-71CF-9BE7E7E5D9D2}"/>
              </a:ext>
            </a:extLst>
          </p:cNvPr>
          <p:cNvSpPr/>
          <p:nvPr/>
        </p:nvSpPr>
        <p:spPr>
          <a:xfrm>
            <a:off x="5335036" y="3564426"/>
            <a:ext cx="14259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30" b="1" u="none" strike="noStrike">
                <a:solidFill>
                  <a:srgbClr val="102235"/>
                </a:solidFill>
                <a:effectLst/>
                <a:uFillTx/>
                <a:latin typeface="Inter"/>
                <a:ea typeface="Inter"/>
              </a:rPr>
              <a:t>FLOW</a:t>
            </a:r>
            <a:endParaRPr lang="en-US" sz="1230" b="0" u="none" strike="noStrike">
              <a:solidFill>
                <a:srgbClr val="000000"/>
              </a:solidFill>
              <a:effectLst/>
              <a:uFillTx/>
              <a:latin typeface="Arial"/>
            </a:endParaRPr>
          </a:p>
        </p:txBody>
      </p:sp>
      <p:sp>
        <p:nvSpPr>
          <p:cNvPr id="78" name="Text 41">
            <a:extLst>
              <a:ext uri="{FF2B5EF4-FFF2-40B4-BE49-F238E27FC236}">
                <a16:creationId xmlns:a16="http://schemas.microsoft.com/office/drawing/2014/main" id="{16FB9183-9FC9-4528-6A73-EB2E2268DDD6}"/>
              </a:ext>
            </a:extLst>
          </p:cNvPr>
          <p:cNvSpPr/>
          <p:nvPr/>
        </p:nvSpPr>
        <p:spPr>
          <a:xfrm>
            <a:off x="5380756" y="3829746"/>
            <a:ext cx="1334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80" b="0" u="none" strike="noStrike">
                <a:solidFill>
                  <a:srgbClr val="607487"/>
                </a:solidFill>
                <a:effectLst/>
                <a:uFillTx/>
                <a:latin typeface="Inter"/>
                <a:ea typeface="Inter"/>
              </a:rPr>
              <a:t>highest flow</a:t>
            </a:r>
            <a:endParaRPr lang="en-US" sz="880" b="0" u="none" strike="noStrike">
              <a:solidFill>
                <a:srgbClr val="000000"/>
              </a:solidFill>
              <a:effectLst/>
              <a:uFillTx/>
              <a:latin typeface="Arial"/>
            </a:endParaRPr>
          </a:p>
        </p:txBody>
      </p:sp>
      <p:sp>
        <p:nvSpPr>
          <p:cNvPr id="80" name="Shape 42">
            <a:extLst>
              <a:ext uri="{FF2B5EF4-FFF2-40B4-BE49-F238E27FC236}">
                <a16:creationId xmlns:a16="http://schemas.microsoft.com/office/drawing/2014/main" id="{A8D59169-D103-00A1-A6C4-2F596AAE4B7E}"/>
              </a:ext>
            </a:extLst>
          </p:cNvPr>
          <p:cNvSpPr/>
          <p:nvPr/>
        </p:nvSpPr>
        <p:spPr>
          <a:xfrm>
            <a:off x="6907876" y="3472986"/>
            <a:ext cx="1425960" cy="694440"/>
          </a:xfrm>
          <a:prstGeom prst="roundRect">
            <a:avLst>
              <a:gd name="adj" fmla="val 15789"/>
            </a:avLst>
          </a:prstGeom>
          <a:solidFill>
            <a:srgbClr val="FFFFFF"/>
          </a:solidFill>
          <a:ln w="12700">
            <a:solidFill>
              <a:srgbClr val="D9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 name="Text 43">
            <a:extLst>
              <a:ext uri="{FF2B5EF4-FFF2-40B4-BE49-F238E27FC236}">
                <a16:creationId xmlns:a16="http://schemas.microsoft.com/office/drawing/2014/main" id="{8AF8E792-4B8A-C9C9-622D-15B3E684E8A2}"/>
              </a:ext>
            </a:extLst>
          </p:cNvPr>
          <p:cNvSpPr/>
          <p:nvPr/>
        </p:nvSpPr>
        <p:spPr>
          <a:xfrm>
            <a:off x="6907876" y="3564426"/>
            <a:ext cx="14259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30" b="1" u="none" strike="noStrike">
                <a:solidFill>
                  <a:srgbClr val="102235"/>
                </a:solidFill>
                <a:effectLst/>
                <a:uFillTx/>
                <a:latin typeface="Inter"/>
                <a:ea typeface="Inter"/>
              </a:rPr>
              <a:t>SHED</a:t>
            </a:r>
            <a:endParaRPr lang="en-US" sz="1230" b="0" u="none" strike="noStrike">
              <a:solidFill>
                <a:srgbClr val="000000"/>
              </a:solidFill>
              <a:effectLst/>
              <a:uFillTx/>
              <a:latin typeface="Arial"/>
            </a:endParaRPr>
          </a:p>
        </p:txBody>
      </p:sp>
      <p:sp>
        <p:nvSpPr>
          <p:cNvPr id="84" name="Text 44">
            <a:extLst>
              <a:ext uri="{FF2B5EF4-FFF2-40B4-BE49-F238E27FC236}">
                <a16:creationId xmlns:a16="http://schemas.microsoft.com/office/drawing/2014/main" id="{8F22A2B8-F435-3E6D-BDE8-2C76F9F0210B}"/>
              </a:ext>
            </a:extLst>
          </p:cNvPr>
          <p:cNvSpPr/>
          <p:nvPr/>
        </p:nvSpPr>
        <p:spPr>
          <a:xfrm>
            <a:off x="6953596" y="3829746"/>
            <a:ext cx="1334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80" b="0" u="none" strike="noStrike">
                <a:solidFill>
                  <a:srgbClr val="607487"/>
                </a:solidFill>
                <a:effectLst/>
                <a:uFillTx/>
                <a:latin typeface="Inter"/>
                <a:ea typeface="Inter"/>
              </a:rPr>
              <a:t>largest impact</a:t>
            </a:r>
            <a:endParaRPr lang="en-US" sz="880" b="0" u="none" strike="noStrike">
              <a:solidFill>
                <a:srgbClr val="000000"/>
              </a:solidFill>
              <a:effectLst/>
              <a:uFillTx/>
              <a:latin typeface="Arial"/>
            </a:endParaRPr>
          </a:p>
        </p:txBody>
      </p:sp>
      <p:sp>
        <p:nvSpPr>
          <p:cNvPr id="86" name="Shape 45">
            <a:extLst>
              <a:ext uri="{FF2B5EF4-FFF2-40B4-BE49-F238E27FC236}">
                <a16:creationId xmlns:a16="http://schemas.microsoft.com/office/drawing/2014/main" id="{38502EE1-4C6E-B774-80A6-AEFF31DA1CB0}"/>
              </a:ext>
            </a:extLst>
          </p:cNvPr>
          <p:cNvSpPr/>
          <p:nvPr/>
        </p:nvSpPr>
        <p:spPr>
          <a:xfrm>
            <a:off x="8480716" y="3472986"/>
            <a:ext cx="1425960" cy="694440"/>
          </a:xfrm>
          <a:prstGeom prst="roundRect">
            <a:avLst>
              <a:gd name="adj" fmla="val 15789"/>
            </a:avLst>
          </a:prstGeom>
          <a:solidFill>
            <a:srgbClr val="FFFFFF"/>
          </a:solidFill>
          <a:ln w="12700">
            <a:solidFill>
              <a:srgbClr val="D9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 name="Text 46">
            <a:extLst>
              <a:ext uri="{FF2B5EF4-FFF2-40B4-BE49-F238E27FC236}">
                <a16:creationId xmlns:a16="http://schemas.microsoft.com/office/drawing/2014/main" id="{EDA3FBD1-506E-04D2-B8DD-E08A3236C7E7}"/>
              </a:ext>
            </a:extLst>
          </p:cNvPr>
          <p:cNvSpPr/>
          <p:nvPr/>
        </p:nvSpPr>
        <p:spPr>
          <a:xfrm>
            <a:off x="8480716" y="3564426"/>
            <a:ext cx="14259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30" b="1" u="none" strike="noStrike">
                <a:solidFill>
                  <a:srgbClr val="102235"/>
                </a:solidFill>
                <a:effectLst/>
                <a:uFillTx/>
                <a:latin typeface="Inter"/>
                <a:ea typeface="Inter"/>
              </a:rPr>
              <a:t>CRIT</a:t>
            </a:r>
            <a:endParaRPr lang="en-US" sz="1230" b="0" u="none" strike="noStrike">
              <a:solidFill>
                <a:srgbClr val="000000"/>
              </a:solidFill>
              <a:effectLst/>
              <a:uFillTx/>
              <a:latin typeface="Arial"/>
            </a:endParaRPr>
          </a:p>
        </p:txBody>
      </p:sp>
      <p:sp>
        <p:nvSpPr>
          <p:cNvPr id="90" name="Text 47">
            <a:extLst>
              <a:ext uri="{FF2B5EF4-FFF2-40B4-BE49-F238E27FC236}">
                <a16:creationId xmlns:a16="http://schemas.microsoft.com/office/drawing/2014/main" id="{D9AF558A-AAB1-EE1D-E9C4-9D34646B29AE}"/>
              </a:ext>
            </a:extLst>
          </p:cNvPr>
          <p:cNvSpPr/>
          <p:nvPr/>
        </p:nvSpPr>
        <p:spPr>
          <a:xfrm>
            <a:off x="8526436" y="3829746"/>
            <a:ext cx="1334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80" b="0" u="none" strike="noStrike">
                <a:solidFill>
                  <a:srgbClr val="607487"/>
                </a:solidFill>
                <a:effectLst/>
                <a:uFillTx/>
                <a:latin typeface="Inter"/>
                <a:ea typeface="Inter"/>
              </a:rPr>
              <a:t>criticality</a:t>
            </a:r>
            <a:endParaRPr lang="en-US" sz="880" b="0" u="none" strike="noStrike">
              <a:solidFill>
                <a:srgbClr val="000000"/>
              </a:solidFill>
              <a:effectLst/>
              <a:uFillTx/>
              <a:latin typeface="Arial"/>
            </a:endParaRPr>
          </a:p>
        </p:txBody>
      </p:sp>
      <p:sp>
        <p:nvSpPr>
          <p:cNvPr id="92" name="Shape 48">
            <a:extLst>
              <a:ext uri="{FF2B5EF4-FFF2-40B4-BE49-F238E27FC236}">
                <a16:creationId xmlns:a16="http://schemas.microsoft.com/office/drawing/2014/main" id="{95EBA110-D865-4C83-0A11-B56727BBA155}"/>
              </a:ext>
            </a:extLst>
          </p:cNvPr>
          <p:cNvSpPr/>
          <p:nvPr/>
        </p:nvSpPr>
        <p:spPr>
          <a:xfrm>
            <a:off x="10053556" y="3472986"/>
            <a:ext cx="1425960" cy="694440"/>
          </a:xfrm>
          <a:prstGeom prst="roundRect">
            <a:avLst>
              <a:gd name="adj" fmla="val 15789"/>
            </a:avLst>
          </a:prstGeom>
          <a:solidFill>
            <a:srgbClr val="FFF1E5"/>
          </a:solidFill>
          <a:ln w="12700">
            <a:solidFill>
              <a:srgbClr val="F3C39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 name="Text 49">
            <a:extLst>
              <a:ext uri="{FF2B5EF4-FFF2-40B4-BE49-F238E27FC236}">
                <a16:creationId xmlns:a16="http://schemas.microsoft.com/office/drawing/2014/main" id="{796A3286-9DC4-7D2F-8228-3B0D03CC5096}"/>
              </a:ext>
            </a:extLst>
          </p:cNvPr>
          <p:cNvSpPr/>
          <p:nvPr/>
        </p:nvSpPr>
        <p:spPr>
          <a:xfrm>
            <a:off x="10053556" y="3564426"/>
            <a:ext cx="14259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30" b="1" u="none" strike="noStrike">
                <a:solidFill>
                  <a:srgbClr val="F28C35"/>
                </a:solidFill>
                <a:effectLst/>
                <a:uFillTx/>
                <a:latin typeface="Inter"/>
                <a:ea typeface="Inter"/>
              </a:rPr>
              <a:t>SEQUIN</a:t>
            </a:r>
            <a:endParaRPr lang="en-US" sz="1230" b="0" u="none" strike="noStrike">
              <a:solidFill>
                <a:srgbClr val="000000"/>
              </a:solidFill>
              <a:effectLst/>
              <a:uFillTx/>
              <a:latin typeface="Arial"/>
            </a:endParaRPr>
          </a:p>
        </p:txBody>
      </p:sp>
      <p:sp>
        <p:nvSpPr>
          <p:cNvPr id="96" name="Text 50">
            <a:extLst>
              <a:ext uri="{FF2B5EF4-FFF2-40B4-BE49-F238E27FC236}">
                <a16:creationId xmlns:a16="http://schemas.microsoft.com/office/drawing/2014/main" id="{C6283C4F-AA2F-1012-3240-4216B64E0732}"/>
              </a:ext>
            </a:extLst>
          </p:cNvPr>
          <p:cNvSpPr/>
          <p:nvPr/>
        </p:nvSpPr>
        <p:spPr>
          <a:xfrm>
            <a:off x="10099276" y="3829746"/>
            <a:ext cx="1334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80" b="0" u="none" strike="noStrike">
                <a:solidFill>
                  <a:srgbClr val="607487"/>
                </a:solidFill>
                <a:effectLst/>
                <a:uFillTx/>
                <a:latin typeface="Inter"/>
                <a:ea typeface="Inter"/>
              </a:rPr>
              <a:t>guided</a:t>
            </a:r>
            <a:endParaRPr lang="en-US" sz="880" b="0" u="none" strike="noStrike">
              <a:solidFill>
                <a:srgbClr val="000000"/>
              </a:solidFill>
              <a:effectLst/>
              <a:uFillTx/>
              <a:latin typeface="Arial"/>
            </a:endParaRPr>
          </a:p>
        </p:txBody>
      </p:sp>
      <p:sp>
        <p:nvSpPr>
          <p:cNvPr id="97" name="Text Placeholder 4">
            <a:extLst>
              <a:ext uri="{FF2B5EF4-FFF2-40B4-BE49-F238E27FC236}">
                <a16:creationId xmlns:a16="http://schemas.microsoft.com/office/drawing/2014/main" id="{372C6AD3-A0DD-DC0A-DC30-4C3E611675DF}"/>
              </a:ext>
            </a:extLst>
          </p:cNvPr>
          <p:cNvSpPr txBox="1">
            <a:spLocks/>
          </p:cNvSpPr>
          <p:nvPr/>
        </p:nvSpPr>
        <p:spPr>
          <a:xfrm>
            <a:off x="0" y="470361"/>
            <a:ext cx="12192000" cy="978729"/>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400" b="1" kern="1200">
                <a:gradFill>
                  <a:gsLst>
                    <a:gs pos="15000">
                      <a:schemeClr val="tx1"/>
                    </a:gs>
                    <a:gs pos="47000">
                      <a:schemeClr val="tx1"/>
                    </a:gs>
                  </a:gsLst>
                  <a:lin ang="5400000" scaled="1"/>
                </a:gradFill>
                <a:latin typeface="+mn-lt"/>
                <a:ea typeface="+mn-ea"/>
                <a:cs typeface="+mn-cs"/>
              </a:defRPr>
            </a:lvl1pPr>
            <a:lvl2pPr marL="0" indent="0" algn="l" defTabSz="914400" rtl="0" eaLnBrk="1" latinLnBrk="0" hangingPunct="1">
              <a:lnSpc>
                <a:spcPct val="90000"/>
              </a:lnSpc>
              <a:spcBef>
                <a:spcPts val="500"/>
              </a:spcBef>
              <a:buFont typeface="Arial" panose="020B0604020202020204" pitchFamily="34" charset="0"/>
              <a:buNone/>
              <a:defRPr sz="2000" kern="1200">
                <a:solidFill>
                  <a:schemeClr val="tx1">
                    <a:lumMod val="65000"/>
                    <a:lumOff val="35000"/>
                  </a:schemeClr>
                </a:solidFill>
                <a:latin typeface="+mn-lt"/>
                <a:ea typeface="+mn-ea"/>
                <a:cs typeface="+mn-cs"/>
              </a:defRPr>
            </a:lvl2pPr>
            <a:lvl3pPr marL="0" indent="0" algn="l" defTabSz="914400" rtl="0" eaLnBrk="1" latinLnBrk="0" hangingPunct="1">
              <a:lnSpc>
                <a:spcPct val="90000"/>
              </a:lnSpc>
              <a:spcBef>
                <a:spcPts val="1200"/>
              </a:spcBef>
              <a:spcAft>
                <a:spcPts val="1200"/>
              </a:spcAft>
              <a:buFont typeface="Arial" panose="020B0604020202020204" pitchFamily="34" charset="0"/>
              <a:buNone/>
              <a:defRPr sz="2000" b="1" kern="1200">
                <a:solidFill>
                  <a:schemeClr val="tx2"/>
                </a:solidFill>
                <a:latin typeface="+mn-lt"/>
                <a:ea typeface="+mn-ea"/>
                <a:cs typeface="+mn-cs"/>
              </a:defRPr>
            </a:lvl3pPr>
            <a:lvl4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1">
                    <a:lumMod val="85000"/>
                    <a:lumOff val="15000"/>
                  </a:schemeClr>
                </a:solidFill>
                <a:latin typeface="+mn-lt"/>
                <a:ea typeface="+mn-ea"/>
                <a:cs typeface="+mn-cs"/>
              </a:defRPr>
            </a:lvl4pPr>
            <a:lvl5pPr marL="0" indent="0" algn="l" defTabSz="914400" rtl="0" eaLnBrk="1" latinLnBrk="0" hangingPunct="1">
              <a:lnSpc>
                <a:spcPct val="90000"/>
              </a:lnSpc>
              <a:spcBef>
                <a:spcPts val="0"/>
              </a:spcBef>
              <a:spcAft>
                <a:spcPts val="1200"/>
              </a:spcAft>
              <a:buFont typeface="Arial" panose="020B0604020202020204" pitchFamily="34" charset="0"/>
              <a:buNone/>
              <a:defRPr sz="16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dirty="0">
                <a:solidFill>
                  <a:srgbClr val="102235"/>
                </a:solidFill>
                <a:latin typeface="Inter Display"/>
                <a:ea typeface="Inter Display"/>
              </a:rPr>
              <a:t>How Did the Authors Test SEQUIN?</a:t>
            </a:r>
            <a:endParaRPr lang="en-US" sz="3200" b="0" dirty="0">
              <a:solidFill>
                <a:srgbClr val="000000"/>
              </a:solidFill>
              <a:latin typeface="Arial"/>
            </a:endParaRPr>
          </a:p>
          <a:p>
            <a:pPr algn="ctr"/>
            <a:br>
              <a:rPr lang="en-US" dirty="0"/>
            </a:br>
            <a:endParaRPr lang="en-US" dirty="0"/>
          </a:p>
        </p:txBody>
      </p:sp>
      <p:pic>
        <p:nvPicPr>
          <p:cNvPr id="100" name="Picture 99">
            <a:extLst>
              <a:ext uri="{FF2B5EF4-FFF2-40B4-BE49-F238E27FC236}">
                <a16:creationId xmlns:a16="http://schemas.microsoft.com/office/drawing/2014/main" id="{4AD7986C-744D-4DDF-7B05-9FE9BC045E5F}"/>
              </a:ext>
            </a:extLst>
          </p:cNvPr>
          <p:cNvPicPr>
            <a:picLocks noChangeAspect="1"/>
          </p:cNvPicPr>
          <p:nvPr/>
        </p:nvPicPr>
        <p:blipFill>
          <a:blip r:embed="rId2"/>
          <a:stretch/>
        </p:blipFill>
        <p:spPr>
          <a:xfrm rot="21420000">
            <a:off x="1954873" y="4444933"/>
            <a:ext cx="3530259" cy="2213568"/>
          </a:xfrm>
          <a:prstGeom prst="rect">
            <a:avLst/>
          </a:prstGeom>
        </p:spPr>
      </p:pic>
      <p:pic>
        <p:nvPicPr>
          <p:cNvPr id="102" name="Picture 101">
            <a:extLst>
              <a:ext uri="{FF2B5EF4-FFF2-40B4-BE49-F238E27FC236}">
                <a16:creationId xmlns:a16="http://schemas.microsoft.com/office/drawing/2014/main" id="{595395BC-B5AB-C705-8E18-27B5D9138908}"/>
              </a:ext>
            </a:extLst>
          </p:cNvPr>
          <p:cNvPicPr>
            <a:picLocks noChangeAspect="1"/>
          </p:cNvPicPr>
          <p:nvPr/>
        </p:nvPicPr>
        <p:blipFill>
          <a:blip r:embed="rId3"/>
          <a:stretch/>
        </p:blipFill>
        <p:spPr>
          <a:xfrm rot="180000">
            <a:off x="5517462" y="4368629"/>
            <a:ext cx="3771458" cy="2364806"/>
          </a:xfrm>
          <a:prstGeom prst="rect">
            <a:avLst/>
          </a:prstGeom>
        </p:spPr>
      </p:pic>
      <p:sp>
        <p:nvSpPr>
          <p:cNvPr id="104" name="text-3">
            <a:extLst>
              <a:ext uri="{FF2B5EF4-FFF2-40B4-BE49-F238E27FC236}">
                <a16:creationId xmlns:a16="http://schemas.microsoft.com/office/drawing/2014/main" id="{BA80C49C-9499-8964-0998-55C0D7C4C3A0}"/>
              </a:ext>
            </a:extLst>
          </p:cNvPr>
          <p:cNvSpPr>
            <a:spLocks noGrp="1"/>
          </p:cNvSpPr>
          <p:nvPr/>
        </p:nvSpPr>
        <p:spPr>
          <a:xfrm>
            <a:off x="1516692" y="6284342"/>
            <a:ext cx="3911030" cy="1284236"/>
          </a:xfrm>
          <a:prstGeom prst="rect">
            <a:avLst/>
          </a:prstGeom>
          <a:noFill/>
          <a:ln w="0">
            <a:noFill/>
            <a:prstDash val="solid"/>
          </a:ln>
        </p:spPr>
        <p:txBody>
          <a:bodyPr wrap="square" lIns="0" tIns="0" rIns="0" bIns="0" anchor="t">
            <a:noAutofit/>
          </a:bodyPr>
          <a:lstStyle>
            <a:defPPr algn="l">
              <a:defRPr sz="5625" b="1">
                <a:solidFill>
                  <a:srgbClr val="244BD6"/>
                </a:solidFill>
                <a:latin typeface="Nimbus Sans"/>
                <a:ea typeface="Nimbus Sans"/>
                <a:cs typeface="Nimbus Sans"/>
              </a:defRPr>
            </a:defPPr>
            <a:lvl1pPr algn="l">
              <a:defRPr sz="5625" b="1">
                <a:solidFill>
                  <a:srgbClr val="244BD6"/>
                </a:solidFill>
                <a:latin typeface="Nimbus Sans"/>
                <a:ea typeface="Nimbus Sans"/>
                <a:cs typeface="Nimbus Sans"/>
              </a:defRPr>
            </a:lvl1pPr>
            <a:lvl2pPr algn="l">
              <a:defRPr sz="5625" b="1">
                <a:solidFill>
                  <a:srgbClr val="244BD6"/>
                </a:solidFill>
                <a:latin typeface="Nimbus Sans"/>
                <a:ea typeface="Nimbus Sans"/>
                <a:cs typeface="Nimbus Sans"/>
              </a:defRPr>
            </a:lvl2pPr>
            <a:lvl3pPr algn="l">
              <a:defRPr sz="5625" b="1">
                <a:solidFill>
                  <a:srgbClr val="244BD6"/>
                </a:solidFill>
                <a:latin typeface="Nimbus Sans"/>
                <a:ea typeface="Nimbus Sans"/>
                <a:cs typeface="Nimbus Sans"/>
              </a:defRPr>
            </a:lvl3pPr>
            <a:lvl4pPr algn="l">
              <a:defRPr sz="5625" b="1">
                <a:solidFill>
                  <a:srgbClr val="244BD6"/>
                </a:solidFill>
                <a:latin typeface="Nimbus Sans"/>
                <a:ea typeface="Nimbus Sans"/>
                <a:cs typeface="Nimbus Sans"/>
              </a:defRPr>
            </a:lvl4pPr>
            <a:lvl5pPr algn="l">
              <a:defRPr sz="5625" b="1">
                <a:solidFill>
                  <a:srgbClr val="244BD6"/>
                </a:solidFill>
                <a:latin typeface="Nimbus Sans"/>
                <a:ea typeface="Nimbus Sans"/>
                <a:cs typeface="Nimbus Sans"/>
              </a:defRPr>
            </a:lvl5pPr>
            <a:lvl6pPr algn="l">
              <a:defRPr sz="5625" b="1">
                <a:solidFill>
                  <a:srgbClr val="244BD6"/>
                </a:solidFill>
                <a:latin typeface="Nimbus Sans"/>
                <a:ea typeface="Nimbus Sans"/>
                <a:cs typeface="Nimbus Sans"/>
              </a:defRPr>
            </a:lvl6pPr>
            <a:lvl7pPr algn="l">
              <a:defRPr sz="5625" b="1">
                <a:solidFill>
                  <a:srgbClr val="244BD6"/>
                </a:solidFill>
                <a:latin typeface="Nimbus Sans"/>
                <a:ea typeface="Nimbus Sans"/>
                <a:cs typeface="Nimbus Sans"/>
              </a:defRPr>
            </a:lvl7pPr>
            <a:lvl8pPr algn="l">
              <a:defRPr sz="5625" b="1">
                <a:solidFill>
                  <a:srgbClr val="244BD6"/>
                </a:solidFill>
                <a:latin typeface="Nimbus Sans"/>
                <a:ea typeface="Nimbus Sans"/>
                <a:cs typeface="Nimbus Sans"/>
              </a:defRPr>
            </a:lvl8pPr>
            <a:lvl9pPr algn="l">
              <a:defRPr sz="5625" b="1">
                <a:solidFill>
                  <a:srgbClr val="244BD6"/>
                </a:solidFill>
                <a:latin typeface="Nimbus Sans"/>
                <a:ea typeface="Nimbus Sans"/>
                <a:cs typeface="Nimbus Sans"/>
              </a:defRPr>
            </a:lvl9pPr>
          </a:lstStyle>
          <a:p>
            <a:pPr algn="l">
              <a:defRPr sz="5625" b="1">
                <a:solidFill>
                  <a:srgbClr val="244BD6"/>
                </a:solidFill>
                <a:latin typeface="Nimbus Sans"/>
                <a:ea typeface="Nimbus Sans"/>
                <a:cs typeface="Nimbus Sans"/>
              </a:defRPr>
            </a:pPr>
            <a:r>
              <a:rPr sz="3200" b="1" dirty="0">
                <a:solidFill>
                  <a:srgbClr val="244BD6"/>
                </a:solidFill>
                <a:latin typeface="Nimbus Sans"/>
                <a:ea typeface="Nimbus Sans"/>
                <a:cs typeface="Nimbus Sans"/>
              </a:rPr>
              <a:t>+19.3%</a:t>
            </a:r>
          </a:p>
        </p:txBody>
      </p:sp>
      <p:sp>
        <p:nvSpPr>
          <p:cNvPr id="106" name="text-4">
            <a:extLst>
              <a:ext uri="{FF2B5EF4-FFF2-40B4-BE49-F238E27FC236}">
                <a16:creationId xmlns:a16="http://schemas.microsoft.com/office/drawing/2014/main" id="{813FD9FF-EA31-C3F7-C35E-5493C133FEB8}"/>
              </a:ext>
            </a:extLst>
          </p:cNvPr>
          <p:cNvSpPr>
            <a:spLocks noGrp="1"/>
          </p:cNvSpPr>
          <p:nvPr/>
        </p:nvSpPr>
        <p:spPr>
          <a:xfrm>
            <a:off x="822512" y="4969552"/>
            <a:ext cx="4128309" cy="649174"/>
          </a:xfrm>
          <a:prstGeom prst="rect">
            <a:avLst/>
          </a:prstGeom>
          <a:noFill/>
          <a:ln w="0">
            <a:noFill/>
            <a:prstDash val="solid"/>
          </a:ln>
        </p:spPr>
        <p:txBody>
          <a:bodyPr wrap="square" lIns="0" tIns="0" rIns="0" bIns="0" anchor="t">
            <a:noAutofit/>
          </a:bodyPr>
          <a:lstStyle>
            <a:defPPr algn="l">
              <a:defRPr sz="2100" b="0">
                <a:solidFill>
                  <a:srgbClr val="20252A"/>
                </a:solidFill>
                <a:latin typeface="Nimbus Sans"/>
                <a:ea typeface="Nimbus Sans"/>
                <a:cs typeface="Nimbus Sans"/>
              </a:defRPr>
            </a:defPPr>
            <a:lvl1pPr algn="l">
              <a:defRPr sz="2100" b="0">
                <a:solidFill>
                  <a:srgbClr val="20252A"/>
                </a:solidFill>
                <a:latin typeface="Nimbus Sans"/>
                <a:ea typeface="Nimbus Sans"/>
                <a:cs typeface="Nimbus Sans"/>
              </a:defRPr>
            </a:lvl1pPr>
            <a:lvl2pPr algn="l">
              <a:defRPr sz="2100" b="0">
                <a:solidFill>
                  <a:srgbClr val="20252A"/>
                </a:solidFill>
                <a:latin typeface="Nimbus Sans"/>
                <a:ea typeface="Nimbus Sans"/>
                <a:cs typeface="Nimbus Sans"/>
              </a:defRPr>
            </a:lvl2pPr>
            <a:lvl3pPr algn="l">
              <a:defRPr sz="2100" b="0">
                <a:solidFill>
                  <a:srgbClr val="20252A"/>
                </a:solidFill>
                <a:latin typeface="Nimbus Sans"/>
                <a:ea typeface="Nimbus Sans"/>
                <a:cs typeface="Nimbus Sans"/>
              </a:defRPr>
            </a:lvl3pPr>
            <a:lvl4pPr algn="l">
              <a:defRPr sz="2100" b="0">
                <a:solidFill>
                  <a:srgbClr val="20252A"/>
                </a:solidFill>
                <a:latin typeface="Nimbus Sans"/>
                <a:ea typeface="Nimbus Sans"/>
                <a:cs typeface="Nimbus Sans"/>
              </a:defRPr>
            </a:lvl4pPr>
            <a:lvl5pPr algn="l">
              <a:defRPr sz="2100" b="0">
                <a:solidFill>
                  <a:srgbClr val="20252A"/>
                </a:solidFill>
                <a:latin typeface="Nimbus Sans"/>
                <a:ea typeface="Nimbus Sans"/>
                <a:cs typeface="Nimbus Sans"/>
              </a:defRPr>
            </a:lvl5pPr>
            <a:lvl6pPr algn="l">
              <a:defRPr sz="2100" b="0">
                <a:solidFill>
                  <a:srgbClr val="20252A"/>
                </a:solidFill>
                <a:latin typeface="Nimbus Sans"/>
                <a:ea typeface="Nimbus Sans"/>
                <a:cs typeface="Nimbus Sans"/>
              </a:defRPr>
            </a:lvl6pPr>
            <a:lvl7pPr algn="l">
              <a:defRPr sz="2100" b="0">
                <a:solidFill>
                  <a:srgbClr val="20252A"/>
                </a:solidFill>
                <a:latin typeface="Nimbus Sans"/>
                <a:ea typeface="Nimbus Sans"/>
                <a:cs typeface="Nimbus Sans"/>
              </a:defRPr>
            </a:lvl7pPr>
            <a:lvl8pPr algn="l">
              <a:defRPr sz="2100" b="0">
                <a:solidFill>
                  <a:srgbClr val="20252A"/>
                </a:solidFill>
                <a:latin typeface="Nimbus Sans"/>
                <a:ea typeface="Nimbus Sans"/>
                <a:cs typeface="Nimbus Sans"/>
              </a:defRPr>
            </a:lvl8pPr>
            <a:lvl9pPr algn="l">
              <a:defRPr sz="2100" b="0">
                <a:solidFill>
                  <a:srgbClr val="20252A"/>
                </a:solidFill>
                <a:latin typeface="Nimbus Sans"/>
                <a:ea typeface="Nimbus Sans"/>
                <a:cs typeface="Nimbus Sans"/>
              </a:defRPr>
            </a:lvl9pPr>
          </a:lstStyle>
          <a:p>
            <a:pPr algn="l">
              <a:defRPr sz="2100" b="0">
                <a:solidFill>
                  <a:srgbClr val="20252A"/>
                </a:solidFill>
                <a:latin typeface="Nimbus Sans"/>
                <a:ea typeface="Nimbus Sans"/>
                <a:cs typeface="Nimbus Sans"/>
              </a:defRPr>
            </a:pPr>
            <a:r>
              <a:rPr sz="2000" b="1" dirty="0">
                <a:solidFill>
                  <a:srgbClr val="20252A"/>
                </a:solidFill>
                <a:latin typeface="Nimbus Sans"/>
                <a:ea typeface="Nimbus Sans"/>
                <a:cs typeface="Nimbus Sans"/>
              </a:rPr>
              <a:t>Case39: </a:t>
            </a:r>
            <a:endParaRPr lang="en-US" sz="2000" b="1" dirty="0">
              <a:solidFill>
                <a:srgbClr val="20252A"/>
              </a:solidFill>
              <a:latin typeface="Nimbus Sans"/>
              <a:ea typeface="Nimbus Sans"/>
              <a:cs typeface="Nimbus Sans"/>
            </a:endParaRPr>
          </a:p>
          <a:p>
            <a:pPr algn="l">
              <a:defRPr sz="2100" b="0">
                <a:solidFill>
                  <a:srgbClr val="20252A"/>
                </a:solidFill>
                <a:latin typeface="Nimbus Sans"/>
                <a:ea typeface="Nimbus Sans"/>
                <a:cs typeface="Nimbus Sans"/>
              </a:defRPr>
            </a:pPr>
            <a:r>
              <a:rPr sz="2000" b="1" dirty="0">
                <a:solidFill>
                  <a:srgbClr val="20252A"/>
                </a:solidFill>
                <a:latin typeface="Nimbus Sans"/>
                <a:ea typeface="Nimbus Sans"/>
                <a:cs typeface="Nimbus Sans"/>
              </a:rPr>
              <a:t>best ENUM </a:t>
            </a:r>
            <a:endParaRPr lang="en-US" sz="2000" b="1" dirty="0">
              <a:solidFill>
                <a:srgbClr val="20252A"/>
              </a:solidFill>
              <a:latin typeface="Nimbus Sans"/>
              <a:ea typeface="Nimbus Sans"/>
              <a:cs typeface="Nimbus Sans"/>
            </a:endParaRPr>
          </a:p>
          <a:p>
            <a:pPr algn="l">
              <a:defRPr sz="2100" b="0">
                <a:solidFill>
                  <a:srgbClr val="20252A"/>
                </a:solidFill>
                <a:latin typeface="Nimbus Sans"/>
                <a:ea typeface="Nimbus Sans"/>
                <a:cs typeface="Nimbus Sans"/>
              </a:defRPr>
            </a:pPr>
            <a:r>
              <a:rPr sz="2000" b="1" dirty="0">
                <a:solidFill>
                  <a:srgbClr val="20252A"/>
                </a:solidFill>
                <a:latin typeface="Nimbus Sans"/>
                <a:ea typeface="Nimbus Sans"/>
                <a:cs typeface="Nimbus Sans"/>
              </a:rPr>
              <a:t>above STD</a:t>
            </a:r>
          </a:p>
        </p:txBody>
      </p:sp>
      <p:sp>
        <p:nvSpPr>
          <p:cNvPr id="114" name="text-4">
            <a:extLst>
              <a:ext uri="{FF2B5EF4-FFF2-40B4-BE49-F238E27FC236}">
                <a16:creationId xmlns:a16="http://schemas.microsoft.com/office/drawing/2014/main" id="{9E13ED1E-5106-CD2A-E387-B6AE66EDEA0B}"/>
              </a:ext>
            </a:extLst>
          </p:cNvPr>
          <p:cNvSpPr>
            <a:spLocks noGrp="1"/>
          </p:cNvSpPr>
          <p:nvPr/>
        </p:nvSpPr>
        <p:spPr>
          <a:xfrm>
            <a:off x="9534161" y="5034595"/>
            <a:ext cx="1835327" cy="649174"/>
          </a:xfrm>
          <a:prstGeom prst="rect">
            <a:avLst/>
          </a:prstGeom>
          <a:noFill/>
          <a:ln w="0">
            <a:noFill/>
            <a:prstDash val="solid"/>
          </a:ln>
        </p:spPr>
        <p:txBody>
          <a:bodyPr wrap="square" lIns="0" tIns="0" rIns="0" bIns="0" anchor="t">
            <a:noAutofit/>
          </a:bodyPr>
          <a:lstStyle>
            <a:defPPr algn="l">
              <a:defRPr sz="2100" b="0">
                <a:solidFill>
                  <a:srgbClr val="20252A"/>
                </a:solidFill>
                <a:latin typeface="Nimbus Sans"/>
                <a:ea typeface="Nimbus Sans"/>
                <a:cs typeface="Nimbus Sans"/>
              </a:defRPr>
            </a:defPPr>
            <a:lvl1pPr algn="l">
              <a:defRPr sz="2100" b="0">
                <a:solidFill>
                  <a:srgbClr val="20252A"/>
                </a:solidFill>
                <a:latin typeface="Nimbus Sans"/>
                <a:ea typeface="Nimbus Sans"/>
                <a:cs typeface="Nimbus Sans"/>
              </a:defRPr>
            </a:lvl1pPr>
            <a:lvl2pPr algn="l">
              <a:defRPr sz="2100" b="0">
                <a:solidFill>
                  <a:srgbClr val="20252A"/>
                </a:solidFill>
                <a:latin typeface="Nimbus Sans"/>
                <a:ea typeface="Nimbus Sans"/>
                <a:cs typeface="Nimbus Sans"/>
              </a:defRPr>
            </a:lvl2pPr>
            <a:lvl3pPr algn="l">
              <a:defRPr sz="2100" b="0">
                <a:solidFill>
                  <a:srgbClr val="20252A"/>
                </a:solidFill>
                <a:latin typeface="Nimbus Sans"/>
                <a:ea typeface="Nimbus Sans"/>
                <a:cs typeface="Nimbus Sans"/>
              </a:defRPr>
            </a:lvl3pPr>
            <a:lvl4pPr algn="l">
              <a:defRPr sz="2100" b="0">
                <a:solidFill>
                  <a:srgbClr val="20252A"/>
                </a:solidFill>
                <a:latin typeface="Nimbus Sans"/>
                <a:ea typeface="Nimbus Sans"/>
                <a:cs typeface="Nimbus Sans"/>
              </a:defRPr>
            </a:lvl4pPr>
            <a:lvl5pPr algn="l">
              <a:defRPr sz="2100" b="0">
                <a:solidFill>
                  <a:srgbClr val="20252A"/>
                </a:solidFill>
                <a:latin typeface="Nimbus Sans"/>
                <a:ea typeface="Nimbus Sans"/>
                <a:cs typeface="Nimbus Sans"/>
              </a:defRPr>
            </a:lvl5pPr>
            <a:lvl6pPr algn="l">
              <a:defRPr sz="2100" b="0">
                <a:solidFill>
                  <a:srgbClr val="20252A"/>
                </a:solidFill>
                <a:latin typeface="Nimbus Sans"/>
                <a:ea typeface="Nimbus Sans"/>
                <a:cs typeface="Nimbus Sans"/>
              </a:defRPr>
            </a:lvl6pPr>
            <a:lvl7pPr algn="l">
              <a:defRPr sz="2100" b="0">
                <a:solidFill>
                  <a:srgbClr val="20252A"/>
                </a:solidFill>
                <a:latin typeface="Nimbus Sans"/>
                <a:ea typeface="Nimbus Sans"/>
                <a:cs typeface="Nimbus Sans"/>
              </a:defRPr>
            </a:lvl7pPr>
            <a:lvl8pPr algn="l">
              <a:defRPr sz="2100" b="0">
                <a:solidFill>
                  <a:srgbClr val="20252A"/>
                </a:solidFill>
                <a:latin typeface="Nimbus Sans"/>
                <a:ea typeface="Nimbus Sans"/>
                <a:cs typeface="Nimbus Sans"/>
              </a:defRPr>
            </a:lvl8pPr>
            <a:lvl9pPr algn="l">
              <a:defRPr sz="2100" b="0">
                <a:solidFill>
                  <a:srgbClr val="20252A"/>
                </a:solidFill>
                <a:latin typeface="Nimbus Sans"/>
                <a:ea typeface="Nimbus Sans"/>
                <a:cs typeface="Nimbus Sans"/>
              </a:defRPr>
            </a:lvl9pPr>
          </a:lstStyle>
          <a:p>
            <a:pPr algn="l">
              <a:defRPr sz="2100" b="0">
                <a:solidFill>
                  <a:srgbClr val="20252A"/>
                </a:solidFill>
                <a:latin typeface="Nimbus Sans"/>
                <a:ea typeface="Nimbus Sans"/>
                <a:cs typeface="Nimbus Sans"/>
              </a:defRPr>
            </a:pPr>
            <a:r>
              <a:rPr lang="en-US" sz="2000" b="1" dirty="0">
                <a:solidFill>
                  <a:srgbClr val="20252A"/>
                </a:solidFill>
                <a:latin typeface="Nimbus Sans"/>
                <a:ea typeface="Nimbus Sans"/>
                <a:cs typeface="Nimbus Sans"/>
              </a:rPr>
              <a:t>Case118: best PERM </a:t>
            </a:r>
          </a:p>
          <a:p>
            <a:pPr algn="l">
              <a:defRPr sz="2100" b="0">
                <a:solidFill>
                  <a:srgbClr val="20252A"/>
                </a:solidFill>
                <a:latin typeface="Nimbus Sans"/>
                <a:ea typeface="Nimbus Sans"/>
                <a:cs typeface="Nimbus Sans"/>
              </a:defRPr>
            </a:pPr>
            <a:r>
              <a:rPr lang="en-US" sz="2000" b="1" dirty="0">
                <a:solidFill>
                  <a:srgbClr val="20252A"/>
                </a:solidFill>
                <a:latin typeface="Nimbus Sans"/>
                <a:ea typeface="Nimbus Sans"/>
                <a:cs typeface="Nimbus Sans"/>
              </a:rPr>
              <a:t>above STD</a:t>
            </a:r>
          </a:p>
        </p:txBody>
      </p:sp>
      <p:sp>
        <p:nvSpPr>
          <p:cNvPr id="116" name="text-5">
            <a:extLst>
              <a:ext uri="{FF2B5EF4-FFF2-40B4-BE49-F238E27FC236}">
                <a16:creationId xmlns:a16="http://schemas.microsoft.com/office/drawing/2014/main" id="{2068E6BB-5CD1-4739-4EAE-F26C4BD8D2CF}"/>
              </a:ext>
            </a:extLst>
          </p:cNvPr>
          <p:cNvSpPr>
            <a:spLocks noGrp="1"/>
          </p:cNvSpPr>
          <p:nvPr/>
        </p:nvSpPr>
        <p:spPr>
          <a:xfrm>
            <a:off x="9632356" y="6275616"/>
            <a:ext cx="4552950" cy="800100"/>
          </a:xfrm>
          <a:prstGeom prst="rect">
            <a:avLst/>
          </a:prstGeom>
          <a:noFill/>
          <a:ln w="0">
            <a:noFill/>
            <a:prstDash val="solid"/>
          </a:ln>
        </p:spPr>
        <p:txBody>
          <a:bodyPr wrap="square" lIns="0" tIns="0" rIns="0" bIns="0" anchor="t">
            <a:noAutofit/>
          </a:bodyPr>
          <a:lstStyle>
            <a:defPPr algn="l">
              <a:defRPr sz="5100" b="1">
                <a:solidFill>
                  <a:srgbClr val="D8533F"/>
                </a:solidFill>
                <a:latin typeface="Nimbus Sans"/>
                <a:ea typeface="Nimbus Sans"/>
                <a:cs typeface="Nimbus Sans"/>
              </a:defRPr>
            </a:defPPr>
            <a:lvl1pPr algn="l">
              <a:defRPr sz="5100" b="1">
                <a:solidFill>
                  <a:srgbClr val="D8533F"/>
                </a:solidFill>
                <a:latin typeface="Nimbus Sans"/>
                <a:ea typeface="Nimbus Sans"/>
                <a:cs typeface="Nimbus Sans"/>
              </a:defRPr>
            </a:lvl1pPr>
            <a:lvl2pPr algn="l">
              <a:defRPr sz="5100" b="1">
                <a:solidFill>
                  <a:srgbClr val="D8533F"/>
                </a:solidFill>
                <a:latin typeface="Nimbus Sans"/>
                <a:ea typeface="Nimbus Sans"/>
                <a:cs typeface="Nimbus Sans"/>
              </a:defRPr>
            </a:lvl2pPr>
            <a:lvl3pPr algn="l">
              <a:defRPr sz="5100" b="1">
                <a:solidFill>
                  <a:srgbClr val="D8533F"/>
                </a:solidFill>
                <a:latin typeface="Nimbus Sans"/>
                <a:ea typeface="Nimbus Sans"/>
                <a:cs typeface="Nimbus Sans"/>
              </a:defRPr>
            </a:lvl3pPr>
            <a:lvl4pPr algn="l">
              <a:defRPr sz="5100" b="1">
                <a:solidFill>
                  <a:srgbClr val="D8533F"/>
                </a:solidFill>
                <a:latin typeface="Nimbus Sans"/>
                <a:ea typeface="Nimbus Sans"/>
                <a:cs typeface="Nimbus Sans"/>
              </a:defRPr>
            </a:lvl4pPr>
            <a:lvl5pPr algn="l">
              <a:defRPr sz="5100" b="1">
                <a:solidFill>
                  <a:srgbClr val="D8533F"/>
                </a:solidFill>
                <a:latin typeface="Nimbus Sans"/>
                <a:ea typeface="Nimbus Sans"/>
                <a:cs typeface="Nimbus Sans"/>
              </a:defRPr>
            </a:lvl5pPr>
            <a:lvl6pPr algn="l">
              <a:defRPr sz="5100" b="1">
                <a:solidFill>
                  <a:srgbClr val="D8533F"/>
                </a:solidFill>
                <a:latin typeface="Nimbus Sans"/>
                <a:ea typeface="Nimbus Sans"/>
                <a:cs typeface="Nimbus Sans"/>
              </a:defRPr>
            </a:lvl6pPr>
            <a:lvl7pPr algn="l">
              <a:defRPr sz="5100" b="1">
                <a:solidFill>
                  <a:srgbClr val="D8533F"/>
                </a:solidFill>
                <a:latin typeface="Nimbus Sans"/>
                <a:ea typeface="Nimbus Sans"/>
                <a:cs typeface="Nimbus Sans"/>
              </a:defRPr>
            </a:lvl7pPr>
            <a:lvl8pPr algn="l">
              <a:defRPr sz="5100" b="1">
                <a:solidFill>
                  <a:srgbClr val="D8533F"/>
                </a:solidFill>
                <a:latin typeface="Nimbus Sans"/>
                <a:ea typeface="Nimbus Sans"/>
                <a:cs typeface="Nimbus Sans"/>
              </a:defRPr>
            </a:lvl8pPr>
            <a:lvl9pPr algn="l">
              <a:defRPr sz="5100" b="1">
                <a:solidFill>
                  <a:srgbClr val="D8533F"/>
                </a:solidFill>
                <a:latin typeface="Nimbus Sans"/>
                <a:ea typeface="Nimbus Sans"/>
                <a:cs typeface="Nimbus Sans"/>
              </a:defRPr>
            </a:lvl9pPr>
          </a:lstStyle>
          <a:p>
            <a:pPr algn="l">
              <a:defRPr sz="5100" b="1">
                <a:solidFill>
                  <a:srgbClr val="D8533F"/>
                </a:solidFill>
                <a:latin typeface="Nimbus Sans"/>
                <a:ea typeface="Nimbus Sans"/>
                <a:cs typeface="Nimbus Sans"/>
              </a:defRPr>
            </a:pPr>
            <a:r>
              <a:rPr sz="3200" b="1" dirty="0">
                <a:solidFill>
                  <a:srgbClr val="D8533F"/>
                </a:solidFill>
                <a:latin typeface="Nimbus Sans"/>
                <a:ea typeface="Nimbus Sans"/>
                <a:cs typeface="Nimbus Sans"/>
              </a:rPr>
              <a:t>+47%</a:t>
            </a:r>
          </a:p>
        </p:txBody>
      </p:sp>
      <p:sp>
        <p:nvSpPr>
          <p:cNvPr id="119" name="Freeform: Shape 118">
            <a:extLst>
              <a:ext uri="{FF2B5EF4-FFF2-40B4-BE49-F238E27FC236}">
                <a16:creationId xmlns:a16="http://schemas.microsoft.com/office/drawing/2014/main" id="{4A896666-5C85-6E3F-6E19-B054BD4A4776}"/>
              </a:ext>
            </a:extLst>
          </p:cNvPr>
          <p:cNvSpPr>
            <a:spLocks noChangeAspect="1"/>
          </p:cNvSpPr>
          <p:nvPr/>
        </p:nvSpPr>
        <p:spPr>
          <a:xfrm>
            <a:off x="-360433" y="-2572041"/>
            <a:ext cx="3654898" cy="3654898"/>
          </a:xfrm>
          <a:custGeom>
            <a:avLst/>
            <a:gdLst>
              <a:gd name="connsiteX0" fmla="*/ 244064 w 488128"/>
              <a:gd name="connsiteY0" fmla="*/ 0 h 488128"/>
              <a:gd name="connsiteX1" fmla="*/ 488128 w 488128"/>
              <a:gd name="connsiteY1" fmla="*/ 244064 h 488128"/>
              <a:gd name="connsiteX2" fmla="*/ 244064 w 488128"/>
              <a:gd name="connsiteY2" fmla="*/ 488128 h 488128"/>
              <a:gd name="connsiteX3" fmla="*/ 0 w 488128"/>
              <a:gd name="connsiteY3" fmla="*/ 244064 h 488128"/>
              <a:gd name="connsiteX4" fmla="*/ 244064 w 488128"/>
              <a:gd name="connsiteY4" fmla="*/ 0 h 488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128" h="488128">
                <a:moveTo>
                  <a:pt x="244064" y="0"/>
                </a:moveTo>
                <a:cubicBezTo>
                  <a:pt x="378857" y="0"/>
                  <a:pt x="488128" y="109271"/>
                  <a:pt x="488128" y="244064"/>
                </a:cubicBezTo>
                <a:cubicBezTo>
                  <a:pt x="488128" y="378857"/>
                  <a:pt x="378857" y="488128"/>
                  <a:pt x="244064" y="488128"/>
                </a:cubicBezTo>
                <a:cubicBezTo>
                  <a:pt x="109271" y="488128"/>
                  <a:pt x="0" y="378857"/>
                  <a:pt x="0" y="244064"/>
                </a:cubicBezTo>
                <a:cubicBezTo>
                  <a:pt x="0" y="109271"/>
                  <a:pt x="109271" y="0"/>
                  <a:pt x="24406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ysClr val="windowText" lastClr="000000"/>
              </a:solidFill>
              <a:effectLst/>
              <a:uLnTx/>
              <a:uFillTx/>
            </a:endParaRPr>
          </a:p>
        </p:txBody>
      </p:sp>
      <p:sp>
        <p:nvSpPr>
          <p:cNvPr id="120" name="Title 31">
            <a:extLst>
              <a:ext uri="{FF2B5EF4-FFF2-40B4-BE49-F238E27FC236}">
                <a16:creationId xmlns:a16="http://schemas.microsoft.com/office/drawing/2014/main" id="{8F1948B2-6155-4420-5484-51B0FD4B7954}"/>
              </a:ext>
            </a:extLst>
          </p:cNvPr>
          <p:cNvSpPr txBox="1">
            <a:spLocks/>
          </p:cNvSpPr>
          <p:nvPr/>
        </p:nvSpPr>
        <p:spPr>
          <a:xfrm>
            <a:off x="431384" y="237547"/>
            <a:ext cx="4083304" cy="1357295"/>
          </a:xfrm>
          <a:prstGeom prst="rect">
            <a:avLst/>
          </a:prstGeom>
        </p:spPr>
        <p:txBody>
          <a:bodyPr/>
          <a:lstStyle>
            <a:lvl1pPr algn="l" defTabSz="914400" rtl="0" eaLnBrk="1" latinLnBrk="0" hangingPunct="1">
              <a:lnSpc>
                <a:spcPct val="90000"/>
              </a:lnSpc>
              <a:spcBef>
                <a:spcPct val="0"/>
              </a:spcBef>
              <a:buNone/>
              <a:defRPr lang="en-US" sz="3600" b="0" i="0" kern="1200" spc="300" dirty="0">
                <a:gradFill>
                  <a:gsLst>
                    <a:gs pos="15000">
                      <a:schemeClr val="tx1"/>
                    </a:gs>
                    <a:gs pos="47000">
                      <a:schemeClr val="tx1"/>
                    </a:gs>
                  </a:gsLst>
                  <a:lin ang="5400000" scaled="1"/>
                </a:gradFill>
                <a:latin typeface="Segoe UI Semibold" panose="020B0702040204020203" pitchFamily="34" charset="0"/>
                <a:ea typeface="+mn-ea"/>
                <a:cs typeface="Segoe UI Semibold" panose="020B0702040204020203" pitchFamily="34" charset="0"/>
              </a:defRPr>
            </a:lvl1pPr>
          </a:lstStyle>
          <a:p>
            <a:r>
              <a:rPr lang="en-IN" b="1" dirty="0">
                <a:gradFill>
                  <a:gsLst>
                    <a:gs pos="15000">
                      <a:schemeClr val="bg1"/>
                    </a:gs>
                    <a:gs pos="47000">
                      <a:schemeClr val="bg1"/>
                    </a:gs>
                  </a:gsLst>
                  <a:lin ang="5400000" scaled="1"/>
                </a:gradFill>
              </a:rPr>
              <a:t>SEQUIN</a:t>
            </a:r>
          </a:p>
        </p:txBody>
      </p:sp>
    </p:spTree>
    <p:extLst>
      <p:ext uri="{BB962C8B-B14F-4D97-AF65-F5344CB8AC3E}">
        <p14:creationId xmlns:p14="http://schemas.microsoft.com/office/powerpoint/2010/main" val="4015484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20"/>
                                        </p:tgtEl>
                                        <p:attrNameLst>
                                          <p:attrName>style.visibility</p:attrName>
                                        </p:attrNameLst>
                                      </p:cBhvr>
                                      <p:to>
                                        <p:strVal val="visible"/>
                                      </p:to>
                                    </p:set>
                                    <p:anim calcmode="lin" valueType="num">
                                      <p:cBhvr additive="base">
                                        <p:cTn id="7" dur="500" fill="hold"/>
                                        <p:tgtEl>
                                          <p:spTgt spid="120"/>
                                        </p:tgtEl>
                                        <p:attrNameLst>
                                          <p:attrName>ppt_x</p:attrName>
                                        </p:attrNameLst>
                                      </p:cBhvr>
                                      <p:tavLst>
                                        <p:tav tm="0">
                                          <p:val>
                                            <p:strVal val="#ppt_x"/>
                                          </p:val>
                                        </p:tav>
                                        <p:tav tm="100000">
                                          <p:val>
                                            <p:strVal val="#ppt_x"/>
                                          </p:val>
                                        </p:tav>
                                      </p:tavLst>
                                    </p:anim>
                                    <p:anim calcmode="lin" valueType="num">
                                      <p:cBhvr additive="base">
                                        <p:cTn id="8" dur="500" fill="hold"/>
                                        <p:tgtEl>
                                          <p:spTgt spid="12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AB695-EED9-A6E8-5ACA-CAC7C3A2918B}"/>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2B167ED7-77A7-B334-5056-4132F44C6179}"/>
              </a:ext>
            </a:extLst>
          </p:cNvPr>
          <p:cNvSpPr>
            <a:spLocks noGrp="1"/>
          </p:cNvSpPr>
          <p:nvPr>
            <p:ph type="title"/>
          </p:nvPr>
        </p:nvSpPr>
        <p:spPr>
          <a:xfrm>
            <a:off x="197376" y="156111"/>
            <a:ext cx="2676260" cy="978729"/>
          </a:xfrm>
        </p:spPr>
        <p:txBody>
          <a:bodyPr/>
          <a:lstStyle/>
          <a:p>
            <a:r>
              <a:rPr lang="en-US" dirty="0"/>
              <a:t>Reproduction</a:t>
            </a:r>
          </a:p>
        </p:txBody>
      </p:sp>
      <p:sp>
        <p:nvSpPr>
          <p:cNvPr id="6" name="Text Placeholder 5">
            <a:extLst>
              <a:ext uri="{FF2B5EF4-FFF2-40B4-BE49-F238E27FC236}">
                <a16:creationId xmlns:a16="http://schemas.microsoft.com/office/drawing/2014/main" id="{36BD04E7-DEAE-AC76-0F4D-8AD8D0B1BBC9}"/>
              </a:ext>
            </a:extLst>
          </p:cNvPr>
          <p:cNvSpPr>
            <a:spLocks noGrp="1"/>
          </p:cNvSpPr>
          <p:nvPr>
            <p:ph type="body" sz="quarter" idx="16"/>
          </p:nvPr>
        </p:nvSpPr>
        <p:spPr>
          <a:xfrm>
            <a:off x="3043776" y="161441"/>
            <a:ext cx="9084398" cy="590931"/>
          </a:xfrm>
        </p:spPr>
        <p:txBody>
          <a:bodyPr/>
          <a:lstStyle/>
          <a:p>
            <a:r>
              <a:rPr lang="en-US" sz="3600" dirty="0"/>
              <a:t>Results from executing Authors’ Artifacts</a:t>
            </a:r>
          </a:p>
        </p:txBody>
      </p:sp>
      <p:sp>
        <p:nvSpPr>
          <p:cNvPr id="42" name="Slide Number Placeholder 41">
            <a:extLst>
              <a:ext uri="{FF2B5EF4-FFF2-40B4-BE49-F238E27FC236}">
                <a16:creationId xmlns:a16="http://schemas.microsoft.com/office/drawing/2014/main" id="{849CEE6E-4D26-E5AE-754E-72C329EAA6C3}"/>
              </a:ext>
            </a:extLst>
          </p:cNvPr>
          <p:cNvSpPr>
            <a:spLocks noGrp="1"/>
          </p:cNvSpPr>
          <p:nvPr>
            <p:ph type="sldNum" sz="quarter" idx="4"/>
          </p:nvPr>
        </p:nvSpPr>
        <p:spPr>
          <a:xfrm>
            <a:off x="11344869" y="6492875"/>
            <a:ext cx="498402" cy="365125"/>
          </a:xfrm>
        </p:spPr>
        <p:txBody>
          <a:bodyPr/>
          <a:lstStyle/>
          <a:p>
            <a:fld id="{5AE1514C-5E56-4738-A1FF-4B1CFD2A3E36}" type="slidenum">
              <a:rPr lang="en-US" smtClean="0"/>
              <a:t>11</a:t>
            </a:fld>
            <a:endParaRPr lang="en-US" dirty="0"/>
          </a:p>
        </p:txBody>
      </p:sp>
      <p:sp>
        <p:nvSpPr>
          <p:cNvPr id="3" name="Shape 4">
            <a:extLst>
              <a:ext uri="{FF2B5EF4-FFF2-40B4-BE49-F238E27FC236}">
                <a16:creationId xmlns:a16="http://schemas.microsoft.com/office/drawing/2014/main" id="{77DDCB55-4F67-5191-0BD5-211D2B950804}"/>
              </a:ext>
            </a:extLst>
          </p:cNvPr>
          <p:cNvSpPr/>
          <p:nvPr/>
        </p:nvSpPr>
        <p:spPr>
          <a:xfrm>
            <a:off x="381360" y="1708106"/>
            <a:ext cx="5714640" cy="4864320"/>
          </a:xfrm>
          <a:prstGeom prst="roundRect">
            <a:avLst>
              <a:gd name="adj" fmla="val 2256"/>
            </a:avLst>
          </a:prstGeom>
          <a:solidFill>
            <a:srgbClr val="09131D"/>
          </a:solidFill>
          <a:ln w="12700">
            <a:solidFill>
              <a:srgbClr val="2946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 name="Shape 5">
            <a:extLst>
              <a:ext uri="{FF2B5EF4-FFF2-40B4-BE49-F238E27FC236}">
                <a16:creationId xmlns:a16="http://schemas.microsoft.com/office/drawing/2014/main" id="{E25243A8-FD5F-F4D6-2BAD-B62E7F018398}"/>
              </a:ext>
            </a:extLst>
          </p:cNvPr>
          <p:cNvSpPr/>
          <p:nvPr/>
        </p:nvSpPr>
        <p:spPr>
          <a:xfrm>
            <a:off x="600600" y="1918346"/>
            <a:ext cx="109440" cy="109440"/>
          </a:xfrm>
          <a:prstGeom prst="ellipse">
            <a:avLst/>
          </a:prstGeom>
          <a:solidFill>
            <a:srgbClr val="E05A47"/>
          </a:solidFill>
          <a:ln w="12700">
            <a:solidFill>
              <a:srgbClr val="E05A47"/>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8" name="Shape 6">
            <a:extLst>
              <a:ext uri="{FF2B5EF4-FFF2-40B4-BE49-F238E27FC236}">
                <a16:creationId xmlns:a16="http://schemas.microsoft.com/office/drawing/2014/main" id="{F477D261-5FF6-9E40-1880-7E208FFE99C5}"/>
              </a:ext>
            </a:extLst>
          </p:cNvPr>
          <p:cNvSpPr/>
          <p:nvPr/>
        </p:nvSpPr>
        <p:spPr>
          <a:xfrm>
            <a:off x="783480" y="1918346"/>
            <a:ext cx="109440" cy="109440"/>
          </a:xfrm>
          <a:prstGeom prst="ellipse">
            <a:avLst/>
          </a:prstGeom>
          <a:solidFill>
            <a:srgbClr val="E0B247"/>
          </a:solidFill>
          <a:ln w="12700">
            <a:solidFill>
              <a:srgbClr val="E0B247"/>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10" name="Shape 7">
            <a:extLst>
              <a:ext uri="{FF2B5EF4-FFF2-40B4-BE49-F238E27FC236}">
                <a16:creationId xmlns:a16="http://schemas.microsoft.com/office/drawing/2014/main" id="{6CEBF95D-CDED-EAA2-9EA3-3C37CDF5D7A5}"/>
              </a:ext>
            </a:extLst>
          </p:cNvPr>
          <p:cNvSpPr/>
          <p:nvPr/>
        </p:nvSpPr>
        <p:spPr>
          <a:xfrm>
            <a:off x="966360" y="1918346"/>
            <a:ext cx="109440" cy="109440"/>
          </a:xfrm>
          <a:prstGeom prst="ellipse">
            <a:avLst/>
          </a:prstGeom>
          <a:solidFill>
            <a:srgbClr val="55B873"/>
          </a:solidFill>
          <a:ln w="12700">
            <a:solidFill>
              <a:srgbClr val="55B873"/>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12" name="Text 8">
            <a:extLst>
              <a:ext uri="{FF2B5EF4-FFF2-40B4-BE49-F238E27FC236}">
                <a16:creationId xmlns:a16="http://schemas.microsoft.com/office/drawing/2014/main" id="{6FB111AA-D18E-66B2-1E97-A10820BB8818}"/>
              </a:ext>
            </a:extLst>
          </p:cNvPr>
          <p:cNvSpPr/>
          <p:nvPr/>
        </p:nvSpPr>
        <p:spPr>
          <a:xfrm>
            <a:off x="1231680" y="1817906"/>
            <a:ext cx="2102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50" b="0" u="none" strike="noStrike">
                <a:solidFill>
                  <a:srgbClr val="9CB1C1"/>
                </a:solidFill>
                <a:effectLst/>
                <a:uFillTx/>
                <a:latin typeface="Roboto Mono"/>
                <a:ea typeface="Roboto Mono"/>
              </a:rPr>
              <a:t>sequin_rep  —  bash</a:t>
            </a:r>
            <a:endParaRPr lang="en-US" sz="1050" b="0" u="none" strike="noStrike">
              <a:solidFill>
                <a:srgbClr val="FFFFFF"/>
              </a:solidFill>
              <a:effectLst/>
              <a:uFillTx/>
              <a:latin typeface="Arial"/>
            </a:endParaRPr>
          </a:p>
        </p:txBody>
      </p:sp>
      <p:sp>
        <p:nvSpPr>
          <p:cNvPr id="16" name="Text 9">
            <a:extLst>
              <a:ext uri="{FF2B5EF4-FFF2-40B4-BE49-F238E27FC236}">
                <a16:creationId xmlns:a16="http://schemas.microsoft.com/office/drawing/2014/main" id="{7B437148-5DA8-AAB6-ADDD-4EFD7E7FFDFF}"/>
              </a:ext>
            </a:extLst>
          </p:cNvPr>
          <p:cNvSpPr/>
          <p:nvPr/>
        </p:nvSpPr>
        <p:spPr>
          <a:xfrm>
            <a:off x="637320" y="2229386"/>
            <a:ext cx="5166000" cy="3931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r>
              <a:rPr lang="en-US" sz="1400" b="0" u="none" strike="noStrike" dirty="0">
                <a:solidFill>
                  <a:srgbClr val="8292A2"/>
                </a:solidFill>
                <a:effectLst/>
                <a:uFillTx/>
                <a:latin typeface="Consolas"/>
                <a:ea typeface="Consolas"/>
              </a:rPr>
              <a:t> 1 </a:t>
            </a:r>
            <a:r>
              <a:rPr lang="en-US" sz="1400" b="0" u="none" strike="noStrike" dirty="0">
                <a:solidFill>
                  <a:srgbClr val="FFFFFF"/>
                </a:solidFill>
                <a:effectLst/>
                <a:uFillTx/>
                <a:latin typeface="Consolas"/>
                <a:ea typeface="Consolas"/>
              </a:rPr>
              <a:t>$ cd /</a:t>
            </a:r>
            <a:r>
              <a:rPr lang="en-US" sz="1400" b="0" u="none" strike="noStrike" dirty="0" err="1">
                <a:solidFill>
                  <a:srgbClr val="FFFFFF"/>
                </a:solidFill>
                <a:effectLst/>
                <a:uFillTx/>
                <a:latin typeface="Consolas"/>
                <a:ea typeface="Consolas"/>
              </a:rPr>
              <a:t>iccps</a:t>
            </a:r>
            <a:r>
              <a:rPr lang="en-US" sz="1400" b="0" u="none" strike="noStrike" dirty="0">
                <a:solidFill>
                  <a:srgbClr val="FFFFFF"/>
                </a:solidFill>
                <a:effectLst/>
                <a:uFillTx/>
                <a:latin typeface="Consolas"/>
                <a:ea typeface="Consolas"/>
              </a:rPr>
              <a:t>-sequin</a:t>
            </a:r>
            <a:endParaRPr lang="en-US" sz="1400" b="0" u="none" strike="noStrike" dirty="0">
              <a:solidFill>
                <a:srgbClr val="FFFFFF"/>
              </a:solidFill>
              <a:effectLst/>
              <a:uFillTx/>
              <a:latin typeface="Arial"/>
            </a:endParaRPr>
          </a:p>
          <a:p>
            <a:r>
              <a:rPr lang="en-US" sz="1400" b="0" u="none" strike="noStrike" dirty="0">
                <a:solidFill>
                  <a:srgbClr val="8292A2"/>
                </a:solidFill>
                <a:effectLst/>
                <a:uFillTx/>
                <a:latin typeface="Consolas"/>
                <a:ea typeface="Consolas"/>
              </a:rPr>
              <a:t> 2 </a:t>
            </a:r>
            <a:r>
              <a:rPr lang="en-US" sz="1400" b="0" u="none" strike="noStrike" dirty="0">
                <a:solidFill>
                  <a:srgbClr val="FFFFFF"/>
                </a:solidFill>
                <a:effectLst/>
                <a:uFillTx/>
                <a:latin typeface="Consolas"/>
                <a:ea typeface="Consolas"/>
              </a:rPr>
              <a:t>$ </a:t>
            </a:r>
            <a:r>
              <a:rPr lang="en-US" sz="1400" b="0" u="none" strike="noStrike" dirty="0" err="1">
                <a:solidFill>
                  <a:srgbClr val="FFFFFF"/>
                </a:solidFill>
                <a:effectLst/>
                <a:uFillTx/>
                <a:latin typeface="Consolas"/>
                <a:ea typeface="Consolas"/>
              </a:rPr>
              <a:t>julia</a:t>
            </a:r>
            <a:r>
              <a:rPr lang="en-US" sz="1400" b="0" u="none" strike="noStrike" dirty="0">
                <a:solidFill>
                  <a:srgbClr val="FFFFFF"/>
                </a:solidFill>
                <a:effectLst/>
                <a:uFillTx/>
                <a:latin typeface="Consolas"/>
                <a:ea typeface="Consolas"/>
              </a:rPr>
              <a:t> --project=. </a:t>
            </a:r>
            <a:r>
              <a:rPr lang="en-US" sz="1400" b="0" u="none" strike="noStrike" dirty="0" err="1">
                <a:solidFill>
                  <a:srgbClr val="FFFFFF"/>
                </a:solidFill>
                <a:effectLst/>
                <a:uFillTx/>
                <a:latin typeface="Consolas"/>
                <a:ea typeface="Consolas"/>
              </a:rPr>
              <a:t>src</a:t>
            </a:r>
            <a:r>
              <a:rPr lang="en-US" sz="1400" b="0" u="none" strike="noStrike" dirty="0">
                <a:solidFill>
                  <a:srgbClr val="FFFFFF"/>
                </a:solidFill>
                <a:effectLst/>
                <a:uFillTx/>
                <a:latin typeface="Consolas"/>
                <a:ea typeface="Consolas"/>
              </a:rPr>
              <a:t>/</a:t>
            </a:r>
            <a:r>
              <a:rPr lang="en-US" sz="1400" b="0" u="none" strike="noStrike" dirty="0" err="1">
                <a:solidFill>
                  <a:srgbClr val="FFFFFF"/>
                </a:solidFill>
                <a:effectLst/>
                <a:uFillTx/>
                <a:latin typeface="Consolas"/>
                <a:ea typeface="Consolas"/>
              </a:rPr>
              <a:t>REPmain.jl</a:t>
            </a:r>
            <a:r>
              <a:rPr lang="en-US" sz="1400" b="0" u="none" strike="noStrike" dirty="0">
                <a:solidFill>
                  <a:srgbClr val="FFFFFF"/>
                </a:solidFill>
                <a:effectLst/>
                <a:uFillTx/>
                <a:latin typeface="Consolas"/>
                <a:ea typeface="Consolas"/>
              </a:rPr>
              <a:t> </a:t>
            </a:r>
            <a:r>
              <a:rPr lang="en-US" sz="1400" b="0" u="none" strike="noStrike" dirty="0">
                <a:solidFill>
                  <a:srgbClr val="F8F8F2"/>
                </a:solidFill>
                <a:effectLst/>
                <a:uFillTx/>
                <a:latin typeface="Consolas"/>
                <a:ea typeface="Consolas"/>
              </a:rPr>
              <a:t>\</a:t>
            </a:r>
            <a:endParaRPr lang="en-US" sz="1400" b="0" u="none" strike="noStrike" dirty="0">
              <a:solidFill>
                <a:srgbClr val="FFFFFF"/>
              </a:solidFill>
              <a:effectLst/>
              <a:uFillTx/>
              <a:latin typeface="Arial"/>
            </a:endParaRPr>
          </a:p>
          <a:p>
            <a:r>
              <a:rPr lang="en-US" sz="1400" b="0" u="none" strike="noStrike" dirty="0">
                <a:solidFill>
                  <a:srgbClr val="8292A2"/>
                </a:solidFill>
                <a:effectLst/>
                <a:uFillTx/>
                <a:latin typeface="Consolas"/>
                <a:ea typeface="Consolas"/>
              </a:rPr>
              <a:t> 3 </a:t>
            </a:r>
            <a:r>
              <a:rPr lang="en-US" sz="1400" b="0" u="none" strike="noStrike" dirty="0">
                <a:solidFill>
                  <a:srgbClr val="FFFFFF"/>
                </a:solidFill>
                <a:effectLst/>
                <a:uFillTx/>
                <a:latin typeface="Consolas"/>
                <a:ea typeface="Consolas"/>
              </a:rPr>
              <a:t>    --</a:t>
            </a:r>
            <a:r>
              <a:rPr lang="en-US" sz="1400" b="0" u="none" strike="noStrike" dirty="0" err="1">
                <a:solidFill>
                  <a:srgbClr val="FFFFFF"/>
                </a:solidFill>
                <a:effectLst/>
                <a:uFillTx/>
                <a:latin typeface="Consolas"/>
                <a:ea typeface="Consolas"/>
              </a:rPr>
              <a:t>use_separate_budgets</a:t>
            </a:r>
            <a:r>
              <a:rPr lang="en-US" sz="1400" b="0" u="none" strike="noStrike" dirty="0">
                <a:solidFill>
                  <a:srgbClr val="FFFFFF"/>
                </a:solidFill>
                <a:effectLst/>
                <a:uFillTx/>
                <a:latin typeface="Consolas"/>
                <a:ea typeface="Consolas"/>
              </a:rPr>
              <a:t> --rerun </a:t>
            </a:r>
            <a:r>
              <a:rPr lang="en-US" sz="1400" b="0" u="none" strike="noStrike" dirty="0">
                <a:solidFill>
                  <a:srgbClr val="F8F8F2"/>
                </a:solidFill>
                <a:effectLst/>
                <a:uFillTx/>
                <a:latin typeface="Consolas"/>
                <a:ea typeface="Consolas"/>
              </a:rPr>
              <a:t>\</a:t>
            </a:r>
            <a:endParaRPr lang="en-US" sz="1400" b="0" u="none" strike="noStrike" dirty="0">
              <a:solidFill>
                <a:srgbClr val="FFFFFF"/>
              </a:solidFill>
              <a:effectLst/>
              <a:uFillTx/>
              <a:latin typeface="Arial"/>
            </a:endParaRPr>
          </a:p>
          <a:p>
            <a:r>
              <a:rPr lang="en-US" sz="1400" b="0" u="none" strike="noStrike" dirty="0">
                <a:solidFill>
                  <a:srgbClr val="8292A2"/>
                </a:solidFill>
                <a:effectLst/>
                <a:uFillTx/>
                <a:latin typeface="Consolas"/>
                <a:ea typeface="Consolas"/>
              </a:rPr>
              <a:t> 4 </a:t>
            </a:r>
            <a:r>
              <a:rPr lang="en-US" sz="1400" b="0" u="none" strike="noStrike" dirty="0">
                <a:solidFill>
                  <a:srgbClr val="FFFFFF"/>
                </a:solidFill>
                <a:effectLst/>
                <a:uFillTx/>
                <a:latin typeface="Consolas"/>
                <a:ea typeface="Consolas"/>
              </a:rPr>
              <a:t>    --case pglib_opf_case14_ieee.m </a:t>
            </a:r>
            <a:r>
              <a:rPr lang="en-US" sz="1400" b="0" u="none" strike="noStrike" dirty="0">
                <a:solidFill>
                  <a:srgbClr val="F8F8F2"/>
                </a:solidFill>
                <a:effectLst/>
                <a:uFillTx/>
                <a:latin typeface="Consolas"/>
                <a:ea typeface="Consolas"/>
              </a:rPr>
              <a:t>\</a:t>
            </a:r>
            <a:endParaRPr lang="en-US" sz="1400" b="0" u="none" strike="noStrike" dirty="0">
              <a:solidFill>
                <a:srgbClr val="FFFFFF"/>
              </a:solidFill>
              <a:effectLst/>
              <a:uFillTx/>
              <a:latin typeface="Arial"/>
            </a:endParaRPr>
          </a:p>
          <a:p>
            <a:r>
              <a:rPr lang="en-US" sz="1400" b="0" u="none" strike="noStrike" dirty="0">
                <a:solidFill>
                  <a:srgbClr val="8292A2"/>
                </a:solidFill>
                <a:effectLst/>
                <a:uFillTx/>
                <a:latin typeface="Consolas"/>
                <a:ea typeface="Consolas"/>
              </a:rPr>
              <a:t> 5 </a:t>
            </a:r>
            <a:r>
              <a:rPr lang="en-US" sz="1400" b="0" u="none" strike="noStrike" dirty="0">
                <a:solidFill>
                  <a:srgbClr val="FFFFFF"/>
                </a:solidFill>
                <a:effectLst/>
                <a:uFillTx/>
                <a:latin typeface="Consolas"/>
                <a:ea typeface="Consolas"/>
              </a:rPr>
              <a:t>    --problem SEQUIN -l 2 -k 2</a:t>
            </a:r>
            <a:endParaRPr lang="en-US" sz="1400" b="0" u="none" strike="noStrike" dirty="0">
              <a:solidFill>
                <a:srgbClr val="FFFFFF"/>
              </a:solidFill>
              <a:effectLst/>
              <a:uFillTx/>
              <a:latin typeface="Arial"/>
            </a:endParaRPr>
          </a:p>
          <a:p>
            <a:r>
              <a:rPr lang="en-US" sz="1400" b="0" u="none" strike="noStrike" dirty="0">
                <a:solidFill>
                  <a:srgbClr val="8292A2"/>
                </a:solidFill>
                <a:effectLst/>
                <a:uFillTx/>
                <a:latin typeface="Consolas"/>
                <a:ea typeface="Consolas"/>
              </a:rPr>
              <a:t> 6 </a:t>
            </a:r>
            <a:endParaRPr lang="en-US" sz="1400" b="0" u="none" strike="noStrike" dirty="0">
              <a:solidFill>
                <a:srgbClr val="FFFFFF"/>
              </a:solidFill>
              <a:effectLst/>
              <a:uFillTx/>
              <a:latin typeface="Arial"/>
            </a:endParaRPr>
          </a:p>
          <a:p>
            <a:r>
              <a:rPr lang="en-US" sz="1400" b="0" u="none" strike="noStrike" dirty="0">
                <a:solidFill>
                  <a:srgbClr val="8292A2"/>
                </a:solidFill>
                <a:effectLst/>
                <a:uFillTx/>
                <a:latin typeface="Consolas"/>
                <a:ea typeface="Consolas"/>
              </a:rPr>
              <a:t> 7 </a:t>
            </a:r>
            <a:r>
              <a:rPr lang="en-US" sz="1400" b="0" u="none" strike="noStrike" dirty="0">
                <a:solidFill>
                  <a:srgbClr val="F8F8F2"/>
                </a:solidFill>
                <a:effectLst/>
                <a:uFillTx/>
                <a:latin typeface="Consolas"/>
                <a:ea typeface="Consolas"/>
              </a:rPr>
              <a:t>[</a:t>
            </a:r>
            <a:r>
              <a:rPr lang="en-US" sz="1400" b="0" u="none" strike="noStrike" dirty="0">
                <a:solidFill>
                  <a:srgbClr val="FFFFFF"/>
                </a:solidFill>
                <a:effectLst/>
                <a:uFillTx/>
                <a:latin typeface="Consolas"/>
                <a:ea typeface="Consolas"/>
              </a:rPr>
              <a:t> </a:t>
            </a:r>
            <a:r>
              <a:rPr lang="en-US" sz="1400" b="0" u="none" strike="noStrike" dirty="0" err="1">
                <a:solidFill>
                  <a:srgbClr val="FFFFFF"/>
                </a:solidFill>
                <a:effectLst/>
                <a:uFillTx/>
                <a:latin typeface="Consolas"/>
                <a:ea typeface="Consolas"/>
              </a:rPr>
              <a:t>Gurobi</a:t>
            </a:r>
            <a:r>
              <a:rPr lang="en-US" sz="1400" b="0" u="none" strike="noStrike" dirty="0">
                <a:solidFill>
                  <a:srgbClr val="FFFFFF"/>
                </a:solidFill>
                <a:effectLst/>
                <a:uFillTx/>
                <a:latin typeface="Consolas"/>
                <a:ea typeface="Consolas"/>
              </a:rPr>
              <a:t> </a:t>
            </a:r>
            <a:r>
              <a:rPr lang="en-US" sz="1400" b="0" u="none" strike="noStrike" dirty="0">
                <a:solidFill>
                  <a:srgbClr val="F8F8F2"/>
                </a:solidFill>
                <a:effectLst/>
                <a:uFillTx/>
                <a:latin typeface="Consolas"/>
                <a:ea typeface="Consolas"/>
              </a:rPr>
              <a:t>]</a:t>
            </a:r>
            <a:r>
              <a:rPr lang="en-US" sz="1400" b="0" u="none" strike="noStrike" dirty="0">
                <a:solidFill>
                  <a:srgbClr val="FFFFFF"/>
                </a:solidFill>
                <a:effectLst/>
                <a:uFillTx/>
                <a:latin typeface="Consolas"/>
                <a:ea typeface="Consolas"/>
              </a:rPr>
              <a:t>  Optimizing model </a:t>
            </a:r>
            <a:r>
              <a:rPr lang="en-US" sz="1400" b="0" u="none" strike="noStrike" dirty="0">
                <a:solidFill>
                  <a:srgbClr val="F8F8F2"/>
                </a:solidFill>
                <a:effectLst/>
                <a:uFillTx/>
                <a:latin typeface="Consolas"/>
                <a:ea typeface="Consolas"/>
              </a:rPr>
              <a:t>..</a:t>
            </a:r>
            <a:r>
              <a:rPr lang="en-US" sz="1400" b="0" u="none" strike="noStrike" dirty="0">
                <a:solidFill>
                  <a:srgbClr val="FFFFFF"/>
                </a:solidFill>
                <a:effectLst/>
                <a:uFillTx/>
                <a:latin typeface="Consolas"/>
                <a:ea typeface="Consolas"/>
              </a:rPr>
              <a:t>.</a:t>
            </a:r>
            <a:endParaRPr lang="en-US" sz="1400" b="0" u="none" strike="noStrike" dirty="0">
              <a:solidFill>
                <a:srgbClr val="FFFFFF"/>
              </a:solidFill>
              <a:effectLst/>
              <a:uFillTx/>
              <a:latin typeface="Arial"/>
            </a:endParaRPr>
          </a:p>
          <a:p>
            <a:r>
              <a:rPr lang="en-US" sz="1400" b="0" u="none" strike="noStrike" dirty="0">
                <a:solidFill>
                  <a:srgbClr val="8292A2"/>
                </a:solidFill>
                <a:effectLst/>
                <a:uFillTx/>
                <a:latin typeface="Consolas"/>
                <a:ea typeface="Consolas"/>
              </a:rPr>
              <a:t> 8 </a:t>
            </a:r>
            <a:r>
              <a:rPr lang="en-US" sz="1400" b="0" u="none" strike="noStrike" dirty="0">
                <a:solidFill>
                  <a:srgbClr val="F8F8F2"/>
                </a:solidFill>
                <a:effectLst/>
                <a:uFillTx/>
                <a:latin typeface="Consolas"/>
                <a:ea typeface="Consolas"/>
              </a:rPr>
              <a:t>[</a:t>
            </a:r>
            <a:r>
              <a:rPr lang="en-US" sz="1400" b="0" u="none" strike="noStrike" dirty="0">
                <a:solidFill>
                  <a:srgbClr val="FFFFFF"/>
                </a:solidFill>
                <a:effectLst/>
                <a:uFillTx/>
                <a:latin typeface="Consolas"/>
                <a:ea typeface="Consolas"/>
              </a:rPr>
              <a:t> status </a:t>
            </a:r>
            <a:r>
              <a:rPr lang="en-US" sz="1400" b="0" u="none" strike="noStrike" dirty="0">
                <a:solidFill>
                  <a:srgbClr val="F8F8F2"/>
                </a:solidFill>
                <a:effectLst/>
                <a:uFillTx/>
                <a:latin typeface="Consolas"/>
                <a:ea typeface="Consolas"/>
              </a:rPr>
              <a:t>]</a:t>
            </a:r>
            <a:r>
              <a:rPr lang="en-US" sz="1400" b="0" u="none" strike="noStrike" dirty="0">
                <a:solidFill>
                  <a:srgbClr val="FFFFFF"/>
                </a:solidFill>
                <a:effectLst/>
                <a:uFillTx/>
                <a:latin typeface="Consolas"/>
                <a:ea typeface="Consolas"/>
              </a:rPr>
              <a:t>  OPTIMAL</a:t>
            </a:r>
            <a:endParaRPr lang="en-US" sz="1400" b="0" u="none" strike="noStrike" dirty="0">
              <a:solidFill>
                <a:srgbClr val="FFFFFF"/>
              </a:solidFill>
              <a:effectLst/>
              <a:uFillTx/>
              <a:latin typeface="Arial"/>
            </a:endParaRPr>
          </a:p>
          <a:p>
            <a:r>
              <a:rPr lang="en-US" sz="1400" b="0" u="none" strike="noStrike" dirty="0">
                <a:solidFill>
                  <a:srgbClr val="8292A2"/>
                </a:solidFill>
                <a:effectLst/>
                <a:uFillTx/>
                <a:latin typeface="Consolas"/>
                <a:ea typeface="Consolas"/>
              </a:rPr>
              <a:t> 9 </a:t>
            </a:r>
            <a:r>
              <a:rPr lang="en-US" sz="1400" b="0" u="none" strike="noStrike" dirty="0">
                <a:solidFill>
                  <a:srgbClr val="F8F8F2"/>
                </a:solidFill>
                <a:effectLst/>
                <a:uFillTx/>
                <a:latin typeface="Consolas"/>
                <a:ea typeface="Consolas"/>
              </a:rPr>
              <a:t>[</a:t>
            </a:r>
            <a:r>
              <a:rPr lang="en-US" sz="1400" b="0" u="none" strike="noStrike" dirty="0">
                <a:solidFill>
                  <a:srgbClr val="FFFFFF"/>
                </a:solidFill>
                <a:effectLst/>
                <a:uFillTx/>
                <a:latin typeface="Consolas"/>
                <a:ea typeface="Consolas"/>
              </a:rPr>
              <a:t> attack </a:t>
            </a:r>
            <a:r>
              <a:rPr lang="en-US" sz="1400" b="0" u="none" strike="noStrike" dirty="0">
                <a:solidFill>
                  <a:srgbClr val="F8F8F2"/>
                </a:solidFill>
                <a:effectLst/>
                <a:uFillTx/>
                <a:latin typeface="Consolas"/>
                <a:ea typeface="Consolas"/>
              </a:rPr>
              <a:t>]</a:t>
            </a:r>
            <a:r>
              <a:rPr lang="en-US" sz="1400" b="0" u="none" strike="noStrike" dirty="0">
                <a:solidFill>
                  <a:srgbClr val="FFFFFF"/>
                </a:solidFill>
                <a:effectLst/>
                <a:uFillTx/>
                <a:latin typeface="Consolas"/>
                <a:ea typeface="Consolas"/>
              </a:rPr>
              <a:t>  </a:t>
            </a:r>
            <a:r>
              <a:rPr lang="en-US" sz="1400" b="0" u="none" strike="noStrike" dirty="0">
                <a:solidFill>
                  <a:srgbClr val="F8F8F2"/>
                </a:solidFill>
                <a:effectLst/>
                <a:uFillTx/>
                <a:latin typeface="Consolas"/>
                <a:ea typeface="Consolas"/>
              </a:rPr>
              <a:t>[[</a:t>
            </a:r>
            <a:r>
              <a:rPr lang="en-US" sz="1400" b="0" u="none" strike="noStrike" dirty="0">
                <a:solidFill>
                  <a:srgbClr val="FFFFFF"/>
                </a:solidFill>
                <a:effectLst/>
                <a:uFillTx/>
                <a:latin typeface="Consolas"/>
                <a:ea typeface="Consolas"/>
              </a:rPr>
              <a:t>7</a:t>
            </a:r>
            <a:r>
              <a:rPr lang="en-US" sz="1400" b="0" u="none" strike="noStrike" dirty="0">
                <a:solidFill>
                  <a:srgbClr val="F8F8F2"/>
                </a:solidFill>
                <a:effectLst/>
                <a:uFillTx/>
                <a:latin typeface="Consolas"/>
                <a:ea typeface="Consolas"/>
              </a:rPr>
              <a:t>]</a:t>
            </a:r>
            <a:r>
              <a:rPr lang="en-US" sz="1400" b="0" u="none" strike="noStrike" dirty="0">
                <a:solidFill>
                  <a:srgbClr val="FFFFFF"/>
                </a:solidFill>
                <a:effectLst/>
                <a:uFillTx/>
                <a:latin typeface="Consolas"/>
                <a:ea typeface="Consolas"/>
              </a:rPr>
              <a:t>, </a:t>
            </a:r>
            <a:r>
              <a:rPr lang="en-US" sz="1400" b="0" u="none" strike="noStrike" dirty="0">
                <a:solidFill>
                  <a:srgbClr val="F8F8F2"/>
                </a:solidFill>
                <a:effectLst/>
                <a:uFillTx/>
                <a:latin typeface="Consolas"/>
                <a:ea typeface="Consolas"/>
              </a:rPr>
              <a:t>[</a:t>
            </a:r>
            <a:r>
              <a:rPr lang="en-US" sz="1400" b="0" u="none" strike="noStrike" dirty="0">
                <a:solidFill>
                  <a:srgbClr val="FFFFFF"/>
                </a:solidFill>
                <a:effectLst/>
                <a:uFillTx/>
                <a:latin typeface="Consolas"/>
                <a:ea typeface="Consolas"/>
              </a:rPr>
              <a:t>1</a:t>
            </a:r>
            <a:r>
              <a:rPr lang="en-US" sz="1400" b="0" u="none" strike="noStrike" dirty="0">
                <a:solidFill>
                  <a:srgbClr val="F8F8F2"/>
                </a:solidFill>
                <a:effectLst/>
                <a:uFillTx/>
                <a:latin typeface="Consolas"/>
                <a:ea typeface="Consolas"/>
              </a:rPr>
              <a:t>]]</a:t>
            </a:r>
            <a:endParaRPr lang="en-US" sz="1400" b="0" u="none" strike="noStrike" dirty="0">
              <a:solidFill>
                <a:srgbClr val="FFFFFF"/>
              </a:solidFill>
              <a:effectLst/>
              <a:uFillTx/>
              <a:latin typeface="Arial"/>
            </a:endParaRPr>
          </a:p>
          <a:p>
            <a:r>
              <a:rPr lang="en-US" sz="1400" b="0" u="none" strike="noStrike" dirty="0">
                <a:solidFill>
                  <a:srgbClr val="8292A2"/>
                </a:solidFill>
                <a:effectLst/>
                <a:uFillTx/>
                <a:latin typeface="Consolas"/>
                <a:ea typeface="Consolas"/>
              </a:rPr>
              <a:t>10 </a:t>
            </a:r>
            <a:r>
              <a:rPr lang="en-US" sz="1400" b="0" u="none" strike="noStrike" dirty="0">
                <a:solidFill>
                  <a:srgbClr val="F8F8F2"/>
                </a:solidFill>
                <a:effectLst/>
                <a:uFillTx/>
                <a:latin typeface="Consolas"/>
                <a:ea typeface="Consolas"/>
              </a:rPr>
              <a:t>[</a:t>
            </a:r>
            <a:r>
              <a:rPr lang="en-US" sz="1400" b="0" u="none" strike="noStrike" dirty="0">
                <a:solidFill>
                  <a:srgbClr val="FFFFFF"/>
                </a:solidFill>
                <a:effectLst/>
                <a:uFillTx/>
                <a:latin typeface="Consolas"/>
                <a:ea typeface="Consolas"/>
              </a:rPr>
              <a:t> load shed </a:t>
            </a:r>
            <a:r>
              <a:rPr lang="en-US" sz="1400" b="0" u="none" strike="noStrike" dirty="0">
                <a:solidFill>
                  <a:srgbClr val="F8F8F2"/>
                </a:solidFill>
                <a:effectLst/>
                <a:uFillTx/>
                <a:latin typeface="Consolas"/>
                <a:ea typeface="Consolas"/>
              </a:rPr>
              <a:t>]</a:t>
            </a:r>
            <a:r>
              <a:rPr lang="en-US" sz="1400" b="0" u="none" strike="noStrike" dirty="0">
                <a:solidFill>
                  <a:srgbClr val="FFFFFF"/>
                </a:solidFill>
                <a:effectLst/>
                <a:uFillTx/>
                <a:latin typeface="Consolas"/>
                <a:ea typeface="Consolas"/>
              </a:rPr>
              <a:t>  2.531</a:t>
            </a:r>
            <a:endParaRPr lang="en-US" sz="1400" b="0" u="none" strike="noStrike" dirty="0">
              <a:solidFill>
                <a:srgbClr val="FFFFFF"/>
              </a:solidFill>
              <a:effectLst/>
              <a:uFillTx/>
              <a:latin typeface="Arial"/>
            </a:endParaRPr>
          </a:p>
          <a:p>
            <a:r>
              <a:rPr lang="en-US" sz="1400" b="0" u="none" strike="noStrike" dirty="0">
                <a:solidFill>
                  <a:srgbClr val="8292A2"/>
                </a:solidFill>
                <a:effectLst/>
                <a:uFillTx/>
                <a:latin typeface="Consolas"/>
                <a:ea typeface="Consolas"/>
              </a:rPr>
              <a:t>11 </a:t>
            </a:r>
            <a:endParaRPr lang="en-US" sz="1400" b="0" u="none" strike="noStrike" dirty="0">
              <a:solidFill>
                <a:srgbClr val="FFFFFF"/>
              </a:solidFill>
              <a:effectLst/>
              <a:uFillTx/>
              <a:latin typeface="Arial"/>
            </a:endParaRPr>
          </a:p>
          <a:p>
            <a:r>
              <a:rPr lang="en-US" sz="1400" b="0" u="none" strike="noStrike" dirty="0">
                <a:solidFill>
                  <a:srgbClr val="8292A2"/>
                </a:solidFill>
                <a:effectLst/>
                <a:uFillTx/>
                <a:latin typeface="Consolas"/>
                <a:ea typeface="Consolas"/>
              </a:rPr>
              <a:t>12 </a:t>
            </a:r>
            <a:r>
              <a:rPr lang="en-US" sz="1400" b="0" u="none" strike="noStrike" dirty="0">
                <a:solidFill>
                  <a:srgbClr val="FFFFFF"/>
                </a:solidFill>
                <a:effectLst/>
                <a:uFillTx/>
                <a:latin typeface="Consolas"/>
                <a:ea typeface="Consolas"/>
              </a:rPr>
              <a:t>✓ Julia environment</a:t>
            </a:r>
            <a:endParaRPr lang="en-US" sz="1400" b="0" u="none" strike="noStrike" dirty="0">
              <a:solidFill>
                <a:srgbClr val="FFFFFF"/>
              </a:solidFill>
              <a:effectLst/>
              <a:uFillTx/>
              <a:latin typeface="Arial"/>
            </a:endParaRPr>
          </a:p>
          <a:p>
            <a:r>
              <a:rPr lang="en-US" sz="1400" b="0" u="none" strike="noStrike" dirty="0">
                <a:solidFill>
                  <a:srgbClr val="8292A2"/>
                </a:solidFill>
                <a:effectLst/>
                <a:uFillTx/>
                <a:latin typeface="Consolas"/>
                <a:ea typeface="Consolas"/>
              </a:rPr>
              <a:t>13 </a:t>
            </a:r>
            <a:r>
              <a:rPr lang="en-US" sz="1400" b="0" u="none" strike="noStrike" dirty="0">
                <a:solidFill>
                  <a:srgbClr val="FFFFFF"/>
                </a:solidFill>
                <a:effectLst/>
                <a:uFillTx/>
                <a:latin typeface="Consolas"/>
                <a:ea typeface="Consolas"/>
              </a:rPr>
              <a:t>✓ </a:t>
            </a:r>
            <a:r>
              <a:rPr lang="en-US" sz="1400" b="0" u="none" strike="noStrike" dirty="0" err="1">
                <a:solidFill>
                  <a:srgbClr val="FFFFFF"/>
                </a:solidFill>
                <a:effectLst/>
                <a:uFillTx/>
                <a:latin typeface="Consolas"/>
                <a:ea typeface="Consolas"/>
              </a:rPr>
              <a:t>PowerModels</a:t>
            </a:r>
            <a:r>
              <a:rPr lang="en-US" sz="1400" b="0" u="none" strike="noStrike" dirty="0">
                <a:solidFill>
                  <a:srgbClr val="FFFFFF"/>
                </a:solidFill>
                <a:effectLst/>
                <a:uFillTx/>
                <a:latin typeface="Consolas"/>
                <a:ea typeface="Consolas"/>
              </a:rPr>
              <a:t> / </a:t>
            </a:r>
            <a:r>
              <a:rPr lang="en-US" sz="1400" b="0" u="none" strike="noStrike" dirty="0" err="1">
                <a:solidFill>
                  <a:srgbClr val="FFFFFF"/>
                </a:solidFill>
                <a:effectLst/>
                <a:uFillTx/>
                <a:latin typeface="Consolas"/>
                <a:ea typeface="Consolas"/>
              </a:rPr>
              <a:t>JuMP</a:t>
            </a:r>
            <a:endParaRPr lang="en-US" sz="1400" b="0" u="none" strike="noStrike" dirty="0">
              <a:solidFill>
                <a:srgbClr val="FFFFFF"/>
              </a:solidFill>
              <a:effectLst/>
              <a:uFillTx/>
              <a:latin typeface="Arial"/>
            </a:endParaRPr>
          </a:p>
          <a:p>
            <a:r>
              <a:rPr lang="en-US" sz="1400" b="0" u="none" strike="noStrike" dirty="0">
                <a:solidFill>
                  <a:srgbClr val="8292A2"/>
                </a:solidFill>
                <a:effectLst/>
                <a:uFillTx/>
                <a:latin typeface="Consolas"/>
                <a:ea typeface="Consolas"/>
              </a:rPr>
              <a:t>14 </a:t>
            </a:r>
            <a:r>
              <a:rPr lang="en-US" sz="1400" b="0" u="none" strike="noStrike" dirty="0">
                <a:solidFill>
                  <a:srgbClr val="FFFFFF"/>
                </a:solidFill>
                <a:effectLst/>
                <a:uFillTx/>
                <a:latin typeface="Consolas"/>
                <a:ea typeface="Consolas"/>
              </a:rPr>
              <a:t>✓ licensed </a:t>
            </a:r>
            <a:r>
              <a:rPr lang="en-US" sz="1400" b="0" u="none" strike="noStrike" dirty="0" err="1">
                <a:solidFill>
                  <a:srgbClr val="FFFFFF"/>
                </a:solidFill>
                <a:effectLst/>
                <a:uFillTx/>
                <a:latin typeface="Consolas"/>
                <a:ea typeface="Consolas"/>
              </a:rPr>
              <a:t>Gurobi</a:t>
            </a:r>
            <a:endParaRPr lang="en-US" sz="1400" b="0" u="none" strike="noStrike" dirty="0">
              <a:solidFill>
                <a:srgbClr val="FFFFFF"/>
              </a:solidFill>
              <a:effectLst/>
              <a:uFillTx/>
              <a:latin typeface="Arial"/>
            </a:endParaRPr>
          </a:p>
          <a:p>
            <a:pPr defTabSz="914400">
              <a:lnSpc>
                <a:spcPct val="100000"/>
              </a:lnSpc>
              <a:tabLst>
                <a:tab pos="0" algn="l"/>
              </a:tabLst>
            </a:pPr>
            <a:r>
              <a:rPr lang="en-US" sz="1400" b="0" u="none" strike="noStrike" dirty="0">
                <a:solidFill>
                  <a:srgbClr val="8292A2"/>
                </a:solidFill>
                <a:effectLst/>
                <a:uFillTx/>
                <a:latin typeface="Consolas"/>
                <a:ea typeface="Consolas"/>
              </a:rPr>
              <a:t>15 </a:t>
            </a:r>
            <a:r>
              <a:rPr lang="en-US" sz="1400" b="0" u="none" strike="noStrike" dirty="0">
                <a:solidFill>
                  <a:srgbClr val="FFFFFF"/>
                </a:solidFill>
                <a:effectLst/>
                <a:uFillTx/>
                <a:latin typeface="Consolas"/>
                <a:ea typeface="Consolas"/>
              </a:rPr>
              <a:t>✓ fresh SEQUIN path</a:t>
            </a:r>
            <a:endParaRPr lang="en-US" sz="1400" b="0" u="none" strike="noStrike" dirty="0">
              <a:solidFill>
                <a:srgbClr val="FFFFFF"/>
              </a:solidFill>
              <a:effectLst/>
              <a:uFillTx/>
              <a:latin typeface="Arial"/>
            </a:endParaRPr>
          </a:p>
        </p:txBody>
      </p:sp>
      <p:sp>
        <p:nvSpPr>
          <p:cNvPr id="23" name="Rounded Rectangle 16">
            <a:extLst>
              <a:ext uri="{FF2B5EF4-FFF2-40B4-BE49-F238E27FC236}">
                <a16:creationId xmlns:a16="http://schemas.microsoft.com/office/drawing/2014/main" id="{381B61B6-0C33-CDFF-7ED4-184C92FA1BC6}"/>
              </a:ext>
            </a:extLst>
          </p:cNvPr>
          <p:cNvSpPr/>
          <p:nvPr/>
        </p:nvSpPr>
        <p:spPr>
          <a:xfrm>
            <a:off x="6946320" y="1041374"/>
            <a:ext cx="3977639" cy="2951892"/>
          </a:xfrm>
          <a:prstGeom prst="roundRect">
            <a:avLst/>
          </a:prstGeom>
          <a:solidFill>
            <a:srgbClr val="0E1E2A"/>
          </a:solidFill>
          <a:ln w="12700">
            <a:solidFill>
              <a:srgbClr val="0E1E2A"/>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5" name="Oval 24">
            <a:extLst>
              <a:ext uri="{FF2B5EF4-FFF2-40B4-BE49-F238E27FC236}">
                <a16:creationId xmlns:a16="http://schemas.microsoft.com/office/drawing/2014/main" id="{3FB13CB6-E33D-A015-6ACA-5117EF5FC95E}"/>
              </a:ext>
            </a:extLst>
          </p:cNvPr>
          <p:cNvSpPr/>
          <p:nvPr/>
        </p:nvSpPr>
        <p:spPr>
          <a:xfrm>
            <a:off x="7156632" y="1224254"/>
            <a:ext cx="109728" cy="76342"/>
          </a:xfrm>
          <a:prstGeom prst="ellipse">
            <a:avLst/>
          </a:prstGeom>
          <a:solidFill>
            <a:srgbClr val="F26B5B"/>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7" name="Oval 26">
            <a:extLst>
              <a:ext uri="{FF2B5EF4-FFF2-40B4-BE49-F238E27FC236}">
                <a16:creationId xmlns:a16="http://schemas.microsoft.com/office/drawing/2014/main" id="{00D1C191-EE5B-E517-A265-6BB0BF2F380B}"/>
              </a:ext>
            </a:extLst>
          </p:cNvPr>
          <p:cNvSpPr/>
          <p:nvPr/>
        </p:nvSpPr>
        <p:spPr>
          <a:xfrm>
            <a:off x="7339512" y="1224254"/>
            <a:ext cx="109728" cy="76342"/>
          </a:xfrm>
          <a:prstGeom prst="ellipse">
            <a:avLst/>
          </a:prstGeom>
          <a:solidFill>
            <a:srgbClr val="F2C14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9" name="Oval 28">
            <a:extLst>
              <a:ext uri="{FF2B5EF4-FFF2-40B4-BE49-F238E27FC236}">
                <a16:creationId xmlns:a16="http://schemas.microsoft.com/office/drawing/2014/main" id="{7C80D107-1989-35FF-C83D-D4C1C65B027E}"/>
              </a:ext>
            </a:extLst>
          </p:cNvPr>
          <p:cNvSpPr/>
          <p:nvPr/>
        </p:nvSpPr>
        <p:spPr>
          <a:xfrm>
            <a:off x="7522392" y="1224254"/>
            <a:ext cx="109728" cy="76342"/>
          </a:xfrm>
          <a:prstGeom prst="ellipse">
            <a:avLst/>
          </a:prstGeom>
          <a:solidFill>
            <a:srgbClr val="4EC97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1" name="TextBox 20">
            <a:extLst>
              <a:ext uri="{FF2B5EF4-FFF2-40B4-BE49-F238E27FC236}">
                <a16:creationId xmlns:a16="http://schemas.microsoft.com/office/drawing/2014/main" id="{1D8EE7D6-6CE7-F5FE-B685-2985590EC192}"/>
              </a:ext>
            </a:extLst>
          </p:cNvPr>
          <p:cNvSpPr txBox="1"/>
          <p:nvPr/>
        </p:nvSpPr>
        <p:spPr>
          <a:xfrm>
            <a:off x="7741848" y="1151102"/>
            <a:ext cx="2834640" cy="219456"/>
          </a:xfrm>
          <a:prstGeom prst="rect">
            <a:avLst/>
          </a:prstGeom>
          <a:noFill/>
        </p:spPr>
        <p:txBody>
          <a:bodyPr wrap="square" lIns="25400" tIns="12700" rIns="25400" bIns="1270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910" b="0">
                <a:solidFill>
                  <a:srgbClr val="9CB1C1"/>
                </a:solidFill>
                <a:latin typeface="Roboto Mono"/>
              </a:rPr>
              <a:t>authors’ official reproduction pipeline</a:t>
            </a:r>
          </a:p>
        </p:txBody>
      </p:sp>
      <p:sp>
        <p:nvSpPr>
          <p:cNvPr id="33" name="TextBox 21">
            <a:extLst>
              <a:ext uri="{FF2B5EF4-FFF2-40B4-BE49-F238E27FC236}">
                <a16:creationId xmlns:a16="http://schemas.microsoft.com/office/drawing/2014/main" id="{8A588BD3-0ADF-1FD2-AA5B-73F0E140B6D3}"/>
              </a:ext>
            </a:extLst>
          </p:cNvPr>
          <p:cNvSpPr txBox="1"/>
          <p:nvPr/>
        </p:nvSpPr>
        <p:spPr>
          <a:xfrm>
            <a:off x="7165776" y="1498574"/>
            <a:ext cx="3456432" cy="3401568"/>
          </a:xfrm>
          <a:prstGeom prst="rect">
            <a:avLst/>
          </a:prstGeom>
          <a:noFill/>
        </p:spPr>
        <p:txBody>
          <a:bodyPr wrap="square" lIns="25400" tIns="12700" rIns="25400" bIns="1270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000" b="0">
                <a:solidFill>
                  <a:srgbClr val="8292A2"/>
                </a:solidFill>
                <a:latin typeface="Consolas"/>
              </a:rPr>
              <a:t>$ python src/experiments/
  REP_make_plots.py cache-authors
Case 14    ✓  exp1 / ramp plots
Case 39    ✓  exp0 / exp1 / ramp
Case 60    ✓  exp1 / ramp plots
Case 118   ✓  exp0 / exp1 / ramp
Case 162   ✓  exp1 / ramp plots
Case 240   ✓  exp1 / ramp plots
✓ 6 / 6 benchmark networks
✓ official figures regenerated</a:t>
            </a:r>
          </a:p>
        </p:txBody>
      </p:sp>
      <p:pic>
        <p:nvPicPr>
          <p:cNvPr id="35" name="Picture 34">
            <a:extLst>
              <a:ext uri="{FF2B5EF4-FFF2-40B4-BE49-F238E27FC236}">
                <a16:creationId xmlns:a16="http://schemas.microsoft.com/office/drawing/2014/main" id="{0EBEEA08-EB06-0D4E-DB3E-71FB3B6338BC}"/>
              </a:ext>
            </a:extLst>
          </p:cNvPr>
          <p:cNvPicPr>
            <a:picLocks noChangeAspect="1"/>
          </p:cNvPicPr>
          <p:nvPr/>
        </p:nvPicPr>
        <p:blipFill>
          <a:blip r:embed="rId3"/>
          <a:stretch>
            <a:fillRect/>
          </a:stretch>
        </p:blipFill>
        <p:spPr>
          <a:xfrm>
            <a:off x="6946320" y="4206526"/>
            <a:ext cx="4227059" cy="2301631"/>
          </a:xfrm>
          <a:prstGeom prst="rect">
            <a:avLst/>
          </a:prstGeom>
        </p:spPr>
      </p:pic>
    </p:spTree>
    <p:extLst>
      <p:ext uri="{BB962C8B-B14F-4D97-AF65-F5344CB8AC3E}">
        <p14:creationId xmlns:p14="http://schemas.microsoft.com/office/powerpoint/2010/main" val="3888945891"/>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70718" y="380957"/>
            <a:ext cx="2467086" cy="452432"/>
          </a:xfrm>
        </p:spPr>
        <p:txBody>
          <a:bodyPr wrap="none" anchor="ctr"/>
          <a:lstStyle/>
          <a:p>
            <a:pPr algn="ctr"/>
            <a:r>
              <a:rPr sz="2600" dirty="0">
                <a:solidFill>
                  <a:srgbClr val="FFFFFF"/>
                </a:solidFill>
                <a:latin typeface="Inter"/>
              </a:rPr>
              <a:t>Implementation</a:t>
            </a:r>
          </a:p>
        </p:txBody>
      </p:sp>
      <p:sp>
        <p:nvSpPr>
          <p:cNvPr id="6" name="Text Placeholder 5"/>
          <p:cNvSpPr>
            <a:spLocks noGrp="1"/>
          </p:cNvSpPr>
          <p:nvPr>
            <p:ph type="body" sz="quarter" idx="16"/>
          </p:nvPr>
        </p:nvSpPr>
        <p:spPr/>
        <p:txBody>
          <a:bodyPr/>
          <a:lstStyle/>
          <a:p>
            <a:r>
              <a:rPr sz="2700" dirty="0">
                <a:solidFill>
                  <a:srgbClr val="102235"/>
                </a:solidFill>
                <a:latin typeface="Inter Display"/>
              </a:rPr>
              <a:t>Scratch Python implementation — model, search, and solver</a:t>
            </a:r>
          </a:p>
        </p:txBody>
      </p:sp>
      <p:sp>
        <p:nvSpPr>
          <p:cNvPr id="7" name="TextBox 6"/>
          <p:cNvSpPr txBox="1"/>
          <p:nvPr/>
        </p:nvSpPr>
        <p:spPr>
          <a:xfrm>
            <a:off x="11521440" y="6473952"/>
            <a:ext cx="320040" cy="201168"/>
          </a:xfrm>
          <a:prstGeom prst="rect">
            <a:avLst/>
          </a:prstGeom>
          <a:noFill/>
        </p:spPr>
        <p:txBody>
          <a:bodyPr wrap="square" lIns="25400" tIns="12700" rIns="25400" bIns="12700" anchor="t">
            <a:spAutoFit/>
          </a:bodyPr>
          <a:lstStyle/>
          <a:p>
            <a:pPr algn="r"/>
            <a:r>
              <a:rPr sz="850" b="0">
                <a:solidFill>
                  <a:srgbClr val="63B3ED"/>
                </a:solidFill>
                <a:latin typeface="Inter"/>
              </a:rPr>
              <a:t>12</a:t>
            </a:r>
          </a:p>
        </p:txBody>
      </p:sp>
      <p:sp>
        <p:nvSpPr>
          <p:cNvPr id="8" name="TextBox 7"/>
          <p:cNvSpPr txBox="1"/>
          <p:nvPr/>
        </p:nvSpPr>
        <p:spPr>
          <a:xfrm>
            <a:off x="530352" y="1335024"/>
            <a:ext cx="4937760" cy="302647"/>
          </a:xfrm>
          <a:prstGeom prst="rect">
            <a:avLst/>
          </a:prstGeom>
          <a:noFill/>
        </p:spPr>
        <p:txBody>
          <a:bodyPr wrap="square" lIns="25400" tIns="12700" rIns="25400" bIns="12700" anchor="t">
            <a:spAutoFit/>
          </a:bodyPr>
          <a:lstStyle/>
          <a:p>
            <a:pPr algn="ctr"/>
            <a:r>
              <a:rPr b="1" dirty="0">
                <a:solidFill>
                  <a:srgbClr val="102235"/>
                </a:solidFill>
                <a:latin typeface="Inter"/>
              </a:rPr>
              <a:t>What we built from scratch</a:t>
            </a:r>
          </a:p>
        </p:txBody>
      </p:sp>
      <p:sp>
        <p:nvSpPr>
          <p:cNvPr id="9" name="Rounded Rectangle 8"/>
          <p:cNvSpPr/>
          <p:nvPr/>
        </p:nvSpPr>
        <p:spPr>
          <a:xfrm>
            <a:off x="566928" y="1755648"/>
            <a:ext cx="4709160" cy="1024128"/>
          </a:xfrm>
          <a:prstGeom prst="roundRect">
            <a:avLst/>
          </a:prstGeom>
          <a:solidFill>
            <a:srgbClr val="FFFFFF"/>
          </a:solidFill>
          <a:ln w="12700">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847088"/>
            <a:ext cx="4453128" cy="241092"/>
          </a:xfrm>
          <a:prstGeom prst="rect">
            <a:avLst/>
          </a:prstGeom>
          <a:noFill/>
        </p:spPr>
        <p:txBody>
          <a:bodyPr wrap="square" lIns="25400" tIns="12700" rIns="25400" bIns="12700" anchor="t">
            <a:spAutoFit/>
          </a:bodyPr>
          <a:lstStyle/>
          <a:p>
            <a:pPr algn="l"/>
            <a:r>
              <a:rPr sz="1400" b="1" dirty="0">
                <a:solidFill>
                  <a:schemeClr val="bg2">
                    <a:lumMod val="75000"/>
                  </a:schemeClr>
                </a:solidFill>
                <a:latin typeface="Inter"/>
              </a:rPr>
              <a:t>grid_model.py</a:t>
            </a:r>
          </a:p>
        </p:txBody>
      </p:sp>
      <p:sp>
        <p:nvSpPr>
          <p:cNvPr id="12" name="TextBox 11"/>
          <p:cNvSpPr txBox="1"/>
          <p:nvPr/>
        </p:nvSpPr>
        <p:spPr>
          <a:xfrm>
            <a:off x="731520" y="2176272"/>
            <a:ext cx="4453128" cy="394980"/>
          </a:xfrm>
          <a:prstGeom prst="rect">
            <a:avLst/>
          </a:prstGeom>
          <a:noFill/>
        </p:spPr>
        <p:txBody>
          <a:bodyPr wrap="square" lIns="25400" tIns="12700" rIns="25400" bIns="12700" anchor="t">
            <a:spAutoFit/>
          </a:bodyPr>
          <a:lstStyle/>
          <a:p>
            <a:pPr algn="ctr"/>
            <a:r>
              <a:rPr sz="1200" b="0" dirty="0">
                <a:solidFill>
                  <a:srgbClr val="607487"/>
                </a:solidFill>
                <a:latin typeface="Inter"/>
              </a:rPr>
              <a:t>MATPOWER parser • DC balance/flow • thermal + angle limits
load shedding • islands • ramping • generator on/off</a:t>
            </a:r>
          </a:p>
        </p:txBody>
      </p:sp>
      <p:sp>
        <p:nvSpPr>
          <p:cNvPr id="13" name="Rounded Rectangle 12"/>
          <p:cNvSpPr/>
          <p:nvPr/>
        </p:nvSpPr>
        <p:spPr>
          <a:xfrm>
            <a:off x="566928" y="2980944"/>
            <a:ext cx="4709160" cy="1024128"/>
          </a:xfrm>
          <a:prstGeom prst="roundRect">
            <a:avLst/>
          </a:prstGeom>
          <a:solidFill>
            <a:srgbClr val="FFFFFF"/>
          </a:solidFill>
          <a:ln w="12700">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072384"/>
            <a:ext cx="4453128" cy="241092"/>
          </a:xfrm>
          <a:prstGeom prst="rect">
            <a:avLst/>
          </a:prstGeom>
          <a:noFill/>
        </p:spPr>
        <p:txBody>
          <a:bodyPr wrap="square" lIns="25400" tIns="12700" rIns="25400" bIns="12700" anchor="t">
            <a:spAutoFit/>
          </a:bodyPr>
          <a:lstStyle/>
          <a:p>
            <a:pPr algn="l"/>
            <a:r>
              <a:rPr sz="1400" b="1" dirty="0">
                <a:solidFill>
                  <a:schemeClr val="bg2">
                    <a:lumMod val="75000"/>
                  </a:schemeClr>
                </a:solidFill>
                <a:latin typeface="Inter"/>
              </a:rPr>
              <a:t>search_methods.py</a:t>
            </a:r>
          </a:p>
        </p:txBody>
      </p:sp>
      <p:sp>
        <p:nvSpPr>
          <p:cNvPr id="16" name="TextBox 15"/>
          <p:cNvSpPr txBox="1"/>
          <p:nvPr/>
        </p:nvSpPr>
        <p:spPr>
          <a:xfrm>
            <a:off x="731520" y="3401568"/>
            <a:ext cx="4453128" cy="394980"/>
          </a:xfrm>
          <a:prstGeom prst="rect">
            <a:avLst/>
          </a:prstGeom>
          <a:noFill/>
        </p:spPr>
        <p:txBody>
          <a:bodyPr wrap="square" lIns="25400" tIns="12700" rIns="25400" bIns="12700" anchor="t">
            <a:spAutoFit/>
          </a:bodyPr>
          <a:lstStyle/>
          <a:p>
            <a:pPr algn="ctr"/>
            <a:r>
              <a:rPr sz="1200" b="0" dirty="0">
                <a:solidFill>
                  <a:srgbClr val="607487"/>
                </a:solidFill>
                <a:latin typeface="Inter"/>
              </a:rPr>
              <a:t>exact simultaneous / sequential • FLOW • IMPACT • PERM
SEQUIN-style top-flow shortlist + cut-impact lookahead</a:t>
            </a:r>
          </a:p>
        </p:txBody>
      </p:sp>
      <p:sp>
        <p:nvSpPr>
          <p:cNvPr id="17" name="Rounded Rectangle 16"/>
          <p:cNvSpPr/>
          <p:nvPr/>
        </p:nvSpPr>
        <p:spPr>
          <a:xfrm>
            <a:off x="566928" y="4206240"/>
            <a:ext cx="4709160" cy="1024128"/>
          </a:xfrm>
          <a:prstGeom prst="roundRect">
            <a:avLst/>
          </a:prstGeom>
          <a:solidFill>
            <a:srgbClr val="FFFFFF"/>
          </a:solidFill>
          <a:ln w="12700">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297679"/>
            <a:ext cx="4453128" cy="241092"/>
          </a:xfrm>
          <a:prstGeom prst="rect">
            <a:avLst/>
          </a:prstGeom>
          <a:noFill/>
        </p:spPr>
        <p:txBody>
          <a:bodyPr wrap="square" lIns="25400" tIns="12700" rIns="25400" bIns="12700" anchor="t">
            <a:spAutoFit/>
          </a:bodyPr>
          <a:lstStyle/>
          <a:p>
            <a:pPr algn="l"/>
            <a:r>
              <a:rPr sz="1400" b="1" dirty="0">
                <a:solidFill>
                  <a:schemeClr val="bg2">
                    <a:lumMod val="75000"/>
                  </a:schemeClr>
                </a:solidFill>
                <a:latin typeface="Inter"/>
              </a:rPr>
              <a:t>network_metrics.py</a:t>
            </a:r>
          </a:p>
        </p:txBody>
      </p:sp>
      <p:sp>
        <p:nvSpPr>
          <p:cNvPr id="20" name="TextBox 19"/>
          <p:cNvSpPr txBox="1"/>
          <p:nvPr/>
        </p:nvSpPr>
        <p:spPr>
          <a:xfrm>
            <a:off x="731520" y="4626864"/>
            <a:ext cx="4453128" cy="394980"/>
          </a:xfrm>
          <a:prstGeom prst="rect">
            <a:avLst/>
          </a:prstGeom>
          <a:noFill/>
        </p:spPr>
        <p:txBody>
          <a:bodyPr wrap="square" lIns="25400" tIns="12700" rIns="25400" bIns="12700" anchor="t">
            <a:spAutoFit/>
          </a:bodyPr>
          <a:lstStyle/>
          <a:p>
            <a:pPr algn="ctr"/>
            <a:r>
              <a:rPr sz="1200" b="0" dirty="0">
                <a:solidFill>
                  <a:srgbClr val="607487"/>
                </a:solidFill>
                <a:latin typeface="Inter"/>
              </a:rPr>
              <a:t>criticality • branch margin • load density
transmission-width heuristic</a:t>
            </a:r>
          </a:p>
        </p:txBody>
      </p:sp>
      <p:sp>
        <p:nvSpPr>
          <p:cNvPr id="21" name="Rounded Rectangle 20"/>
          <p:cNvSpPr/>
          <p:nvPr/>
        </p:nvSpPr>
        <p:spPr>
          <a:xfrm>
            <a:off x="566928" y="5513832"/>
            <a:ext cx="4709160" cy="749808"/>
          </a:xfrm>
          <a:prstGeom prst="roundRect">
            <a:avLst/>
          </a:prstGeom>
          <a:solidFill>
            <a:srgbClr val="F7FAFC"/>
          </a:solidFill>
          <a:ln w="12700">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5632704"/>
            <a:ext cx="4352544" cy="187231"/>
          </a:xfrm>
          <a:prstGeom prst="rect">
            <a:avLst/>
          </a:prstGeom>
          <a:noFill/>
        </p:spPr>
        <p:txBody>
          <a:bodyPr wrap="square" lIns="25400" tIns="12700" rIns="25400" bIns="12700" anchor="t">
            <a:spAutoFit/>
          </a:bodyPr>
          <a:lstStyle/>
          <a:p>
            <a:pPr algn="l"/>
            <a:r>
              <a:rPr sz="1050" b="1">
                <a:solidFill>
                  <a:srgbClr val="102235"/>
                </a:solidFill>
                <a:latin typeface="Inter"/>
              </a:rPr>
              <a:t>Defender: maximize served load subject to DC physics + recourse</a:t>
            </a:r>
          </a:p>
        </p:txBody>
      </p:sp>
      <p:sp>
        <p:nvSpPr>
          <p:cNvPr id="23" name="TextBox 22"/>
          <p:cNvSpPr txBox="1"/>
          <p:nvPr/>
        </p:nvSpPr>
        <p:spPr>
          <a:xfrm>
            <a:off x="749808" y="5907024"/>
            <a:ext cx="4352544" cy="210314"/>
          </a:xfrm>
          <a:prstGeom prst="rect">
            <a:avLst/>
          </a:prstGeom>
          <a:noFill/>
        </p:spPr>
        <p:txBody>
          <a:bodyPr wrap="square" lIns="25400" tIns="12700" rIns="25400" bIns="12700" anchor="t">
            <a:spAutoFit/>
          </a:bodyPr>
          <a:lstStyle/>
          <a:p>
            <a:pPr algn="ctr"/>
            <a:r>
              <a:rPr sz="1050" b="0" dirty="0">
                <a:solidFill>
                  <a:srgbClr val="607487"/>
                </a:solidFill>
                <a:latin typeface="Inter"/>
              </a:rPr>
              <a:t>pᵢⱼ = bᵢⱼ(θᵢ−θⱼ)   •   |pᵢⱼ| ≤ tᵢⱼ   •   ramp + </a:t>
            </a:r>
            <a:r>
              <a:rPr sz="1200" b="0" dirty="0">
                <a:solidFill>
                  <a:srgbClr val="607487"/>
                </a:solidFill>
                <a:latin typeface="Inter"/>
              </a:rPr>
              <a:t>on</a:t>
            </a:r>
            <a:r>
              <a:rPr sz="1050" b="0" dirty="0">
                <a:solidFill>
                  <a:srgbClr val="607487"/>
                </a:solidFill>
                <a:latin typeface="Inter"/>
              </a:rPr>
              <a:t>/off</a:t>
            </a:r>
          </a:p>
        </p:txBody>
      </p:sp>
      <p:sp>
        <p:nvSpPr>
          <p:cNvPr id="24" name="TextBox 23"/>
          <p:cNvSpPr txBox="1"/>
          <p:nvPr/>
        </p:nvSpPr>
        <p:spPr>
          <a:xfrm>
            <a:off x="5596128" y="1335024"/>
            <a:ext cx="5897880" cy="302647"/>
          </a:xfrm>
          <a:prstGeom prst="rect">
            <a:avLst/>
          </a:prstGeom>
          <a:noFill/>
        </p:spPr>
        <p:txBody>
          <a:bodyPr wrap="square" lIns="25400" tIns="12700" rIns="25400" bIns="12700" anchor="t">
            <a:spAutoFit/>
          </a:bodyPr>
          <a:lstStyle/>
          <a:p>
            <a:pPr algn="ctr"/>
            <a:r>
              <a:rPr b="1" dirty="0">
                <a:solidFill>
                  <a:srgbClr val="102235"/>
                </a:solidFill>
                <a:latin typeface="Inter"/>
              </a:rPr>
              <a:t>Core guided-search loop</a:t>
            </a:r>
          </a:p>
        </p:txBody>
      </p:sp>
      <p:sp>
        <p:nvSpPr>
          <p:cNvPr id="25" name="Rounded Rectangle 24"/>
          <p:cNvSpPr/>
          <p:nvPr/>
        </p:nvSpPr>
        <p:spPr>
          <a:xfrm>
            <a:off x="5596128" y="1737360"/>
            <a:ext cx="5989320" cy="3182112"/>
          </a:xfrm>
          <a:prstGeom prst="roundRect">
            <a:avLst/>
          </a:prstGeom>
          <a:solidFill>
            <a:srgbClr val="0E1E2A"/>
          </a:solidFill>
          <a:ln w="12700">
            <a:solidFill>
              <a:srgbClr val="0E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07024" y="2011680"/>
            <a:ext cx="5376672" cy="2578608"/>
          </a:xfrm>
          <a:prstGeom prst="rect">
            <a:avLst/>
          </a:prstGeom>
          <a:noFill/>
        </p:spPr>
        <p:txBody>
          <a:bodyPr wrap="square" lIns="25400" tIns="12700" rIns="25400" bIns="12700" anchor="t">
            <a:spAutoFit/>
          </a:bodyPr>
          <a:lstStyle/>
          <a:p>
            <a:pPr algn="l"/>
            <a:r>
              <a:rPr sz="1240" b="0">
                <a:solidFill>
                  <a:srgbClr val="8292A2"/>
                </a:solidFill>
                <a:latin typeface="Consolas"/>
              </a:rPr>
              <a:t>for line in candidates:
    cand = defend(case, failed + [line],
                  state, ramp)
    impact[line] = shed_pu(case, cand)
next_line = max(impact, key=impact.get)
failed.append(next_line)
state = defend(case, failed, state, ramp)</a:t>
            </a:r>
          </a:p>
        </p:txBody>
      </p:sp>
      <p:sp>
        <p:nvSpPr>
          <p:cNvPr id="27" name="Rounded Rectangle 26"/>
          <p:cNvSpPr/>
          <p:nvPr/>
        </p:nvSpPr>
        <p:spPr>
          <a:xfrm>
            <a:off x="5596128" y="5193792"/>
            <a:ext cx="1773936" cy="786384"/>
          </a:xfrm>
          <a:prstGeom prst="roundRect">
            <a:avLst/>
          </a:prstGeom>
          <a:solidFill>
            <a:srgbClr val="FFFFFF"/>
          </a:solidFill>
          <a:ln w="12700">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760720" y="5285231"/>
            <a:ext cx="1517904" cy="194925"/>
          </a:xfrm>
          <a:prstGeom prst="rect">
            <a:avLst/>
          </a:prstGeom>
          <a:noFill/>
        </p:spPr>
        <p:txBody>
          <a:bodyPr wrap="square" lIns="25400" tIns="12700" rIns="25400" bIns="12700" anchor="t">
            <a:spAutoFit/>
          </a:bodyPr>
          <a:lstStyle/>
          <a:p>
            <a:pPr algn="l"/>
            <a:r>
              <a:rPr sz="1100" b="1">
                <a:solidFill>
                  <a:srgbClr val="FFC000"/>
                </a:solidFill>
                <a:latin typeface="Inter"/>
              </a:rPr>
              <a:t>Input</a:t>
            </a:r>
          </a:p>
        </p:txBody>
      </p:sp>
      <p:sp>
        <p:nvSpPr>
          <p:cNvPr id="30" name="TextBox 29"/>
          <p:cNvSpPr txBox="1"/>
          <p:nvPr/>
        </p:nvSpPr>
        <p:spPr>
          <a:xfrm>
            <a:off x="5760720" y="5614416"/>
            <a:ext cx="1517904" cy="179536"/>
          </a:xfrm>
          <a:prstGeom prst="rect">
            <a:avLst/>
          </a:prstGeom>
          <a:noFill/>
        </p:spPr>
        <p:txBody>
          <a:bodyPr wrap="square" lIns="25400" tIns="12700" rIns="25400" bIns="12700" anchor="t">
            <a:spAutoFit/>
          </a:bodyPr>
          <a:lstStyle/>
          <a:p>
            <a:pPr algn="l"/>
            <a:r>
              <a:rPr sz="1000" b="0">
                <a:solidFill>
                  <a:srgbClr val="607487"/>
                </a:solidFill>
                <a:latin typeface="Inter"/>
              </a:rPr>
              <a:t>6 PGLib / MATPOWER cases</a:t>
            </a:r>
          </a:p>
        </p:txBody>
      </p:sp>
      <p:sp>
        <p:nvSpPr>
          <p:cNvPr id="31" name="Rounded Rectangle 30"/>
          <p:cNvSpPr/>
          <p:nvPr/>
        </p:nvSpPr>
        <p:spPr>
          <a:xfrm>
            <a:off x="7525512" y="5193792"/>
            <a:ext cx="1773936" cy="786384"/>
          </a:xfrm>
          <a:prstGeom prst="roundRect">
            <a:avLst/>
          </a:prstGeom>
          <a:solidFill>
            <a:srgbClr val="FFFFFF"/>
          </a:solidFill>
          <a:ln w="12700">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690104" y="5285231"/>
            <a:ext cx="1517904" cy="194925"/>
          </a:xfrm>
          <a:prstGeom prst="rect">
            <a:avLst/>
          </a:prstGeom>
          <a:noFill/>
        </p:spPr>
        <p:txBody>
          <a:bodyPr wrap="square" lIns="25400" tIns="12700" rIns="25400" bIns="12700" anchor="t">
            <a:spAutoFit/>
          </a:bodyPr>
          <a:lstStyle/>
          <a:p>
            <a:pPr algn="l"/>
            <a:r>
              <a:rPr sz="1100" b="1">
                <a:solidFill>
                  <a:srgbClr val="FFC000"/>
                </a:solidFill>
                <a:latin typeface="Inter"/>
              </a:rPr>
              <a:t>Solver</a:t>
            </a:r>
          </a:p>
        </p:txBody>
      </p:sp>
      <p:sp>
        <p:nvSpPr>
          <p:cNvPr id="34" name="TextBox 33"/>
          <p:cNvSpPr txBox="1"/>
          <p:nvPr/>
        </p:nvSpPr>
        <p:spPr>
          <a:xfrm>
            <a:off x="7690104" y="5614416"/>
            <a:ext cx="1517904" cy="179536"/>
          </a:xfrm>
          <a:prstGeom prst="rect">
            <a:avLst/>
          </a:prstGeom>
          <a:noFill/>
        </p:spPr>
        <p:txBody>
          <a:bodyPr wrap="square" lIns="25400" tIns="12700" rIns="25400" bIns="12700" anchor="t">
            <a:spAutoFit/>
          </a:bodyPr>
          <a:lstStyle/>
          <a:p>
            <a:pPr algn="l"/>
            <a:r>
              <a:rPr sz="1000" b="0">
                <a:solidFill>
                  <a:srgbClr val="607487"/>
                </a:solidFill>
                <a:latin typeface="Inter"/>
              </a:rPr>
              <a:t>SciPy MILP / HiGHS</a:t>
            </a:r>
          </a:p>
        </p:txBody>
      </p:sp>
      <p:sp>
        <p:nvSpPr>
          <p:cNvPr id="35" name="Rounded Rectangle 34"/>
          <p:cNvSpPr/>
          <p:nvPr/>
        </p:nvSpPr>
        <p:spPr>
          <a:xfrm>
            <a:off x="9454896" y="5193792"/>
            <a:ext cx="2130552" cy="786384"/>
          </a:xfrm>
          <a:prstGeom prst="roundRect">
            <a:avLst/>
          </a:prstGeom>
          <a:solidFill>
            <a:srgbClr val="FFFFFF"/>
          </a:solidFill>
          <a:ln w="12700">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619488" y="5285231"/>
            <a:ext cx="1874519" cy="194925"/>
          </a:xfrm>
          <a:prstGeom prst="rect">
            <a:avLst/>
          </a:prstGeom>
          <a:noFill/>
        </p:spPr>
        <p:txBody>
          <a:bodyPr wrap="square" lIns="25400" tIns="12700" rIns="25400" bIns="12700" anchor="t">
            <a:spAutoFit/>
          </a:bodyPr>
          <a:lstStyle/>
          <a:p>
            <a:pPr algn="l"/>
            <a:r>
              <a:rPr sz="1100" b="1">
                <a:solidFill>
                  <a:srgbClr val="FFC000"/>
                </a:solidFill>
                <a:latin typeface="Inter"/>
              </a:rPr>
              <a:t>Experiments</a:t>
            </a:r>
          </a:p>
        </p:txBody>
      </p:sp>
      <p:sp>
        <p:nvSpPr>
          <p:cNvPr id="38" name="TextBox 37"/>
          <p:cNvSpPr txBox="1"/>
          <p:nvPr/>
        </p:nvSpPr>
        <p:spPr>
          <a:xfrm>
            <a:off x="9619488" y="5614416"/>
            <a:ext cx="1874519" cy="333425"/>
          </a:xfrm>
          <a:prstGeom prst="rect">
            <a:avLst/>
          </a:prstGeom>
          <a:noFill/>
        </p:spPr>
        <p:txBody>
          <a:bodyPr wrap="square" lIns="25400" tIns="12700" rIns="25400" bIns="12700" anchor="t">
            <a:spAutoFit/>
          </a:bodyPr>
          <a:lstStyle/>
          <a:p>
            <a:pPr algn="l"/>
            <a:r>
              <a:rPr sz="1000" b="0">
                <a:solidFill>
                  <a:srgbClr val="607487"/>
                </a:solidFill>
                <a:latin typeface="Inter"/>
              </a:rPr>
              <a:t>k • ramp • sequence • perturbation</a:t>
            </a:r>
          </a:p>
        </p:txBody>
      </p:sp>
      <p:sp>
        <p:nvSpPr>
          <p:cNvPr id="39" name="TextBox 38"/>
          <p:cNvSpPr txBox="1"/>
          <p:nvPr/>
        </p:nvSpPr>
        <p:spPr>
          <a:xfrm>
            <a:off x="5623560" y="6181344"/>
            <a:ext cx="5806440" cy="241092"/>
          </a:xfrm>
          <a:prstGeom prst="rect">
            <a:avLst/>
          </a:prstGeom>
          <a:noFill/>
        </p:spPr>
        <p:txBody>
          <a:bodyPr wrap="square" lIns="25400" tIns="12700" rIns="25400" bIns="12700" anchor="t">
            <a:spAutoFit/>
          </a:bodyPr>
          <a:lstStyle/>
          <a:p>
            <a:pPr algn="l"/>
            <a:r>
              <a:rPr sz="1400" b="1" dirty="0">
                <a:solidFill>
                  <a:schemeClr val="bg2">
                    <a:lumMod val="75000"/>
                  </a:schemeClr>
                </a:solidFill>
                <a:latin typeface="Inter"/>
              </a:rPr>
              <a:t>Independent implementation: no </a:t>
            </a:r>
            <a:r>
              <a:rPr sz="1400" b="1" dirty="0" err="1">
                <a:solidFill>
                  <a:schemeClr val="bg2">
                    <a:lumMod val="75000"/>
                  </a:schemeClr>
                </a:solidFill>
                <a:latin typeface="Inter"/>
              </a:rPr>
              <a:t>PowerModels</a:t>
            </a:r>
            <a:r>
              <a:rPr sz="1400" b="1" dirty="0">
                <a:solidFill>
                  <a:schemeClr val="bg2">
                    <a:lumMod val="75000"/>
                  </a:schemeClr>
                </a:solidFill>
                <a:latin typeface="Inter"/>
              </a:rPr>
              <a:t>/</a:t>
            </a:r>
            <a:r>
              <a:rPr sz="1400" b="1" dirty="0" err="1">
                <a:solidFill>
                  <a:schemeClr val="bg2">
                    <a:lumMod val="75000"/>
                  </a:schemeClr>
                </a:solidFill>
                <a:latin typeface="Inter"/>
              </a:rPr>
              <a:t>JuMP</a:t>
            </a:r>
            <a:r>
              <a:rPr sz="1400" b="1" dirty="0">
                <a:solidFill>
                  <a:schemeClr val="bg2">
                    <a:lumMod val="75000"/>
                  </a:schemeClr>
                </a:solidFill>
                <a:latin typeface="Inter"/>
              </a:rPr>
              <a:t>/</a:t>
            </a:r>
            <a:r>
              <a:rPr sz="1400" b="1" dirty="0" err="1">
                <a:solidFill>
                  <a:schemeClr val="bg2">
                    <a:lumMod val="75000"/>
                  </a:schemeClr>
                </a:solidFill>
                <a:latin typeface="Inter"/>
              </a:rPr>
              <a:t>Gurobi</a:t>
            </a:r>
            <a:r>
              <a:rPr sz="1400" b="1" dirty="0">
                <a:solidFill>
                  <a:schemeClr val="bg2">
                    <a:lumMod val="75000"/>
                  </a:schemeClr>
                </a:solidFill>
                <a:latin typeface="Inter"/>
              </a:rPr>
              <a:t> dependency.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90699" y="339408"/>
            <a:ext cx="1427122" cy="535531"/>
          </a:xfrm>
        </p:spPr>
        <p:txBody>
          <a:bodyPr wrap="none" anchor="ctr"/>
          <a:lstStyle/>
          <a:p>
            <a:pPr algn="ctr"/>
            <a:r>
              <a:rPr dirty="0">
                <a:solidFill>
                  <a:srgbClr val="FFFFFF"/>
                </a:solidFill>
                <a:latin typeface="Inter"/>
              </a:rPr>
              <a:t>Results</a:t>
            </a:r>
          </a:p>
        </p:txBody>
      </p:sp>
      <p:sp>
        <p:nvSpPr>
          <p:cNvPr id="6" name="Text Placeholder 5"/>
          <p:cNvSpPr>
            <a:spLocks noGrp="1"/>
          </p:cNvSpPr>
          <p:nvPr>
            <p:ph type="body" sz="quarter" idx="16"/>
          </p:nvPr>
        </p:nvSpPr>
        <p:spPr/>
        <p:txBody>
          <a:bodyPr/>
          <a:lstStyle/>
          <a:p>
            <a:r>
              <a:rPr sz="2700" dirty="0">
                <a:solidFill>
                  <a:srgbClr val="102235"/>
                </a:solidFill>
                <a:latin typeface="Inter Display"/>
              </a:rPr>
              <a:t>Independent Python results — verification, sensitivity, and failure modes</a:t>
            </a:r>
          </a:p>
        </p:txBody>
      </p:sp>
      <p:sp>
        <p:nvSpPr>
          <p:cNvPr id="7" name="TextBox 6"/>
          <p:cNvSpPr txBox="1"/>
          <p:nvPr/>
        </p:nvSpPr>
        <p:spPr>
          <a:xfrm>
            <a:off x="11521440" y="6473952"/>
            <a:ext cx="320040" cy="201168"/>
          </a:xfrm>
          <a:prstGeom prst="rect">
            <a:avLst/>
          </a:prstGeom>
          <a:noFill/>
        </p:spPr>
        <p:txBody>
          <a:bodyPr wrap="square" lIns="25400" tIns="12700" rIns="25400" bIns="12700" anchor="t">
            <a:spAutoFit/>
          </a:bodyPr>
          <a:lstStyle/>
          <a:p>
            <a:pPr algn="r"/>
            <a:r>
              <a:rPr sz="850" b="0">
                <a:solidFill>
                  <a:srgbClr val="63B3ED"/>
                </a:solidFill>
                <a:latin typeface="Inter"/>
              </a:rPr>
              <a:t>13</a:t>
            </a:r>
          </a:p>
        </p:txBody>
      </p:sp>
      <p:sp>
        <p:nvSpPr>
          <p:cNvPr id="8" name="TextBox 7"/>
          <p:cNvSpPr txBox="1"/>
          <p:nvPr/>
        </p:nvSpPr>
        <p:spPr>
          <a:xfrm>
            <a:off x="617220" y="1389888"/>
            <a:ext cx="11064240" cy="234936"/>
          </a:xfrm>
          <a:prstGeom prst="rect">
            <a:avLst/>
          </a:prstGeom>
          <a:noFill/>
        </p:spPr>
        <p:txBody>
          <a:bodyPr wrap="square" lIns="25400" tIns="12700" rIns="25400" bIns="12700" anchor="t">
            <a:spAutoFit/>
          </a:bodyPr>
          <a:lstStyle/>
          <a:p>
            <a:pPr algn="ctr"/>
            <a:r>
              <a:rPr sz="1360" b="1" dirty="0">
                <a:solidFill>
                  <a:srgbClr val="102235"/>
                </a:solidFill>
                <a:latin typeface="Inter"/>
              </a:rPr>
              <a:t>Four checks answer four different questions</a:t>
            </a:r>
          </a:p>
        </p:txBody>
      </p:sp>
      <p:pic>
        <p:nvPicPr>
          <p:cNvPr id="9" name="Picture 8" descr="python_results_dashboard_compact.png"/>
          <p:cNvPicPr>
            <a:picLocks noChangeAspect="1"/>
          </p:cNvPicPr>
          <p:nvPr/>
        </p:nvPicPr>
        <p:blipFill>
          <a:blip r:embed="rId2"/>
          <a:stretch>
            <a:fillRect/>
          </a:stretch>
        </p:blipFill>
        <p:spPr>
          <a:xfrm>
            <a:off x="868680" y="1664208"/>
            <a:ext cx="10424160" cy="4553712"/>
          </a:xfrm>
          <a:prstGeom prst="rect">
            <a:avLst/>
          </a:prstGeom>
        </p:spPr>
      </p:pic>
      <p:sp>
        <p:nvSpPr>
          <p:cNvPr id="11" name="TextBox 10"/>
          <p:cNvSpPr txBox="1"/>
          <p:nvPr/>
        </p:nvSpPr>
        <p:spPr>
          <a:xfrm>
            <a:off x="749808" y="6300216"/>
            <a:ext cx="10607040" cy="456535"/>
          </a:xfrm>
          <a:prstGeom prst="rect">
            <a:avLst/>
          </a:prstGeom>
          <a:noFill/>
        </p:spPr>
        <p:txBody>
          <a:bodyPr wrap="square" lIns="25400" tIns="12700" rIns="25400" bIns="12700" anchor="t">
            <a:spAutoFit/>
          </a:bodyPr>
          <a:lstStyle/>
          <a:p>
            <a:pPr algn="ctr"/>
            <a:r>
              <a:rPr lang="en-IN" sz="1400" b="1" dirty="0">
                <a:solidFill>
                  <a:srgbClr val="102235"/>
                </a:solidFill>
                <a:latin typeface="Inter"/>
              </a:rPr>
              <a:t>•  </a:t>
            </a:r>
            <a:r>
              <a:rPr sz="1400" b="1" dirty="0">
                <a:solidFill>
                  <a:srgbClr val="102235"/>
                </a:solidFill>
                <a:latin typeface="Inter"/>
              </a:rPr>
              <a:t>Exact optimum recovered on Case14  •  Case39 guided ≈ 0–1.1% error  •  binary generator recourse matters  •  ±5% loads can swing damage from 29.4 → 46.4 </a:t>
            </a:r>
            <a:r>
              <a:rPr sz="1400" b="1" dirty="0" err="1">
                <a:solidFill>
                  <a:srgbClr val="102235"/>
                </a:solidFill>
                <a:latin typeface="Inter"/>
              </a:rPr>
              <a:t>p.u</a:t>
            </a:r>
            <a:r>
              <a:rPr sz="1400" b="1" dirty="0">
                <a:solidFill>
                  <a:srgbClr val="102235"/>
                </a:solidFill>
                <a:latin typeface="Inter"/>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83898" y="367108"/>
            <a:ext cx="1240724" cy="480131"/>
          </a:xfrm>
        </p:spPr>
        <p:txBody>
          <a:bodyPr wrap="none" anchor="ctr"/>
          <a:lstStyle/>
          <a:p>
            <a:pPr algn="ctr"/>
            <a:r>
              <a:rPr sz="2800">
                <a:solidFill>
                  <a:srgbClr val="FFFFFF"/>
                </a:solidFill>
                <a:latin typeface="Inter"/>
              </a:rPr>
              <a:t>Impact</a:t>
            </a:r>
          </a:p>
        </p:txBody>
      </p:sp>
      <p:sp>
        <p:nvSpPr>
          <p:cNvPr id="6" name="Text Placeholder 5"/>
          <p:cNvSpPr>
            <a:spLocks noGrp="1"/>
          </p:cNvSpPr>
          <p:nvPr>
            <p:ph type="body" sz="quarter" idx="16"/>
          </p:nvPr>
        </p:nvSpPr>
        <p:spPr>
          <a:xfrm>
            <a:off x="2834928" y="367596"/>
            <a:ext cx="9084398" cy="867930"/>
          </a:xfrm>
        </p:spPr>
        <p:txBody>
          <a:bodyPr/>
          <a:lstStyle/>
          <a:p>
            <a:r>
              <a:rPr sz="2800">
                <a:solidFill>
                  <a:srgbClr val="102235"/>
                </a:solidFill>
                <a:latin typeface="Inter Display"/>
              </a:rPr>
              <a:t>From sequential-attack analysis to practical grid-resilience use cases</a:t>
            </a:r>
          </a:p>
        </p:txBody>
      </p:sp>
      <p:sp>
        <p:nvSpPr>
          <p:cNvPr id="7" name="TextBox 6"/>
          <p:cNvSpPr txBox="1"/>
          <p:nvPr/>
        </p:nvSpPr>
        <p:spPr>
          <a:xfrm>
            <a:off x="11521440" y="6473952"/>
            <a:ext cx="320040" cy="187231"/>
          </a:xfrm>
          <a:prstGeom prst="rect">
            <a:avLst/>
          </a:prstGeom>
          <a:noFill/>
        </p:spPr>
        <p:txBody>
          <a:bodyPr wrap="square" lIns="25400" tIns="12700" rIns="25400" bIns="12700" anchor="t">
            <a:spAutoFit/>
          </a:bodyPr>
          <a:lstStyle/>
          <a:p>
            <a:pPr algn="r"/>
            <a:r>
              <a:rPr sz="1050" b="0">
                <a:solidFill>
                  <a:srgbClr val="63B3ED"/>
                </a:solidFill>
                <a:latin typeface="Inter"/>
              </a:rPr>
              <a:t>14</a:t>
            </a:r>
          </a:p>
        </p:txBody>
      </p:sp>
      <p:sp>
        <p:nvSpPr>
          <p:cNvPr id="8" name="TextBox 7"/>
          <p:cNvSpPr txBox="1"/>
          <p:nvPr/>
        </p:nvSpPr>
        <p:spPr>
          <a:xfrm>
            <a:off x="645403" y="1361561"/>
            <a:ext cx="10972800" cy="302647"/>
          </a:xfrm>
          <a:prstGeom prst="rect">
            <a:avLst/>
          </a:prstGeom>
          <a:noFill/>
        </p:spPr>
        <p:txBody>
          <a:bodyPr wrap="square" lIns="25400" tIns="12700" rIns="25400" bIns="12700" anchor="t">
            <a:spAutoFit/>
          </a:bodyPr>
          <a:lstStyle/>
          <a:p>
            <a:pPr algn="ctr"/>
            <a:r>
              <a:rPr lang="en-US" b="1" dirty="0">
                <a:solidFill>
                  <a:srgbClr val="102235"/>
                </a:solidFill>
                <a:latin typeface="Inter"/>
              </a:rPr>
              <a:t>CPS </a:t>
            </a:r>
            <a:r>
              <a:rPr b="1" dirty="0">
                <a:solidFill>
                  <a:srgbClr val="102235"/>
                </a:solidFill>
                <a:latin typeface="Inter"/>
              </a:rPr>
              <a:t>problem: every decision changes the physical state seen by the next decision</a:t>
            </a:r>
          </a:p>
        </p:txBody>
      </p:sp>
      <p:sp>
        <p:nvSpPr>
          <p:cNvPr id="9" name="Rounded Rectangle 8"/>
          <p:cNvSpPr/>
          <p:nvPr/>
        </p:nvSpPr>
        <p:spPr>
          <a:xfrm>
            <a:off x="621792" y="1810512"/>
            <a:ext cx="1938528" cy="603504"/>
          </a:xfrm>
          <a:prstGeom prst="roundRect">
            <a:avLst/>
          </a:prstGeom>
          <a:solidFill>
            <a:srgbClr val="FFFFFF"/>
          </a:solidFill>
          <a:ln w="12700">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Rectangle 9"/>
          <p:cNvSpPr/>
          <p:nvPr/>
        </p:nvSpPr>
        <p:spPr>
          <a:xfrm>
            <a:off x="621792" y="1810512"/>
            <a:ext cx="1938528" cy="54864"/>
          </a:xfrm>
          <a:prstGeom prst="rect">
            <a:avLst/>
          </a:prstGeom>
          <a:solidFill>
            <a:srgbClr val="F28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p:cNvSpPr txBox="1"/>
          <p:nvPr/>
        </p:nvSpPr>
        <p:spPr>
          <a:xfrm>
            <a:off x="694944" y="1984248"/>
            <a:ext cx="1792224" cy="210314"/>
          </a:xfrm>
          <a:prstGeom prst="rect">
            <a:avLst/>
          </a:prstGeom>
          <a:noFill/>
        </p:spPr>
        <p:txBody>
          <a:bodyPr wrap="square" lIns="25400" tIns="12700" rIns="25400" bIns="12700" anchor="t">
            <a:spAutoFit/>
          </a:bodyPr>
          <a:lstStyle/>
          <a:p>
            <a:pPr algn="ctr"/>
            <a:r>
              <a:rPr sz="1200" b="1">
                <a:solidFill>
                  <a:srgbClr val="102235"/>
                </a:solidFill>
                <a:latin typeface="Inter"/>
              </a:rPr>
              <a:t>Attack / contingency</a:t>
            </a:r>
          </a:p>
        </p:txBody>
      </p:sp>
      <p:sp>
        <p:nvSpPr>
          <p:cNvPr id="12" name="Chevron 11"/>
          <p:cNvSpPr/>
          <p:nvPr/>
        </p:nvSpPr>
        <p:spPr>
          <a:xfrm>
            <a:off x="2615184" y="2011680"/>
            <a:ext cx="256032" cy="182880"/>
          </a:xfrm>
          <a:prstGeom prst="chevron">
            <a:avLst/>
          </a:prstGeom>
          <a:solidFill>
            <a:srgbClr val="B8C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Rounded Rectangle 12"/>
          <p:cNvSpPr/>
          <p:nvPr/>
        </p:nvSpPr>
        <p:spPr>
          <a:xfrm>
            <a:off x="2953512" y="1810512"/>
            <a:ext cx="1938528" cy="603504"/>
          </a:xfrm>
          <a:prstGeom prst="roundRect">
            <a:avLst/>
          </a:prstGeom>
          <a:solidFill>
            <a:srgbClr val="FFFFFF"/>
          </a:solidFill>
          <a:ln w="12700">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Rectangle 13"/>
          <p:cNvSpPr/>
          <p:nvPr/>
        </p:nvSpPr>
        <p:spPr>
          <a:xfrm>
            <a:off x="2953512" y="1810512"/>
            <a:ext cx="1938528" cy="54864"/>
          </a:xfrm>
          <a:prstGeom prst="rect">
            <a:avLst/>
          </a:prstGeom>
          <a:solidFill>
            <a:srgbClr val="10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026664" y="1984248"/>
            <a:ext cx="1792224" cy="210314"/>
          </a:xfrm>
          <a:prstGeom prst="rect">
            <a:avLst/>
          </a:prstGeom>
          <a:noFill/>
        </p:spPr>
        <p:txBody>
          <a:bodyPr wrap="square" lIns="25400" tIns="12700" rIns="25400" bIns="12700" anchor="t">
            <a:spAutoFit/>
          </a:bodyPr>
          <a:lstStyle/>
          <a:p>
            <a:pPr algn="ctr"/>
            <a:r>
              <a:rPr sz="1200" b="1">
                <a:solidFill>
                  <a:srgbClr val="102235"/>
                </a:solidFill>
                <a:latin typeface="Inter"/>
              </a:rPr>
              <a:t>Power-flow response</a:t>
            </a:r>
          </a:p>
        </p:txBody>
      </p:sp>
      <p:sp>
        <p:nvSpPr>
          <p:cNvPr id="16" name="Chevron 15"/>
          <p:cNvSpPr/>
          <p:nvPr/>
        </p:nvSpPr>
        <p:spPr>
          <a:xfrm>
            <a:off x="4946904" y="2011680"/>
            <a:ext cx="256032" cy="182880"/>
          </a:xfrm>
          <a:prstGeom prst="chevron">
            <a:avLst/>
          </a:prstGeom>
          <a:solidFill>
            <a:srgbClr val="B8C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Rounded Rectangle 16"/>
          <p:cNvSpPr/>
          <p:nvPr/>
        </p:nvSpPr>
        <p:spPr>
          <a:xfrm>
            <a:off x="5285231" y="1810512"/>
            <a:ext cx="1938528" cy="603504"/>
          </a:xfrm>
          <a:prstGeom prst="roundRect">
            <a:avLst/>
          </a:prstGeom>
          <a:solidFill>
            <a:srgbClr val="FFFFFF"/>
          </a:solidFill>
          <a:ln w="12700">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8" name="Rectangle 17"/>
          <p:cNvSpPr/>
          <p:nvPr/>
        </p:nvSpPr>
        <p:spPr>
          <a:xfrm>
            <a:off x="5285231" y="1810512"/>
            <a:ext cx="1938528" cy="54864"/>
          </a:xfrm>
          <a:prstGeom prst="rect">
            <a:avLst/>
          </a:prstGeom>
          <a:solidFill>
            <a:srgbClr val="3E7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358383" y="1984248"/>
            <a:ext cx="1792224" cy="210314"/>
          </a:xfrm>
          <a:prstGeom prst="rect">
            <a:avLst/>
          </a:prstGeom>
          <a:noFill/>
        </p:spPr>
        <p:txBody>
          <a:bodyPr wrap="square" lIns="25400" tIns="12700" rIns="25400" bIns="12700" anchor="t">
            <a:spAutoFit/>
          </a:bodyPr>
          <a:lstStyle/>
          <a:p>
            <a:pPr algn="ctr"/>
            <a:r>
              <a:rPr sz="1200" b="1">
                <a:solidFill>
                  <a:srgbClr val="102235"/>
                </a:solidFill>
                <a:latin typeface="Inter"/>
              </a:rPr>
              <a:t>Control / redispatch</a:t>
            </a:r>
          </a:p>
        </p:txBody>
      </p:sp>
      <p:sp>
        <p:nvSpPr>
          <p:cNvPr id="20" name="Chevron 19"/>
          <p:cNvSpPr/>
          <p:nvPr/>
        </p:nvSpPr>
        <p:spPr>
          <a:xfrm>
            <a:off x="7278623" y="2011680"/>
            <a:ext cx="256032" cy="182880"/>
          </a:xfrm>
          <a:prstGeom prst="chevron">
            <a:avLst/>
          </a:prstGeom>
          <a:solidFill>
            <a:srgbClr val="B8C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Rounded Rectangle 20"/>
          <p:cNvSpPr/>
          <p:nvPr/>
        </p:nvSpPr>
        <p:spPr>
          <a:xfrm>
            <a:off x="7616951" y="1810512"/>
            <a:ext cx="1938528" cy="603504"/>
          </a:xfrm>
          <a:prstGeom prst="roundRect">
            <a:avLst/>
          </a:prstGeom>
          <a:solidFill>
            <a:srgbClr val="FFFFFF"/>
          </a:solidFill>
          <a:ln w="12700">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2" name="Rectangle 21"/>
          <p:cNvSpPr/>
          <p:nvPr/>
        </p:nvSpPr>
        <p:spPr>
          <a:xfrm>
            <a:off x="7616951" y="1810512"/>
            <a:ext cx="1938528" cy="54864"/>
          </a:xfrm>
          <a:prstGeom prst="rect">
            <a:avLst/>
          </a:prstGeom>
          <a:solidFill>
            <a:srgbClr val="10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7690103" y="1984248"/>
            <a:ext cx="1792224" cy="210314"/>
          </a:xfrm>
          <a:prstGeom prst="rect">
            <a:avLst/>
          </a:prstGeom>
          <a:noFill/>
        </p:spPr>
        <p:txBody>
          <a:bodyPr wrap="square" lIns="25400" tIns="12700" rIns="25400" bIns="12700" anchor="t">
            <a:spAutoFit/>
          </a:bodyPr>
          <a:lstStyle/>
          <a:p>
            <a:pPr algn="ctr"/>
            <a:r>
              <a:rPr sz="1200" b="1">
                <a:solidFill>
                  <a:srgbClr val="102235"/>
                </a:solidFill>
                <a:latin typeface="Inter"/>
              </a:rPr>
              <a:t>New grid state</a:t>
            </a:r>
          </a:p>
        </p:txBody>
      </p:sp>
      <p:sp>
        <p:nvSpPr>
          <p:cNvPr id="24" name="Chevron 23"/>
          <p:cNvSpPr/>
          <p:nvPr/>
        </p:nvSpPr>
        <p:spPr>
          <a:xfrm>
            <a:off x="9610343" y="2011680"/>
            <a:ext cx="256032" cy="182880"/>
          </a:xfrm>
          <a:prstGeom prst="chevron">
            <a:avLst/>
          </a:prstGeom>
          <a:solidFill>
            <a:srgbClr val="B8C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Rounded Rectangle 24"/>
          <p:cNvSpPr/>
          <p:nvPr/>
        </p:nvSpPr>
        <p:spPr>
          <a:xfrm>
            <a:off x="9948672" y="1810512"/>
            <a:ext cx="1938528" cy="603504"/>
          </a:xfrm>
          <a:prstGeom prst="roundRect">
            <a:avLst/>
          </a:prstGeom>
          <a:solidFill>
            <a:srgbClr val="FFFFFF"/>
          </a:solidFill>
          <a:ln w="12700">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Rectangle 25"/>
          <p:cNvSpPr/>
          <p:nvPr/>
        </p:nvSpPr>
        <p:spPr>
          <a:xfrm>
            <a:off x="9948672" y="1810512"/>
            <a:ext cx="1938528" cy="54864"/>
          </a:xfrm>
          <a:prstGeom prst="rect">
            <a:avLst/>
          </a:prstGeom>
          <a:solidFill>
            <a:srgbClr val="F28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10021824" y="1984248"/>
            <a:ext cx="1792224" cy="210314"/>
          </a:xfrm>
          <a:prstGeom prst="rect">
            <a:avLst/>
          </a:prstGeom>
          <a:noFill/>
        </p:spPr>
        <p:txBody>
          <a:bodyPr wrap="square" lIns="25400" tIns="12700" rIns="25400" bIns="12700" anchor="t">
            <a:spAutoFit/>
          </a:bodyPr>
          <a:lstStyle/>
          <a:p>
            <a:pPr algn="ctr"/>
            <a:r>
              <a:rPr sz="1200" b="1">
                <a:solidFill>
                  <a:srgbClr val="102235"/>
                </a:solidFill>
                <a:latin typeface="Inter"/>
              </a:rPr>
              <a:t>Next decision</a:t>
            </a:r>
          </a:p>
        </p:txBody>
      </p:sp>
      <p:sp>
        <p:nvSpPr>
          <p:cNvPr id="28" name="Rounded Rectangle 27"/>
          <p:cNvSpPr/>
          <p:nvPr/>
        </p:nvSpPr>
        <p:spPr>
          <a:xfrm>
            <a:off x="2395728" y="2651522"/>
            <a:ext cx="3529584" cy="2331720"/>
          </a:xfrm>
          <a:prstGeom prst="roundRect">
            <a:avLst/>
          </a:prstGeom>
          <a:solidFill>
            <a:srgbClr val="FFFFFF"/>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p:cNvSpPr txBox="1"/>
          <p:nvPr/>
        </p:nvSpPr>
        <p:spPr>
          <a:xfrm>
            <a:off x="2560320" y="2742962"/>
            <a:ext cx="3273552" cy="271869"/>
          </a:xfrm>
          <a:prstGeom prst="rect">
            <a:avLst/>
          </a:prstGeom>
          <a:noFill/>
        </p:spPr>
        <p:txBody>
          <a:bodyPr wrap="square" lIns="25400" tIns="12700" rIns="25400" bIns="12700" anchor="t">
            <a:spAutoFit/>
          </a:bodyPr>
          <a:lstStyle/>
          <a:p>
            <a:pPr algn="ctr"/>
            <a:r>
              <a:rPr sz="1600" b="1" dirty="0">
                <a:solidFill>
                  <a:srgbClr val="102235"/>
                </a:solidFill>
                <a:latin typeface="Inter"/>
              </a:rPr>
              <a:t>Grid operator / planner</a:t>
            </a:r>
          </a:p>
        </p:txBody>
      </p:sp>
      <p:sp>
        <p:nvSpPr>
          <p:cNvPr id="31" name="TextBox 30"/>
          <p:cNvSpPr txBox="1"/>
          <p:nvPr/>
        </p:nvSpPr>
        <p:spPr>
          <a:xfrm>
            <a:off x="2560320" y="3072146"/>
            <a:ext cx="3273552" cy="1995418"/>
          </a:xfrm>
          <a:prstGeom prst="rect">
            <a:avLst/>
          </a:prstGeom>
          <a:noFill/>
        </p:spPr>
        <p:txBody>
          <a:bodyPr wrap="square" lIns="25400" tIns="12700" rIns="25400" bIns="12700" anchor="t">
            <a:spAutoFit/>
          </a:bodyPr>
          <a:lstStyle/>
          <a:p>
            <a:pPr algn="l"/>
            <a:r>
              <a:rPr sz="1600" b="0" dirty="0">
                <a:solidFill>
                  <a:srgbClr val="607487"/>
                </a:solidFill>
                <a:latin typeface="Inter"/>
              </a:rPr>
              <a:t>• screen dangerous ordered N-k contingencies
• rank corridors for hardening / redundancy
• test emergency redispatch + load-shed limits
• compare short vs long recovery intervals</a:t>
            </a:r>
          </a:p>
        </p:txBody>
      </p:sp>
      <p:sp>
        <p:nvSpPr>
          <p:cNvPr id="32" name="Rounded Rectangle 31"/>
          <p:cNvSpPr/>
          <p:nvPr/>
        </p:nvSpPr>
        <p:spPr>
          <a:xfrm>
            <a:off x="6153912" y="2651522"/>
            <a:ext cx="3529584" cy="2331720"/>
          </a:xfrm>
          <a:prstGeom prst="roundRect">
            <a:avLst/>
          </a:prstGeom>
          <a:solidFill>
            <a:srgbClr val="FFFFFF"/>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3"/>
          <p:cNvSpPr txBox="1"/>
          <p:nvPr/>
        </p:nvSpPr>
        <p:spPr>
          <a:xfrm>
            <a:off x="6318504" y="2742962"/>
            <a:ext cx="3273552" cy="271869"/>
          </a:xfrm>
          <a:prstGeom prst="rect">
            <a:avLst/>
          </a:prstGeom>
          <a:noFill/>
        </p:spPr>
        <p:txBody>
          <a:bodyPr wrap="square" lIns="25400" tIns="12700" rIns="25400" bIns="12700" anchor="t">
            <a:spAutoFit/>
          </a:bodyPr>
          <a:lstStyle/>
          <a:p>
            <a:pPr algn="ctr"/>
            <a:r>
              <a:rPr sz="1600" b="1" dirty="0">
                <a:solidFill>
                  <a:srgbClr val="102235"/>
                </a:solidFill>
                <a:latin typeface="Inter"/>
              </a:rPr>
              <a:t>Security / preparedness</a:t>
            </a:r>
          </a:p>
        </p:txBody>
      </p:sp>
      <p:sp>
        <p:nvSpPr>
          <p:cNvPr id="35" name="TextBox 34"/>
          <p:cNvSpPr txBox="1"/>
          <p:nvPr/>
        </p:nvSpPr>
        <p:spPr>
          <a:xfrm>
            <a:off x="6318504" y="3072146"/>
            <a:ext cx="3273552" cy="1749197"/>
          </a:xfrm>
          <a:prstGeom prst="rect">
            <a:avLst/>
          </a:prstGeom>
          <a:noFill/>
        </p:spPr>
        <p:txBody>
          <a:bodyPr wrap="square" lIns="25400" tIns="12700" rIns="25400" bIns="12700" anchor="t">
            <a:spAutoFit/>
          </a:bodyPr>
          <a:lstStyle/>
          <a:p>
            <a:pPr algn="l"/>
            <a:r>
              <a:rPr sz="1400" b="0" dirty="0">
                <a:solidFill>
                  <a:srgbClr val="607487"/>
                </a:solidFill>
                <a:latin typeface="Inter"/>
              </a:rPr>
              <a:t>• identify critical attack prefixes, not only line sets
• prioritize protection of high-consequence assets
• build red-team stress tests and operator drills
• explain why the same failures in another order differ</a:t>
            </a:r>
          </a:p>
        </p:txBody>
      </p:sp>
      <p:sp>
        <p:nvSpPr>
          <p:cNvPr id="41" name="TextBox 40"/>
          <p:cNvSpPr txBox="1"/>
          <p:nvPr/>
        </p:nvSpPr>
        <p:spPr>
          <a:xfrm>
            <a:off x="405114" y="5496439"/>
            <a:ext cx="1588278" cy="333425"/>
          </a:xfrm>
          <a:prstGeom prst="rect">
            <a:avLst/>
          </a:prstGeom>
          <a:noFill/>
        </p:spPr>
        <p:txBody>
          <a:bodyPr wrap="square" lIns="25400" tIns="12700" rIns="25400" bIns="12700" anchor="t">
            <a:spAutoFit/>
          </a:bodyPr>
          <a:lstStyle/>
          <a:p>
            <a:pPr algn="l"/>
            <a:r>
              <a:rPr b="1" dirty="0">
                <a:solidFill>
                  <a:srgbClr val="F28C35"/>
                </a:solidFill>
                <a:latin typeface="Inter"/>
              </a:rPr>
              <a:t> </a:t>
            </a:r>
            <a:r>
              <a:rPr lang="en-US" b="1" dirty="0">
                <a:solidFill>
                  <a:srgbClr val="F28C35"/>
                </a:solidFill>
                <a:latin typeface="Inter"/>
              </a:rPr>
              <a:t>CPS </a:t>
            </a:r>
            <a:r>
              <a:rPr sz="2000" b="1" dirty="0">
                <a:solidFill>
                  <a:srgbClr val="F28C35"/>
                </a:solidFill>
                <a:latin typeface="Inter"/>
              </a:rPr>
              <a:t>relevance</a:t>
            </a:r>
            <a:endParaRPr b="1" dirty="0">
              <a:solidFill>
                <a:srgbClr val="F28C35"/>
              </a:solidFill>
              <a:latin typeface="Inter"/>
            </a:endParaRPr>
          </a:p>
        </p:txBody>
      </p:sp>
      <p:sp>
        <p:nvSpPr>
          <p:cNvPr id="42" name="TextBox 41"/>
          <p:cNvSpPr txBox="1"/>
          <p:nvPr/>
        </p:nvSpPr>
        <p:spPr>
          <a:xfrm>
            <a:off x="1993392" y="5522976"/>
            <a:ext cx="9235440" cy="579646"/>
          </a:xfrm>
          <a:prstGeom prst="rect">
            <a:avLst/>
          </a:prstGeom>
          <a:noFill/>
        </p:spPr>
        <p:txBody>
          <a:bodyPr wrap="square" lIns="25400" tIns="12700" rIns="25400" bIns="12700" anchor="t">
            <a:spAutoFit/>
          </a:bodyPr>
          <a:lstStyle/>
          <a:p>
            <a:pPr algn="ctr"/>
            <a:r>
              <a:rPr b="1" dirty="0">
                <a:solidFill>
                  <a:srgbClr val="102235"/>
                </a:solidFill>
                <a:latin typeface="Inter"/>
              </a:rPr>
              <a:t>Discrete adversarial events + continuous network physics + feedback control form a closed loop. Sequence, timing, and controller limits jointly determine resilience</a:t>
            </a:r>
            <a:r>
              <a:rPr sz="1200" b="1" dirty="0">
                <a:solidFill>
                  <a:srgbClr val="102235"/>
                </a:solidFill>
                <a:latin typeface="Inter"/>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riginal black template tab">
            <a:extLst>
              <a:ext uri="{FF2B5EF4-FFF2-40B4-BE49-F238E27FC236}">
                <a16:creationId xmlns:a16="http://schemas.microsoft.com/office/drawing/2014/main" id="{DD32E9E8-E618-4773-B93A-FD8DBE7661BB}"/>
              </a:ext>
            </a:extLst>
          </p:cNvPr>
          <p:cNvSpPr>
            <a:spLocks noGrp="1"/>
          </p:cNvSpPr>
          <p:nvPr/>
        </p:nvSpPr>
        <p:spPr>
          <a:xfrm>
            <a:off x="129521" y="0"/>
            <a:ext cx="2749481" cy="1364786"/>
          </a:xfrm>
          <a:custGeom>
            <a:avLst/>
            <a:gdLst/>
            <a:ahLst/>
            <a:cxnLst/>
            <a:rect l="0" t="0" r="0" b="0"/>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rgbClr val="000000"/>
          </a:solidFill>
          <a:ln w="0">
            <a:noFill/>
          </a:ln>
        </p:spPr>
      </p:sp>
      <p:sp>
        <p:nvSpPr>
          <p:cNvPr id="3" name="CRITIQUE">
            <a:extLst>
              <a:ext uri="{FF2B5EF4-FFF2-40B4-BE49-F238E27FC236}">
                <a16:creationId xmlns:a16="http://schemas.microsoft.com/office/drawing/2014/main" id="{C4D58697-33DD-473C-A080-9D3F9A503328}"/>
              </a:ext>
            </a:extLst>
          </p:cNvPr>
          <p:cNvSpPr>
            <a:spLocks noGrp="1"/>
          </p:cNvSpPr>
          <p:nvPr/>
        </p:nvSpPr>
        <p:spPr>
          <a:xfrm>
            <a:off x="295275" y="409575"/>
            <a:ext cx="2381250" cy="666750"/>
          </a:xfrm>
          <a:prstGeom prst="rect">
            <a:avLst/>
          </a:prstGeom>
          <a:noFill/>
          <a:ln w="0">
            <a:noFill/>
          </a:ln>
        </p:spPr>
        <p:txBody>
          <a:bodyPr lIns="0" tIns="0" rIns="0" bIns="0"/>
          <a:lstStyle>
            <a:defPPr algn="ctr">
              <a:defRPr sz="2250" b="0">
                <a:solidFill>
                  <a:srgbClr val="FFFFFF"/>
                </a:solidFill>
              </a:defRPr>
            </a:defPPr>
            <a:lvl1pPr algn="ctr">
              <a:defRPr sz="2250" b="0">
                <a:solidFill>
                  <a:srgbClr val="FFFFFF"/>
                </a:solidFill>
              </a:defRPr>
            </a:lvl1pPr>
            <a:lvl2pPr algn="ctr">
              <a:defRPr sz="2250" b="0">
                <a:solidFill>
                  <a:srgbClr val="FFFFFF"/>
                </a:solidFill>
              </a:defRPr>
            </a:lvl2pPr>
            <a:lvl3pPr algn="ctr">
              <a:defRPr sz="2250" b="0">
                <a:solidFill>
                  <a:srgbClr val="FFFFFF"/>
                </a:solidFill>
              </a:defRPr>
            </a:lvl3pPr>
            <a:lvl4pPr algn="ctr">
              <a:defRPr sz="2250" b="0">
                <a:solidFill>
                  <a:srgbClr val="FFFFFF"/>
                </a:solidFill>
              </a:defRPr>
            </a:lvl4pPr>
            <a:lvl5pPr algn="ctr">
              <a:defRPr sz="2250" b="0">
                <a:solidFill>
                  <a:srgbClr val="FFFFFF"/>
                </a:solidFill>
              </a:defRPr>
            </a:lvl5pPr>
            <a:lvl6pPr algn="ctr">
              <a:defRPr sz="2250" b="0">
                <a:solidFill>
                  <a:srgbClr val="FFFFFF"/>
                </a:solidFill>
              </a:defRPr>
            </a:lvl6pPr>
            <a:lvl7pPr algn="ctr">
              <a:defRPr sz="2250" b="0">
                <a:solidFill>
                  <a:srgbClr val="FFFFFF"/>
                </a:solidFill>
              </a:defRPr>
            </a:lvl7pPr>
            <a:lvl8pPr algn="ctr">
              <a:defRPr sz="2250" b="0">
                <a:solidFill>
                  <a:srgbClr val="FFFFFF"/>
                </a:solidFill>
              </a:defRPr>
            </a:lvl8pPr>
            <a:lvl9pPr algn="ctr">
              <a:defRPr sz="2250" b="0">
                <a:solidFill>
                  <a:srgbClr val="FFFFFF"/>
                </a:solidFill>
              </a:defRPr>
            </a:lvl9pPr>
          </a:lstStyle>
          <a:p>
            <a:pPr algn="ctr">
              <a:defRPr sz="2250" b="0">
                <a:solidFill>
                  <a:srgbClr val="FFFFFF"/>
                </a:solidFill>
              </a:defRPr>
            </a:pPr>
            <a:r>
              <a:rPr sz="2250" b="0">
                <a:solidFill>
                  <a:srgbClr val="FFFFFF"/>
                </a:solidFill>
                <a:latin typeface="Inter"/>
                <a:ea typeface="Inter"/>
                <a:cs typeface="Inter"/>
              </a:rPr>
              <a:t>CRITIQUE</a:t>
            </a:r>
          </a:p>
        </p:txBody>
      </p:sp>
      <p:sp>
        <p:nvSpPr>
          <p:cNvPr id="4" name="Limitations and three extensions">
            <a:extLst>
              <a:ext uri="{FF2B5EF4-FFF2-40B4-BE49-F238E27FC236}">
                <a16:creationId xmlns:a16="http://schemas.microsoft.com/office/drawing/2014/main" id="{E6763D47-4EB4-4863-AA98-6077E67D3502}"/>
              </a:ext>
            </a:extLst>
          </p:cNvPr>
          <p:cNvSpPr>
            <a:spLocks noGrp="1"/>
          </p:cNvSpPr>
          <p:nvPr/>
        </p:nvSpPr>
        <p:spPr>
          <a:xfrm>
            <a:off x="3057525" y="381000"/>
            <a:ext cx="8572500" cy="1000125"/>
          </a:xfrm>
          <a:prstGeom prst="rect">
            <a:avLst/>
          </a:prstGeom>
          <a:noFill/>
          <a:ln w="0">
            <a:noFill/>
          </a:ln>
        </p:spPr>
        <p:txBody>
          <a:bodyPr lIns="0" tIns="0" rIns="0" bIns="0"/>
          <a:lstStyle>
            <a:defPPr algn="l">
              <a:defRPr sz="2700" b="1">
                <a:solidFill>
                  <a:srgbClr val="102235"/>
                </a:solidFill>
              </a:defRPr>
            </a:defPPr>
            <a:lvl1pPr algn="l">
              <a:defRPr sz="2700" b="1">
                <a:solidFill>
                  <a:srgbClr val="102235"/>
                </a:solidFill>
              </a:defRPr>
            </a:lvl1pPr>
            <a:lvl2pPr algn="l">
              <a:defRPr sz="2700" b="1">
                <a:solidFill>
                  <a:srgbClr val="102235"/>
                </a:solidFill>
              </a:defRPr>
            </a:lvl2pPr>
            <a:lvl3pPr algn="l">
              <a:defRPr sz="2700" b="1">
                <a:solidFill>
                  <a:srgbClr val="102235"/>
                </a:solidFill>
              </a:defRPr>
            </a:lvl3pPr>
            <a:lvl4pPr algn="l">
              <a:defRPr sz="2700" b="1">
                <a:solidFill>
                  <a:srgbClr val="102235"/>
                </a:solidFill>
              </a:defRPr>
            </a:lvl4pPr>
            <a:lvl5pPr algn="l">
              <a:defRPr sz="2700" b="1">
                <a:solidFill>
                  <a:srgbClr val="102235"/>
                </a:solidFill>
              </a:defRPr>
            </a:lvl5pPr>
            <a:lvl6pPr algn="l">
              <a:defRPr sz="2700" b="1">
                <a:solidFill>
                  <a:srgbClr val="102235"/>
                </a:solidFill>
              </a:defRPr>
            </a:lvl6pPr>
            <a:lvl7pPr algn="l">
              <a:defRPr sz="2700" b="1">
                <a:solidFill>
                  <a:srgbClr val="102235"/>
                </a:solidFill>
              </a:defRPr>
            </a:lvl7pPr>
            <a:lvl8pPr algn="l">
              <a:defRPr sz="2700" b="1">
                <a:solidFill>
                  <a:srgbClr val="102235"/>
                </a:solidFill>
              </a:defRPr>
            </a:lvl8pPr>
            <a:lvl9pPr algn="l">
              <a:defRPr sz="2700" b="1">
                <a:solidFill>
                  <a:srgbClr val="102235"/>
                </a:solidFill>
              </a:defRPr>
            </a:lvl9pPr>
          </a:lstStyle>
          <a:p>
            <a:pPr algn="l">
              <a:defRPr sz="2700" b="1">
                <a:solidFill>
                  <a:srgbClr val="102235"/>
                </a:solidFill>
              </a:defRPr>
            </a:pPr>
            <a:r>
              <a:rPr>
                <a:latin typeface="Inter Display"/>
                <a:ea typeface="Inter Display"/>
                <a:cs typeface="Inter Display"/>
              </a:rPr>
              <a:t>Limitations and three extensions</a:t>
            </a:r>
          </a:p>
        </p:txBody>
      </p:sp>
      <p:sp>
        <p:nvSpPr>
          <p:cNvPr id="5" name="15">
            <a:extLst>
              <a:ext uri="{FF2B5EF4-FFF2-40B4-BE49-F238E27FC236}">
                <a16:creationId xmlns:a16="http://schemas.microsoft.com/office/drawing/2014/main" id="{CD407C4F-32F4-4388-ADA1-DA34E85EFB62}"/>
              </a:ext>
            </a:extLst>
          </p:cNvPr>
          <p:cNvSpPr>
            <a:spLocks noGrp="1"/>
          </p:cNvSpPr>
          <p:nvPr/>
        </p:nvSpPr>
        <p:spPr>
          <a:xfrm>
            <a:off x="11477625" y="6486525"/>
            <a:ext cx="361950" cy="209550"/>
          </a:xfrm>
          <a:prstGeom prst="rect">
            <a:avLst/>
          </a:prstGeom>
          <a:noFill/>
          <a:ln w="0">
            <a:noFill/>
          </a:ln>
        </p:spPr>
        <p:txBody>
          <a:bodyPr lIns="0" tIns="0" rIns="0" bIns="0"/>
          <a:lstStyle>
            <a:defPPr algn="r">
              <a:defRPr sz="1050" b="0">
                <a:solidFill>
                  <a:srgbClr val="0074AF"/>
                </a:solidFill>
              </a:defRPr>
            </a:defPPr>
            <a:lvl1pPr algn="r">
              <a:defRPr sz="1050" b="0">
                <a:solidFill>
                  <a:srgbClr val="0074AF"/>
                </a:solidFill>
              </a:defRPr>
            </a:lvl1pPr>
            <a:lvl2pPr algn="r">
              <a:defRPr sz="1050" b="0">
                <a:solidFill>
                  <a:srgbClr val="0074AF"/>
                </a:solidFill>
              </a:defRPr>
            </a:lvl2pPr>
            <a:lvl3pPr algn="r">
              <a:defRPr sz="1050" b="0">
                <a:solidFill>
                  <a:srgbClr val="0074AF"/>
                </a:solidFill>
              </a:defRPr>
            </a:lvl3pPr>
            <a:lvl4pPr algn="r">
              <a:defRPr sz="1050" b="0">
                <a:solidFill>
                  <a:srgbClr val="0074AF"/>
                </a:solidFill>
              </a:defRPr>
            </a:lvl4pPr>
            <a:lvl5pPr algn="r">
              <a:defRPr sz="1050" b="0">
                <a:solidFill>
                  <a:srgbClr val="0074AF"/>
                </a:solidFill>
              </a:defRPr>
            </a:lvl5pPr>
            <a:lvl6pPr algn="r">
              <a:defRPr sz="1050" b="0">
                <a:solidFill>
                  <a:srgbClr val="0074AF"/>
                </a:solidFill>
              </a:defRPr>
            </a:lvl6pPr>
            <a:lvl7pPr algn="r">
              <a:defRPr sz="1050" b="0">
                <a:solidFill>
                  <a:srgbClr val="0074AF"/>
                </a:solidFill>
              </a:defRPr>
            </a:lvl7pPr>
            <a:lvl8pPr algn="r">
              <a:defRPr sz="1050" b="0">
                <a:solidFill>
                  <a:srgbClr val="0074AF"/>
                </a:solidFill>
              </a:defRPr>
            </a:lvl8pPr>
            <a:lvl9pPr algn="r">
              <a:defRPr sz="1050" b="0">
                <a:solidFill>
                  <a:srgbClr val="0074AF"/>
                </a:solidFill>
              </a:defRPr>
            </a:lvl9pPr>
          </a:lstStyle>
          <a:p>
            <a:pPr algn="r">
              <a:defRPr sz="1050" b="0">
                <a:solidFill>
                  <a:srgbClr val="0074AF"/>
                </a:solidFill>
              </a:defRPr>
            </a:pPr>
            <a:r>
              <a:rPr sz="1050" b="0">
                <a:solidFill>
                  <a:srgbClr val="0074AF"/>
                </a:solidFill>
                <a:latin typeface="Inter"/>
                <a:ea typeface="Inter"/>
                <a:cs typeface="Inter"/>
              </a:rPr>
              <a:t>15</a:t>
            </a:r>
          </a:p>
        </p:txBody>
      </p:sp>
      <p:sp>
        <p:nvSpPr>
          <p:cNvPr id="6" name="01">
            <a:extLst>
              <a:ext uri="{FF2B5EF4-FFF2-40B4-BE49-F238E27FC236}">
                <a16:creationId xmlns:a16="http://schemas.microsoft.com/office/drawing/2014/main" id="{6FF4D0FE-7EAD-4251-82EB-91A122F8119A}"/>
              </a:ext>
            </a:extLst>
          </p:cNvPr>
          <p:cNvSpPr>
            <a:spLocks noGrp="1"/>
          </p:cNvSpPr>
          <p:nvPr/>
        </p:nvSpPr>
        <p:spPr>
          <a:xfrm>
            <a:off x="619125" y="1847850"/>
            <a:ext cx="3333750" cy="552450"/>
          </a:xfrm>
          <a:prstGeom prst="rect">
            <a:avLst/>
          </a:prstGeom>
          <a:noFill/>
          <a:ln w="0">
            <a:noFill/>
          </a:ln>
        </p:spPr>
        <p:txBody>
          <a:bodyPr lIns="0" tIns="0" rIns="0" bIns="0"/>
          <a:lstStyle>
            <a:defPPr algn="l">
              <a:defRPr sz="3525" b="1">
                <a:solidFill>
                  <a:srgbClr val="F28C35"/>
                </a:solidFill>
              </a:defRPr>
            </a:defPPr>
            <a:lvl1pPr algn="l">
              <a:defRPr sz="3525" b="1">
                <a:solidFill>
                  <a:srgbClr val="F28C35"/>
                </a:solidFill>
              </a:defRPr>
            </a:lvl1pPr>
            <a:lvl2pPr algn="l">
              <a:defRPr sz="3525" b="1">
                <a:solidFill>
                  <a:srgbClr val="F28C35"/>
                </a:solidFill>
              </a:defRPr>
            </a:lvl2pPr>
            <a:lvl3pPr algn="l">
              <a:defRPr sz="3525" b="1">
                <a:solidFill>
                  <a:srgbClr val="F28C35"/>
                </a:solidFill>
              </a:defRPr>
            </a:lvl3pPr>
            <a:lvl4pPr algn="l">
              <a:defRPr sz="3525" b="1">
                <a:solidFill>
                  <a:srgbClr val="F28C35"/>
                </a:solidFill>
              </a:defRPr>
            </a:lvl4pPr>
            <a:lvl5pPr algn="l">
              <a:defRPr sz="3525" b="1">
                <a:solidFill>
                  <a:srgbClr val="F28C35"/>
                </a:solidFill>
              </a:defRPr>
            </a:lvl5pPr>
            <a:lvl6pPr algn="l">
              <a:defRPr sz="3525" b="1">
                <a:solidFill>
                  <a:srgbClr val="F28C35"/>
                </a:solidFill>
              </a:defRPr>
            </a:lvl6pPr>
            <a:lvl7pPr algn="l">
              <a:defRPr sz="3525" b="1">
                <a:solidFill>
                  <a:srgbClr val="F28C35"/>
                </a:solidFill>
              </a:defRPr>
            </a:lvl7pPr>
            <a:lvl8pPr algn="l">
              <a:defRPr sz="3525" b="1">
                <a:solidFill>
                  <a:srgbClr val="F28C35"/>
                </a:solidFill>
              </a:defRPr>
            </a:lvl8pPr>
            <a:lvl9pPr algn="l">
              <a:defRPr sz="3525" b="1">
                <a:solidFill>
                  <a:srgbClr val="F28C35"/>
                </a:solidFill>
              </a:defRPr>
            </a:lvl9pPr>
          </a:lstStyle>
          <a:p>
            <a:pPr algn="l">
              <a:defRPr sz="3525" b="1">
                <a:solidFill>
                  <a:srgbClr val="F28C35"/>
                </a:solidFill>
              </a:defRPr>
            </a:pPr>
            <a:r>
              <a:rPr sz="3525" b="1">
                <a:solidFill>
                  <a:srgbClr val="F28C35"/>
                </a:solidFill>
                <a:latin typeface="Inter"/>
                <a:ea typeface="Inter"/>
                <a:cs typeface="Inter"/>
              </a:rPr>
              <a:t>01</a:t>
            </a:r>
          </a:p>
        </p:txBody>
      </p:sp>
      <p:sp>
        <p:nvSpPr>
          <p:cNvPr id="7" name="Line protection">
            <a:extLst>
              <a:ext uri="{FF2B5EF4-FFF2-40B4-BE49-F238E27FC236}">
                <a16:creationId xmlns:a16="http://schemas.microsoft.com/office/drawing/2014/main" id="{44A04CF8-AA61-4C87-9D0B-060C25F07B75}"/>
              </a:ext>
            </a:extLst>
          </p:cNvPr>
          <p:cNvSpPr>
            <a:spLocks noGrp="1"/>
          </p:cNvSpPr>
          <p:nvPr/>
        </p:nvSpPr>
        <p:spPr>
          <a:xfrm>
            <a:off x="619125" y="2581275"/>
            <a:ext cx="3333750" cy="457200"/>
          </a:xfrm>
          <a:prstGeom prst="rect">
            <a:avLst/>
          </a:prstGeom>
          <a:noFill/>
          <a:ln w="0">
            <a:noFill/>
          </a:ln>
        </p:spPr>
        <p:txBody>
          <a:bodyPr lIns="0" tIns="0" rIns="0" bIns="0"/>
          <a:lstStyle>
            <a:defPPr algn="l">
              <a:defRPr sz="2175" b="1">
                <a:solidFill>
                  <a:srgbClr val="0074AF"/>
                </a:solidFill>
              </a:defRPr>
            </a:defPPr>
            <a:lvl1pPr algn="l">
              <a:defRPr sz="2175" b="1">
                <a:solidFill>
                  <a:srgbClr val="0074AF"/>
                </a:solidFill>
              </a:defRPr>
            </a:lvl1pPr>
            <a:lvl2pPr algn="l">
              <a:defRPr sz="2175" b="1">
                <a:solidFill>
                  <a:srgbClr val="0074AF"/>
                </a:solidFill>
              </a:defRPr>
            </a:lvl2pPr>
            <a:lvl3pPr algn="l">
              <a:defRPr sz="2175" b="1">
                <a:solidFill>
                  <a:srgbClr val="0074AF"/>
                </a:solidFill>
              </a:defRPr>
            </a:lvl3pPr>
            <a:lvl4pPr algn="l">
              <a:defRPr sz="2175" b="1">
                <a:solidFill>
                  <a:srgbClr val="0074AF"/>
                </a:solidFill>
              </a:defRPr>
            </a:lvl4pPr>
            <a:lvl5pPr algn="l">
              <a:defRPr sz="2175" b="1">
                <a:solidFill>
                  <a:srgbClr val="0074AF"/>
                </a:solidFill>
              </a:defRPr>
            </a:lvl5pPr>
            <a:lvl6pPr algn="l">
              <a:defRPr sz="2175" b="1">
                <a:solidFill>
                  <a:srgbClr val="0074AF"/>
                </a:solidFill>
              </a:defRPr>
            </a:lvl6pPr>
            <a:lvl7pPr algn="l">
              <a:defRPr sz="2175" b="1">
                <a:solidFill>
                  <a:srgbClr val="0074AF"/>
                </a:solidFill>
              </a:defRPr>
            </a:lvl7pPr>
            <a:lvl8pPr algn="l">
              <a:defRPr sz="2175" b="1">
                <a:solidFill>
                  <a:srgbClr val="0074AF"/>
                </a:solidFill>
              </a:defRPr>
            </a:lvl8pPr>
            <a:lvl9pPr algn="l">
              <a:defRPr sz="2175" b="1">
                <a:solidFill>
                  <a:srgbClr val="0074AF"/>
                </a:solidFill>
              </a:defRPr>
            </a:lvl9pPr>
          </a:lstStyle>
          <a:p>
            <a:pPr algn="l">
              <a:defRPr sz="2175" b="1">
                <a:solidFill>
                  <a:srgbClr val="0074AF"/>
                </a:solidFill>
              </a:defRPr>
            </a:pPr>
            <a:r>
              <a:rPr sz="2175" b="1">
                <a:solidFill>
                  <a:srgbClr val="0074AF"/>
                </a:solidFill>
                <a:latin typeface="Inter"/>
                <a:ea typeface="Inter"/>
                <a:cs typeface="Inter"/>
              </a:rPr>
              <a:t>Line protection</a:t>
            </a:r>
          </a:p>
        </p:txBody>
      </p:sp>
      <p:sp>
        <p:nvSpPr>
          <p:cNvPr id="8" name="Rectangle 7">
            <a:extLst>
              <a:ext uri="{FF2B5EF4-FFF2-40B4-BE49-F238E27FC236}">
                <a16:creationId xmlns:a16="http://schemas.microsoft.com/office/drawing/2014/main" id="{CE4D28B3-BAD8-443E-B190-1D5D3DD8CF61}"/>
              </a:ext>
            </a:extLst>
          </p:cNvPr>
          <p:cNvSpPr>
            <a:spLocks noGrp="1"/>
          </p:cNvSpPr>
          <p:nvPr/>
        </p:nvSpPr>
        <p:spPr>
          <a:xfrm>
            <a:off x="619125" y="3143250"/>
            <a:ext cx="3333750" cy="14288"/>
          </a:xfrm>
          <a:prstGeom prst="rect">
            <a:avLst/>
          </a:prstGeom>
          <a:solidFill>
            <a:srgbClr val="FFC000"/>
          </a:solidFill>
          <a:ln w="0">
            <a:noFill/>
          </a:ln>
        </p:spPr>
      </p:sp>
      <p:sp>
        <p:nvSpPr>
          <p:cNvPr id="9" name="No investment selection">
            <a:extLst>
              <a:ext uri="{FF2B5EF4-FFF2-40B4-BE49-F238E27FC236}">
                <a16:creationId xmlns:a16="http://schemas.microsoft.com/office/drawing/2014/main" id="{11726B89-8777-4CD4-8A4C-1A9FB8112B04}"/>
              </a:ext>
            </a:extLst>
          </p:cNvPr>
          <p:cNvSpPr>
            <a:spLocks noGrp="1"/>
          </p:cNvSpPr>
          <p:nvPr/>
        </p:nvSpPr>
        <p:spPr>
          <a:xfrm>
            <a:off x="619125" y="3371850"/>
            <a:ext cx="3333750" cy="685800"/>
          </a:xfrm>
          <a:prstGeom prst="rect">
            <a:avLst/>
          </a:prstGeom>
          <a:noFill/>
          <a:ln w="0">
            <a:noFill/>
          </a:ln>
        </p:spPr>
        <p:txBody>
          <a:bodyPr lIns="0" tIns="0" rIns="0" bIns="0"/>
          <a:lstStyle>
            <a:defPPr algn="l">
              <a:defRPr sz="1875" b="1">
                <a:solidFill>
                  <a:srgbClr val="102235"/>
                </a:solidFill>
              </a:defRPr>
            </a:defPPr>
            <a:lvl1pPr algn="l">
              <a:defRPr sz="1875" b="1">
                <a:solidFill>
                  <a:srgbClr val="102235"/>
                </a:solidFill>
              </a:defRPr>
            </a:lvl1pPr>
            <a:lvl2pPr algn="l">
              <a:defRPr sz="1875" b="1">
                <a:solidFill>
                  <a:srgbClr val="102235"/>
                </a:solidFill>
              </a:defRPr>
            </a:lvl2pPr>
            <a:lvl3pPr algn="l">
              <a:defRPr sz="1875" b="1">
                <a:solidFill>
                  <a:srgbClr val="102235"/>
                </a:solidFill>
              </a:defRPr>
            </a:lvl3pPr>
            <a:lvl4pPr algn="l">
              <a:defRPr sz="1875" b="1">
                <a:solidFill>
                  <a:srgbClr val="102235"/>
                </a:solidFill>
              </a:defRPr>
            </a:lvl4pPr>
            <a:lvl5pPr algn="l">
              <a:defRPr sz="1875" b="1">
                <a:solidFill>
                  <a:srgbClr val="102235"/>
                </a:solidFill>
              </a:defRPr>
            </a:lvl5pPr>
            <a:lvl6pPr algn="l">
              <a:defRPr sz="1875" b="1">
                <a:solidFill>
                  <a:srgbClr val="102235"/>
                </a:solidFill>
              </a:defRPr>
            </a:lvl6pPr>
            <a:lvl7pPr algn="l">
              <a:defRPr sz="1875" b="1">
                <a:solidFill>
                  <a:srgbClr val="102235"/>
                </a:solidFill>
              </a:defRPr>
            </a:lvl7pPr>
            <a:lvl8pPr algn="l">
              <a:defRPr sz="1875" b="1">
                <a:solidFill>
                  <a:srgbClr val="102235"/>
                </a:solidFill>
              </a:defRPr>
            </a:lvl8pPr>
            <a:lvl9pPr algn="l">
              <a:defRPr sz="1875" b="1">
                <a:solidFill>
                  <a:srgbClr val="102235"/>
                </a:solidFill>
              </a:defRPr>
            </a:lvl9pPr>
          </a:lstStyle>
          <a:p>
            <a:pPr algn="l">
              <a:defRPr sz="1875" b="1">
                <a:solidFill>
                  <a:srgbClr val="102235"/>
                </a:solidFill>
              </a:defRPr>
            </a:pPr>
            <a:r>
              <a:rPr sz="1875" b="1">
                <a:solidFill>
                  <a:srgbClr val="102235"/>
                </a:solidFill>
                <a:latin typeface="Inter"/>
                <a:ea typeface="Inter"/>
                <a:cs typeface="Inter"/>
              </a:rPr>
              <a:t>No investment selection</a:t>
            </a:r>
          </a:p>
        </p:txBody>
      </p:sp>
      <p:sp>
        <p:nvSpPr>
          <p:cNvPr id="10" name="Which few lines should we protect?">
            <a:extLst>
              <a:ext uri="{FF2B5EF4-FFF2-40B4-BE49-F238E27FC236}">
                <a16:creationId xmlns:a16="http://schemas.microsoft.com/office/drawing/2014/main" id="{0F38BF53-7A06-48B0-9AEB-B84E55F95FFD}"/>
              </a:ext>
            </a:extLst>
          </p:cNvPr>
          <p:cNvSpPr>
            <a:spLocks noGrp="1"/>
          </p:cNvSpPr>
          <p:nvPr/>
        </p:nvSpPr>
        <p:spPr>
          <a:xfrm>
            <a:off x="619125" y="4276725"/>
            <a:ext cx="3333750" cy="1000125"/>
          </a:xfrm>
          <a:prstGeom prst="rect">
            <a:avLst/>
          </a:prstGeom>
          <a:noFill/>
          <a:ln w="0">
            <a:noFill/>
          </a:ln>
        </p:spPr>
        <p:txBody>
          <a:bodyPr lIns="0" tIns="0" rIns="0" bIns="0"/>
          <a:lstStyle>
            <a:defPPr algn="l">
              <a:defRPr sz="2025" b="0">
                <a:solidFill>
                  <a:srgbClr val="102235"/>
                </a:solidFill>
              </a:defRPr>
            </a:defPPr>
            <a:lvl1pPr algn="l">
              <a:defRPr sz="2025" b="0">
                <a:solidFill>
                  <a:srgbClr val="102235"/>
                </a:solidFill>
              </a:defRPr>
            </a:lvl1pPr>
            <a:lvl2pPr algn="l">
              <a:defRPr sz="2025" b="0">
                <a:solidFill>
                  <a:srgbClr val="102235"/>
                </a:solidFill>
              </a:defRPr>
            </a:lvl2pPr>
            <a:lvl3pPr algn="l">
              <a:defRPr sz="2025" b="0">
                <a:solidFill>
                  <a:srgbClr val="102235"/>
                </a:solidFill>
              </a:defRPr>
            </a:lvl3pPr>
            <a:lvl4pPr algn="l">
              <a:defRPr sz="2025" b="0">
                <a:solidFill>
                  <a:srgbClr val="102235"/>
                </a:solidFill>
              </a:defRPr>
            </a:lvl4pPr>
            <a:lvl5pPr algn="l">
              <a:defRPr sz="2025" b="0">
                <a:solidFill>
                  <a:srgbClr val="102235"/>
                </a:solidFill>
              </a:defRPr>
            </a:lvl5pPr>
            <a:lvl6pPr algn="l">
              <a:defRPr sz="2025" b="0">
                <a:solidFill>
                  <a:srgbClr val="102235"/>
                </a:solidFill>
              </a:defRPr>
            </a:lvl6pPr>
            <a:lvl7pPr algn="l">
              <a:defRPr sz="2025" b="0">
                <a:solidFill>
                  <a:srgbClr val="102235"/>
                </a:solidFill>
              </a:defRPr>
            </a:lvl7pPr>
            <a:lvl8pPr algn="l">
              <a:defRPr sz="2025" b="0">
                <a:solidFill>
                  <a:srgbClr val="102235"/>
                </a:solidFill>
              </a:defRPr>
            </a:lvl8pPr>
            <a:lvl9pPr algn="l">
              <a:defRPr sz="2025" b="0">
                <a:solidFill>
                  <a:srgbClr val="102235"/>
                </a:solidFill>
              </a:defRPr>
            </a:lvl9pPr>
          </a:lstStyle>
          <a:p>
            <a:pPr algn="l">
              <a:defRPr sz="2025" b="0">
                <a:solidFill>
                  <a:srgbClr val="102235"/>
                </a:solidFill>
              </a:defRPr>
            </a:pPr>
            <a:r>
              <a:rPr sz="2025" b="0">
                <a:solidFill>
                  <a:srgbClr val="102235"/>
                </a:solidFill>
                <a:latin typeface="Inter"/>
                <a:ea typeface="Inter"/>
                <a:cs typeface="Inter"/>
              </a:rPr>
              <a:t>Which few lines should we protect?</a:t>
            </a:r>
          </a:p>
        </p:txBody>
      </p:sp>
      <p:sp>
        <p:nvSpPr>
          <p:cNvPr id="11" name="02">
            <a:extLst>
              <a:ext uri="{FF2B5EF4-FFF2-40B4-BE49-F238E27FC236}">
                <a16:creationId xmlns:a16="http://schemas.microsoft.com/office/drawing/2014/main" id="{D26033C0-5B20-45FC-AA39-FEFFAB735FA7}"/>
              </a:ext>
            </a:extLst>
          </p:cNvPr>
          <p:cNvSpPr>
            <a:spLocks noGrp="1"/>
          </p:cNvSpPr>
          <p:nvPr/>
        </p:nvSpPr>
        <p:spPr>
          <a:xfrm>
            <a:off x="4495800" y="1847850"/>
            <a:ext cx="3333750" cy="552450"/>
          </a:xfrm>
          <a:prstGeom prst="rect">
            <a:avLst/>
          </a:prstGeom>
          <a:noFill/>
          <a:ln w="0">
            <a:noFill/>
          </a:ln>
        </p:spPr>
        <p:txBody>
          <a:bodyPr lIns="0" tIns="0" rIns="0" bIns="0"/>
          <a:lstStyle>
            <a:defPPr algn="l">
              <a:defRPr sz="3525" b="1">
                <a:solidFill>
                  <a:srgbClr val="F28C35"/>
                </a:solidFill>
              </a:defRPr>
            </a:defPPr>
            <a:lvl1pPr algn="l">
              <a:defRPr sz="3525" b="1">
                <a:solidFill>
                  <a:srgbClr val="F28C35"/>
                </a:solidFill>
              </a:defRPr>
            </a:lvl1pPr>
            <a:lvl2pPr algn="l">
              <a:defRPr sz="3525" b="1">
                <a:solidFill>
                  <a:srgbClr val="F28C35"/>
                </a:solidFill>
              </a:defRPr>
            </a:lvl2pPr>
            <a:lvl3pPr algn="l">
              <a:defRPr sz="3525" b="1">
                <a:solidFill>
                  <a:srgbClr val="F28C35"/>
                </a:solidFill>
              </a:defRPr>
            </a:lvl3pPr>
            <a:lvl4pPr algn="l">
              <a:defRPr sz="3525" b="1">
                <a:solidFill>
                  <a:srgbClr val="F28C35"/>
                </a:solidFill>
              </a:defRPr>
            </a:lvl4pPr>
            <a:lvl5pPr algn="l">
              <a:defRPr sz="3525" b="1">
                <a:solidFill>
                  <a:srgbClr val="F28C35"/>
                </a:solidFill>
              </a:defRPr>
            </a:lvl5pPr>
            <a:lvl6pPr algn="l">
              <a:defRPr sz="3525" b="1">
                <a:solidFill>
                  <a:srgbClr val="F28C35"/>
                </a:solidFill>
              </a:defRPr>
            </a:lvl6pPr>
            <a:lvl7pPr algn="l">
              <a:defRPr sz="3525" b="1">
                <a:solidFill>
                  <a:srgbClr val="F28C35"/>
                </a:solidFill>
              </a:defRPr>
            </a:lvl7pPr>
            <a:lvl8pPr algn="l">
              <a:defRPr sz="3525" b="1">
                <a:solidFill>
                  <a:srgbClr val="F28C35"/>
                </a:solidFill>
              </a:defRPr>
            </a:lvl8pPr>
            <a:lvl9pPr algn="l">
              <a:defRPr sz="3525" b="1">
                <a:solidFill>
                  <a:srgbClr val="F28C35"/>
                </a:solidFill>
              </a:defRPr>
            </a:lvl9pPr>
          </a:lstStyle>
          <a:p>
            <a:pPr algn="l">
              <a:defRPr sz="3525" b="1">
                <a:solidFill>
                  <a:srgbClr val="F28C35"/>
                </a:solidFill>
              </a:defRPr>
            </a:pPr>
            <a:r>
              <a:rPr sz="3525" b="1">
                <a:solidFill>
                  <a:srgbClr val="F28C35"/>
                </a:solidFill>
                <a:latin typeface="Inter"/>
                <a:ea typeface="Inter"/>
                <a:cs typeface="Inter"/>
              </a:rPr>
              <a:t>02</a:t>
            </a:r>
          </a:p>
        </p:txBody>
      </p:sp>
      <p:sp>
        <p:nvSpPr>
          <p:cNvPr id="12" name="Response timing">
            <a:extLst>
              <a:ext uri="{FF2B5EF4-FFF2-40B4-BE49-F238E27FC236}">
                <a16:creationId xmlns:a16="http://schemas.microsoft.com/office/drawing/2014/main" id="{1D7B8FC3-547F-42A9-9AA8-B513BC314226}"/>
              </a:ext>
            </a:extLst>
          </p:cNvPr>
          <p:cNvSpPr>
            <a:spLocks noGrp="1"/>
          </p:cNvSpPr>
          <p:nvPr/>
        </p:nvSpPr>
        <p:spPr>
          <a:xfrm>
            <a:off x="4495800" y="2581275"/>
            <a:ext cx="3333750" cy="457200"/>
          </a:xfrm>
          <a:prstGeom prst="rect">
            <a:avLst/>
          </a:prstGeom>
          <a:noFill/>
          <a:ln w="0">
            <a:noFill/>
          </a:ln>
        </p:spPr>
        <p:txBody>
          <a:bodyPr lIns="0" tIns="0" rIns="0" bIns="0"/>
          <a:lstStyle>
            <a:defPPr algn="l">
              <a:defRPr sz="2175" b="1">
                <a:solidFill>
                  <a:srgbClr val="0074AF"/>
                </a:solidFill>
              </a:defRPr>
            </a:defPPr>
            <a:lvl1pPr algn="l">
              <a:defRPr sz="2175" b="1">
                <a:solidFill>
                  <a:srgbClr val="0074AF"/>
                </a:solidFill>
              </a:defRPr>
            </a:lvl1pPr>
            <a:lvl2pPr algn="l">
              <a:defRPr sz="2175" b="1">
                <a:solidFill>
                  <a:srgbClr val="0074AF"/>
                </a:solidFill>
              </a:defRPr>
            </a:lvl2pPr>
            <a:lvl3pPr algn="l">
              <a:defRPr sz="2175" b="1">
                <a:solidFill>
                  <a:srgbClr val="0074AF"/>
                </a:solidFill>
              </a:defRPr>
            </a:lvl3pPr>
            <a:lvl4pPr algn="l">
              <a:defRPr sz="2175" b="1">
                <a:solidFill>
                  <a:srgbClr val="0074AF"/>
                </a:solidFill>
              </a:defRPr>
            </a:lvl4pPr>
            <a:lvl5pPr algn="l">
              <a:defRPr sz="2175" b="1">
                <a:solidFill>
                  <a:srgbClr val="0074AF"/>
                </a:solidFill>
              </a:defRPr>
            </a:lvl5pPr>
            <a:lvl6pPr algn="l">
              <a:defRPr sz="2175" b="1">
                <a:solidFill>
                  <a:srgbClr val="0074AF"/>
                </a:solidFill>
              </a:defRPr>
            </a:lvl6pPr>
            <a:lvl7pPr algn="l">
              <a:defRPr sz="2175" b="1">
                <a:solidFill>
                  <a:srgbClr val="0074AF"/>
                </a:solidFill>
              </a:defRPr>
            </a:lvl7pPr>
            <a:lvl8pPr algn="l">
              <a:defRPr sz="2175" b="1">
                <a:solidFill>
                  <a:srgbClr val="0074AF"/>
                </a:solidFill>
              </a:defRPr>
            </a:lvl8pPr>
            <a:lvl9pPr algn="l">
              <a:defRPr sz="2175" b="1">
                <a:solidFill>
                  <a:srgbClr val="0074AF"/>
                </a:solidFill>
              </a:defRPr>
            </a:lvl9pPr>
          </a:lstStyle>
          <a:p>
            <a:pPr algn="l">
              <a:defRPr sz="2175" b="1">
                <a:solidFill>
                  <a:srgbClr val="0074AF"/>
                </a:solidFill>
              </a:defRPr>
            </a:pPr>
            <a:r>
              <a:rPr sz="2175" b="1">
                <a:solidFill>
                  <a:srgbClr val="0074AF"/>
                </a:solidFill>
                <a:latin typeface="Inter"/>
                <a:ea typeface="Inter"/>
                <a:cs typeface="Inter"/>
              </a:rPr>
              <a:t>Response timing</a:t>
            </a:r>
          </a:p>
        </p:txBody>
      </p:sp>
      <p:sp>
        <p:nvSpPr>
          <p:cNvPr id="13" name="Rectangle 12">
            <a:extLst>
              <a:ext uri="{FF2B5EF4-FFF2-40B4-BE49-F238E27FC236}">
                <a16:creationId xmlns:a16="http://schemas.microsoft.com/office/drawing/2014/main" id="{35089A44-6F9E-4C92-BEC1-D3ABED0F5498}"/>
              </a:ext>
            </a:extLst>
          </p:cNvPr>
          <p:cNvSpPr>
            <a:spLocks noGrp="1"/>
          </p:cNvSpPr>
          <p:nvPr/>
        </p:nvSpPr>
        <p:spPr>
          <a:xfrm>
            <a:off x="4495800" y="3143250"/>
            <a:ext cx="3333750" cy="14288"/>
          </a:xfrm>
          <a:prstGeom prst="rect">
            <a:avLst/>
          </a:prstGeom>
          <a:solidFill>
            <a:srgbClr val="FFC000"/>
          </a:solidFill>
          <a:ln w="0">
            <a:noFill/>
          </a:ln>
        </p:spPr>
      </p:sp>
      <p:sp>
        <p:nvSpPr>
          <p:cNvPr id="14" name="Fixed response epochs">
            <a:extLst>
              <a:ext uri="{FF2B5EF4-FFF2-40B4-BE49-F238E27FC236}">
                <a16:creationId xmlns:a16="http://schemas.microsoft.com/office/drawing/2014/main" id="{CA2DB682-1CFA-4D93-BF3C-D9A461676AD0}"/>
              </a:ext>
            </a:extLst>
          </p:cNvPr>
          <p:cNvSpPr>
            <a:spLocks noGrp="1"/>
          </p:cNvSpPr>
          <p:nvPr/>
        </p:nvSpPr>
        <p:spPr>
          <a:xfrm>
            <a:off x="4495800" y="3371850"/>
            <a:ext cx="3333750" cy="685800"/>
          </a:xfrm>
          <a:prstGeom prst="rect">
            <a:avLst/>
          </a:prstGeom>
          <a:noFill/>
          <a:ln w="0">
            <a:noFill/>
          </a:ln>
        </p:spPr>
        <p:txBody>
          <a:bodyPr lIns="0" tIns="0" rIns="0" bIns="0"/>
          <a:lstStyle>
            <a:defPPr algn="l">
              <a:defRPr sz="1875" b="1">
                <a:solidFill>
                  <a:srgbClr val="102235"/>
                </a:solidFill>
              </a:defRPr>
            </a:defPPr>
            <a:lvl1pPr algn="l">
              <a:defRPr sz="1875" b="1">
                <a:solidFill>
                  <a:srgbClr val="102235"/>
                </a:solidFill>
              </a:defRPr>
            </a:lvl1pPr>
            <a:lvl2pPr algn="l">
              <a:defRPr sz="1875" b="1">
                <a:solidFill>
                  <a:srgbClr val="102235"/>
                </a:solidFill>
              </a:defRPr>
            </a:lvl2pPr>
            <a:lvl3pPr algn="l">
              <a:defRPr sz="1875" b="1">
                <a:solidFill>
                  <a:srgbClr val="102235"/>
                </a:solidFill>
              </a:defRPr>
            </a:lvl3pPr>
            <a:lvl4pPr algn="l">
              <a:defRPr sz="1875" b="1">
                <a:solidFill>
                  <a:srgbClr val="102235"/>
                </a:solidFill>
              </a:defRPr>
            </a:lvl4pPr>
            <a:lvl5pPr algn="l">
              <a:defRPr sz="1875" b="1">
                <a:solidFill>
                  <a:srgbClr val="102235"/>
                </a:solidFill>
              </a:defRPr>
            </a:lvl5pPr>
            <a:lvl6pPr algn="l">
              <a:defRPr sz="1875" b="1">
                <a:solidFill>
                  <a:srgbClr val="102235"/>
                </a:solidFill>
              </a:defRPr>
            </a:lvl6pPr>
            <a:lvl7pPr algn="l">
              <a:defRPr sz="1875" b="1">
                <a:solidFill>
                  <a:srgbClr val="102235"/>
                </a:solidFill>
              </a:defRPr>
            </a:lvl7pPr>
            <a:lvl8pPr algn="l">
              <a:defRPr sz="1875" b="1">
                <a:solidFill>
                  <a:srgbClr val="102235"/>
                </a:solidFill>
              </a:defRPr>
            </a:lvl8pPr>
            <a:lvl9pPr algn="l">
              <a:defRPr sz="1875" b="1">
                <a:solidFill>
                  <a:srgbClr val="102235"/>
                </a:solidFill>
              </a:defRPr>
            </a:lvl9pPr>
          </a:lstStyle>
          <a:p>
            <a:pPr algn="l">
              <a:defRPr sz="1875" b="1">
                <a:solidFill>
                  <a:srgbClr val="102235"/>
                </a:solidFill>
              </a:defRPr>
            </a:pPr>
            <a:r>
              <a:rPr sz="1875" b="1">
                <a:solidFill>
                  <a:srgbClr val="102235"/>
                </a:solidFill>
                <a:latin typeface="Inter"/>
                <a:ea typeface="Inter"/>
                <a:cs typeface="Inter"/>
              </a:rPr>
              <a:t>Fixed response epochs</a:t>
            </a:r>
          </a:p>
        </p:txBody>
      </p:sp>
      <p:sp>
        <p:nvSpPr>
          <p:cNvPr id="15" name="What changes when failures arrive closer together?">
            <a:extLst>
              <a:ext uri="{FF2B5EF4-FFF2-40B4-BE49-F238E27FC236}">
                <a16:creationId xmlns:a16="http://schemas.microsoft.com/office/drawing/2014/main" id="{719DB100-C7DC-47D2-980C-72D8C78E39D1}"/>
              </a:ext>
            </a:extLst>
          </p:cNvPr>
          <p:cNvSpPr>
            <a:spLocks noGrp="1"/>
          </p:cNvSpPr>
          <p:nvPr/>
        </p:nvSpPr>
        <p:spPr>
          <a:xfrm>
            <a:off x="4495800" y="4276725"/>
            <a:ext cx="3333750" cy="1000125"/>
          </a:xfrm>
          <a:prstGeom prst="rect">
            <a:avLst/>
          </a:prstGeom>
          <a:noFill/>
          <a:ln w="0">
            <a:noFill/>
          </a:ln>
        </p:spPr>
        <p:txBody>
          <a:bodyPr lIns="0" tIns="0" rIns="0" bIns="0"/>
          <a:lstStyle>
            <a:defPPr algn="l">
              <a:defRPr sz="2025" b="0">
                <a:solidFill>
                  <a:srgbClr val="102235"/>
                </a:solidFill>
              </a:defRPr>
            </a:defPPr>
            <a:lvl1pPr algn="l">
              <a:defRPr sz="2025" b="0">
                <a:solidFill>
                  <a:srgbClr val="102235"/>
                </a:solidFill>
              </a:defRPr>
            </a:lvl1pPr>
            <a:lvl2pPr algn="l">
              <a:defRPr sz="2025" b="0">
                <a:solidFill>
                  <a:srgbClr val="102235"/>
                </a:solidFill>
              </a:defRPr>
            </a:lvl2pPr>
            <a:lvl3pPr algn="l">
              <a:defRPr sz="2025" b="0">
                <a:solidFill>
                  <a:srgbClr val="102235"/>
                </a:solidFill>
              </a:defRPr>
            </a:lvl3pPr>
            <a:lvl4pPr algn="l">
              <a:defRPr sz="2025" b="0">
                <a:solidFill>
                  <a:srgbClr val="102235"/>
                </a:solidFill>
              </a:defRPr>
            </a:lvl4pPr>
            <a:lvl5pPr algn="l">
              <a:defRPr sz="2025" b="0">
                <a:solidFill>
                  <a:srgbClr val="102235"/>
                </a:solidFill>
              </a:defRPr>
            </a:lvl5pPr>
            <a:lvl6pPr algn="l">
              <a:defRPr sz="2025" b="0">
                <a:solidFill>
                  <a:srgbClr val="102235"/>
                </a:solidFill>
              </a:defRPr>
            </a:lvl6pPr>
            <a:lvl7pPr algn="l">
              <a:defRPr sz="2025" b="0">
                <a:solidFill>
                  <a:srgbClr val="102235"/>
                </a:solidFill>
              </a:defRPr>
            </a:lvl7pPr>
            <a:lvl8pPr algn="l">
              <a:defRPr sz="2025" b="0">
                <a:solidFill>
                  <a:srgbClr val="102235"/>
                </a:solidFill>
              </a:defRPr>
            </a:lvl8pPr>
            <a:lvl9pPr algn="l">
              <a:defRPr sz="2025" b="0">
                <a:solidFill>
                  <a:srgbClr val="102235"/>
                </a:solidFill>
              </a:defRPr>
            </a:lvl9pPr>
          </a:lstStyle>
          <a:p>
            <a:pPr algn="l">
              <a:defRPr sz="2025" b="0">
                <a:solidFill>
                  <a:srgbClr val="102235"/>
                </a:solidFill>
              </a:defRPr>
            </a:pPr>
            <a:r>
              <a:rPr sz="2025" b="0">
                <a:solidFill>
                  <a:srgbClr val="102235"/>
                </a:solidFill>
                <a:latin typeface="Inter"/>
                <a:ea typeface="Inter"/>
                <a:cs typeface="Inter"/>
              </a:rPr>
              <a:t>What changes when failures arrive closer together?</a:t>
            </a:r>
          </a:p>
        </p:txBody>
      </p:sp>
      <p:sp>
        <p:nvSpPr>
          <p:cNvPr id="16" name="03">
            <a:extLst>
              <a:ext uri="{FF2B5EF4-FFF2-40B4-BE49-F238E27FC236}">
                <a16:creationId xmlns:a16="http://schemas.microsoft.com/office/drawing/2014/main" id="{A04CAA72-D308-420E-A54E-59D3D5F70537}"/>
              </a:ext>
            </a:extLst>
          </p:cNvPr>
          <p:cNvSpPr>
            <a:spLocks noGrp="1"/>
          </p:cNvSpPr>
          <p:nvPr/>
        </p:nvSpPr>
        <p:spPr>
          <a:xfrm>
            <a:off x="8372475" y="1847850"/>
            <a:ext cx="3333750" cy="552450"/>
          </a:xfrm>
          <a:prstGeom prst="rect">
            <a:avLst/>
          </a:prstGeom>
          <a:noFill/>
          <a:ln w="0">
            <a:noFill/>
          </a:ln>
        </p:spPr>
        <p:txBody>
          <a:bodyPr lIns="0" tIns="0" rIns="0" bIns="0"/>
          <a:lstStyle>
            <a:defPPr algn="l">
              <a:defRPr sz="3525" b="1">
                <a:solidFill>
                  <a:srgbClr val="F28C35"/>
                </a:solidFill>
              </a:defRPr>
            </a:defPPr>
            <a:lvl1pPr algn="l">
              <a:defRPr sz="3525" b="1">
                <a:solidFill>
                  <a:srgbClr val="F28C35"/>
                </a:solidFill>
              </a:defRPr>
            </a:lvl1pPr>
            <a:lvl2pPr algn="l">
              <a:defRPr sz="3525" b="1">
                <a:solidFill>
                  <a:srgbClr val="F28C35"/>
                </a:solidFill>
              </a:defRPr>
            </a:lvl2pPr>
            <a:lvl3pPr algn="l">
              <a:defRPr sz="3525" b="1">
                <a:solidFill>
                  <a:srgbClr val="F28C35"/>
                </a:solidFill>
              </a:defRPr>
            </a:lvl3pPr>
            <a:lvl4pPr algn="l">
              <a:defRPr sz="3525" b="1">
                <a:solidFill>
                  <a:srgbClr val="F28C35"/>
                </a:solidFill>
              </a:defRPr>
            </a:lvl4pPr>
            <a:lvl5pPr algn="l">
              <a:defRPr sz="3525" b="1">
                <a:solidFill>
                  <a:srgbClr val="F28C35"/>
                </a:solidFill>
              </a:defRPr>
            </a:lvl5pPr>
            <a:lvl6pPr algn="l">
              <a:defRPr sz="3525" b="1">
                <a:solidFill>
                  <a:srgbClr val="F28C35"/>
                </a:solidFill>
              </a:defRPr>
            </a:lvl6pPr>
            <a:lvl7pPr algn="l">
              <a:defRPr sz="3525" b="1">
                <a:solidFill>
                  <a:srgbClr val="F28C35"/>
                </a:solidFill>
              </a:defRPr>
            </a:lvl7pPr>
            <a:lvl8pPr algn="l">
              <a:defRPr sz="3525" b="1">
                <a:solidFill>
                  <a:srgbClr val="F28C35"/>
                </a:solidFill>
              </a:defRPr>
            </a:lvl8pPr>
            <a:lvl9pPr algn="l">
              <a:defRPr sz="3525" b="1">
                <a:solidFill>
                  <a:srgbClr val="F28C35"/>
                </a:solidFill>
              </a:defRPr>
            </a:lvl9pPr>
          </a:lstStyle>
          <a:p>
            <a:pPr algn="l">
              <a:defRPr sz="3525" b="1">
                <a:solidFill>
                  <a:srgbClr val="F28C35"/>
                </a:solidFill>
              </a:defRPr>
            </a:pPr>
            <a:r>
              <a:rPr sz="3525" b="1">
                <a:solidFill>
                  <a:srgbClr val="F28C35"/>
                </a:solidFill>
                <a:latin typeface="Inter"/>
                <a:ea typeface="Inter"/>
                <a:cs typeface="Inter"/>
              </a:rPr>
              <a:t>03</a:t>
            </a:r>
          </a:p>
        </p:txBody>
      </p:sp>
      <p:sp>
        <p:nvSpPr>
          <p:cNvPr id="17" name="Critical services">
            <a:extLst>
              <a:ext uri="{FF2B5EF4-FFF2-40B4-BE49-F238E27FC236}">
                <a16:creationId xmlns:a16="http://schemas.microsoft.com/office/drawing/2014/main" id="{111410D9-7A47-4E46-97A1-EB09E440AE59}"/>
              </a:ext>
            </a:extLst>
          </p:cNvPr>
          <p:cNvSpPr>
            <a:spLocks noGrp="1"/>
          </p:cNvSpPr>
          <p:nvPr/>
        </p:nvSpPr>
        <p:spPr>
          <a:xfrm>
            <a:off x="8372475" y="2581275"/>
            <a:ext cx="3333750" cy="457200"/>
          </a:xfrm>
          <a:prstGeom prst="rect">
            <a:avLst/>
          </a:prstGeom>
          <a:noFill/>
          <a:ln w="0">
            <a:noFill/>
          </a:ln>
        </p:spPr>
        <p:txBody>
          <a:bodyPr lIns="0" tIns="0" rIns="0" bIns="0"/>
          <a:lstStyle>
            <a:defPPr algn="l">
              <a:defRPr sz="2175" b="1">
                <a:solidFill>
                  <a:srgbClr val="0074AF"/>
                </a:solidFill>
              </a:defRPr>
            </a:defPPr>
            <a:lvl1pPr algn="l">
              <a:defRPr sz="2175" b="1">
                <a:solidFill>
                  <a:srgbClr val="0074AF"/>
                </a:solidFill>
              </a:defRPr>
            </a:lvl1pPr>
            <a:lvl2pPr algn="l">
              <a:defRPr sz="2175" b="1">
                <a:solidFill>
                  <a:srgbClr val="0074AF"/>
                </a:solidFill>
              </a:defRPr>
            </a:lvl2pPr>
            <a:lvl3pPr algn="l">
              <a:defRPr sz="2175" b="1">
                <a:solidFill>
                  <a:srgbClr val="0074AF"/>
                </a:solidFill>
              </a:defRPr>
            </a:lvl3pPr>
            <a:lvl4pPr algn="l">
              <a:defRPr sz="2175" b="1">
                <a:solidFill>
                  <a:srgbClr val="0074AF"/>
                </a:solidFill>
              </a:defRPr>
            </a:lvl4pPr>
            <a:lvl5pPr algn="l">
              <a:defRPr sz="2175" b="1">
                <a:solidFill>
                  <a:srgbClr val="0074AF"/>
                </a:solidFill>
              </a:defRPr>
            </a:lvl5pPr>
            <a:lvl6pPr algn="l">
              <a:defRPr sz="2175" b="1">
                <a:solidFill>
                  <a:srgbClr val="0074AF"/>
                </a:solidFill>
              </a:defRPr>
            </a:lvl6pPr>
            <a:lvl7pPr algn="l">
              <a:defRPr sz="2175" b="1">
                <a:solidFill>
                  <a:srgbClr val="0074AF"/>
                </a:solidFill>
              </a:defRPr>
            </a:lvl7pPr>
            <a:lvl8pPr algn="l">
              <a:defRPr sz="2175" b="1">
                <a:solidFill>
                  <a:srgbClr val="0074AF"/>
                </a:solidFill>
              </a:defRPr>
            </a:lvl8pPr>
            <a:lvl9pPr algn="l">
              <a:defRPr sz="2175" b="1">
                <a:solidFill>
                  <a:srgbClr val="0074AF"/>
                </a:solidFill>
              </a:defRPr>
            </a:lvl9pPr>
          </a:lstStyle>
          <a:p>
            <a:pPr algn="l">
              <a:defRPr sz="2175" b="1">
                <a:solidFill>
                  <a:srgbClr val="0074AF"/>
                </a:solidFill>
              </a:defRPr>
            </a:pPr>
            <a:r>
              <a:rPr sz="2175" b="1">
                <a:solidFill>
                  <a:srgbClr val="0074AF"/>
                </a:solidFill>
                <a:latin typeface="Inter"/>
                <a:ea typeface="Inter"/>
                <a:cs typeface="Inter"/>
              </a:rPr>
              <a:t>Critical services</a:t>
            </a:r>
          </a:p>
        </p:txBody>
      </p:sp>
      <p:sp>
        <p:nvSpPr>
          <p:cNvPr id="18" name="Rectangle 17">
            <a:extLst>
              <a:ext uri="{FF2B5EF4-FFF2-40B4-BE49-F238E27FC236}">
                <a16:creationId xmlns:a16="http://schemas.microsoft.com/office/drawing/2014/main" id="{4F82ECEA-BD74-4593-8BEC-5DF4B5D169A8}"/>
              </a:ext>
            </a:extLst>
          </p:cNvPr>
          <p:cNvSpPr>
            <a:spLocks noGrp="1"/>
          </p:cNvSpPr>
          <p:nvPr/>
        </p:nvSpPr>
        <p:spPr>
          <a:xfrm>
            <a:off x="8372475" y="3143250"/>
            <a:ext cx="3333750" cy="14288"/>
          </a:xfrm>
          <a:prstGeom prst="rect">
            <a:avLst/>
          </a:prstGeom>
          <a:solidFill>
            <a:srgbClr val="FFC000"/>
          </a:solidFill>
          <a:ln w="0">
            <a:noFill/>
          </a:ln>
        </p:spPr>
      </p:sp>
      <p:sp>
        <p:nvSpPr>
          <p:cNvPr id="19" name="All megawatts valued equally">
            <a:extLst>
              <a:ext uri="{FF2B5EF4-FFF2-40B4-BE49-F238E27FC236}">
                <a16:creationId xmlns:a16="http://schemas.microsoft.com/office/drawing/2014/main" id="{E5DB8EEC-0D63-4A34-A7F6-64FF262C3140}"/>
              </a:ext>
            </a:extLst>
          </p:cNvPr>
          <p:cNvSpPr>
            <a:spLocks noGrp="1"/>
          </p:cNvSpPr>
          <p:nvPr/>
        </p:nvSpPr>
        <p:spPr>
          <a:xfrm>
            <a:off x="8372475" y="3371850"/>
            <a:ext cx="3333750" cy="685800"/>
          </a:xfrm>
          <a:prstGeom prst="rect">
            <a:avLst/>
          </a:prstGeom>
          <a:noFill/>
          <a:ln w="0">
            <a:noFill/>
          </a:ln>
        </p:spPr>
        <p:txBody>
          <a:bodyPr lIns="0" tIns="0" rIns="0" bIns="0"/>
          <a:lstStyle>
            <a:defPPr algn="l">
              <a:defRPr sz="1875" b="1">
                <a:solidFill>
                  <a:srgbClr val="102235"/>
                </a:solidFill>
              </a:defRPr>
            </a:defPPr>
            <a:lvl1pPr algn="l">
              <a:defRPr sz="1875" b="1">
                <a:solidFill>
                  <a:srgbClr val="102235"/>
                </a:solidFill>
              </a:defRPr>
            </a:lvl1pPr>
            <a:lvl2pPr algn="l">
              <a:defRPr sz="1875" b="1">
                <a:solidFill>
                  <a:srgbClr val="102235"/>
                </a:solidFill>
              </a:defRPr>
            </a:lvl2pPr>
            <a:lvl3pPr algn="l">
              <a:defRPr sz="1875" b="1">
                <a:solidFill>
                  <a:srgbClr val="102235"/>
                </a:solidFill>
              </a:defRPr>
            </a:lvl3pPr>
            <a:lvl4pPr algn="l">
              <a:defRPr sz="1875" b="1">
                <a:solidFill>
                  <a:srgbClr val="102235"/>
                </a:solidFill>
              </a:defRPr>
            </a:lvl4pPr>
            <a:lvl5pPr algn="l">
              <a:defRPr sz="1875" b="1">
                <a:solidFill>
                  <a:srgbClr val="102235"/>
                </a:solidFill>
              </a:defRPr>
            </a:lvl5pPr>
            <a:lvl6pPr algn="l">
              <a:defRPr sz="1875" b="1">
                <a:solidFill>
                  <a:srgbClr val="102235"/>
                </a:solidFill>
              </a:defRPr>
            </a:lvl6pPr>
            <a:lvl7pPr algn="l">
              <a:defRPr sz="1875" b="1">
                <a:solidFill>
                  <a:srgbClr val="102235"/>
                </a:solidFill>
              </a:defRPr>
            </a:lvl7pPr>
            <a:lvl8pPr algn="l">
              <a:defRPr sz="1875" b="1">
                <a:solidFill>
                  <a:srgbClr val="102235"/>
                </a:solidFill>
              </a:defRPr>
            </a:lvl8pPr>
            <a:lvl9pPr algn="l">
              <a:defRPr sz="1875" b="1">
                <a:solidFill>
                  <a:srgbClr val="102235"/>
                </a:solidFill>
              </a:defRPr>
            </a:lvl9pPr>
          </a:lstStyle>
          <a:p>
            <a:pPr algn="l">
              <a:defRPr sz="1875" b="1">
                <a:solidFill>
                  <a:srgbClr val="102235"/>
                </a:solidFill>
              </a:defRPr>
            </a:pPr>
            <a:r>
              <a:rPr sz="1875" b="1">
                <a:solidFill>
                  <a:srgbClr val="102235"/>
                </a:solidFill>
                <a:latin typeface="Inter"/>
                <a:ea typeface="Inter"/>
                <a:cs typeface="Inter"/>
              </a:rPr>
              <a:t>All megawatts valued equally</a:t>
            </a:r>
          </a:p>
        </p:txBody>
      </p:sp>
      <p:sp>
        <p:nvSpPr>
          <p:cNvPr id="20" name="Which services should retain power first?">
            <a:extLst>
              <a:ext uri="{FF2B5EF4-FFF2-40B4-BE49-F238E27FC236}">
                <a16:creationId xmlns:a16="http://schemas.microsoft.com/office/drawing/2014/main" id="{1D15E98A-9787-4761-BC33-D73D109338E5}"/>
              </a:ext>
            </a:extLst>
          </p:cNvPr>
          <p:cNvSpPr>
            <a:spLocks noGrp="1"/>
          </p:cNvSpPr>
          <p:nvPr/>
        </p:nvSpPr>
        <p:spPr>
          <a:xfrm>
            <a:off x="8372475" y="4276725"/>
            <a:ext cx="3333750" cy="1000125"/>
          </a:xfrm>
          <a:prstGeom prst="rect">
            <a:avLst/>
          </a:prstGeom>
          <a:noFill/>
          <a:ln w="0">
            <a:noFill/>
          </a:ln>
        </p:spPr>
        <p:txBody>
          <a:bodyPr lIns="0" tIns="0" rIns="0" bIns="0"/>
          <a:lstStyle>
            <a:defPPr algn="l">
              <a:defRPr sz="2025" b="0">
                <a:solidFill>
                  <a:srgbClr val="102235"/>
                </a:solidFill>
              </a:defRPr>
            </a:defPPr>
            <a:lvl1pPr algn="l">
              <a:defRPr sz="2025" b="0">
                <a:solidFill>
                  <a:srgbClr val="102235"/>
                </a:solidFill>
              </a:defRPr>
            </a:lvl1pPr>
            <a:lvl2pPr algn="l">
              <a:defRPr sz="2025" b="0">
                <a:solidFill>
                  <a:srgbClr val="102235"/>
                </a:solidFill>
              </a:defRPr>
            </a:lvl2pPr>
            <a:lvl3pPr algn="l">
              <a:defRPr sz="2025" b="0">
                <a:solidFill>
                  <a:srgbClr val="102235"/>
                </a:solidFill>
              </a:defRPr>
            </a:lvl3pPr>
            <a:lvl4pPr algn="l">
              <a:defRPr sz="2025" b="0">
                <a:solidFill>
                  <a:srgbClr val="102235"/>
                </a:solidFill>
              </a:defRPr>
            </a:lvl4pPr>
            <a:lvl5pPr algn="l">
              <a:defRPr sz="2025" b="0">
                <a:solidFill>
                  <a:srgbClr val="102235"/>
                </a:solidFill>
              </a:defRPr>
            </a:lvl5pPr>
            <a:lvl6pPr algn="l">
              <a:defRPr sz="2025" b="0">
                <a:solidFill>
                  <a:srgbClr val="102235"/>
                </a:solidFill>
              </a:defRPr>
            </a:lvl6pPr>
            <a:lvl7pPr algn="l">
              <a:defRPr sz="2025" b="0">
                <a:solidFill>
                  <a:srgbClr val="102235"/>
                </a:solidFill>
              </a:defRPr>
            </a:lvl7pPr>
            <a:lvl8pPr algn="l">
              <a:defRPr sz="2025" b="0">
                <a:solidFill>
                  <a:srgbClr val="102235"/>
                </a:solidFill>
              </a:defRPr>
            </a:lvl8pPr>
            <a:lvl9pPr algn="l">
              <a:defRPr sz="2025" b="0">
                <a:solidFill>
                  <a:srgbClr val="102235"/>
                </a:solidFill>
              </a:defRPr>
            </a:lvl9pPr>
          </a:lstStyle>
          <a:p>
            <a:pPr algn="l">
              <a:defRPr sz="2025" b="0">
                <a:solidFill>
                  <a:srgbClr val="102235"/>
                </a:solidFill>
              </a:defRPr>
            </a:pPr>
            <a:r>
              <a:rPr sz="2025" b="0">
                <a:solidFill>
                  <a:srgbClr val="102235"/>
                </a:solidFill>
                <a:latin typeface="Inter"/>
                <a:ea typeface="Inter"/>
                <a:cs typeface="Inter"/>
              </a:rPr>
              <a:t>Which services should retain power first?</a:t>
            </a:r>
          </a:p>
        </p:txBody>
      </p:sp>
      <p:sp>
        <p:nvSpPr>
          <p:cNvPr id="21" name="Three implemented studies on the group repository’s Sci">
            <a:extLst>
              <a:ext uri="{FF2B5EF4-FFF2-40B4-BE49-F238E27FC236}">
                <a16:creationId xmlns:a16="http://schemas.microsoft.com/office/drawing/2014/main" id="{DB091D0E-5B7B-43E2-8610-5E98C86347AC}"/>
              </a:ext>
            </a:extLst>
          </p:cNvPr>
          <p:cNvSpPr>
            <a:spLocks noGrp="1"/>
          </p:cNvSpPr>
          <p:nvPr/>
        </p:nvSpPr>
        <p:spPr>
          <a:xfrm>
            <a:off x="590550" y="6134100"/>
            <a:ext cx="10858500" cy="428625"/>
          </a:xfrm>
          <a:prstGeom prst="rect">
            <a:avLst/>
          </a:prstGeom>
          <a:noFill/>
          <a:ln w="0">
            <a:noFill/>
          </a:ln>
        </p:spPr>
        <p:txBody>
          <a:bodyPr lIns="0" tIns="0" rIns="0" bIns="0"/>
          <a:lstStyle>
            <a:defPPr algn="l">
              <a:defRPr sz="1350" b="0">
                <a:solidFill>
                  <a:srgbClr val="607487"/>
                </a:solidFill>
              </a:defRPr>
            </a:defPPr>
            <a:lvl1pPr algn="l">
              <a:defRPr sz="1350" b="0">
                <a:solidFill>
                  <a:srgbClr val="607487"/>
                </a:solidFill>
              </a:defRPr>
            </a:lvl1pPr>
            <a:lvl2pPr algn="l">
              <a:defRPr sz="1350" b="0">
                <a:solidFill>
                  <a:srgbClr val="607487"/>
                </a:solidFill>
              </a:defRPr>
            </a:lvl2pPr>
            <a:lvl3pPr algn="l">
              <a:defRPr sz="1350" b="0">
                <a:solidFill>
                  <a:srgbClr val="607487"/>
                </a:solidFill>
              </a:defRPr>
            </a:lvl3pPr>
            <a:lvl4pPr algn="l">
              <a:defRPr sz="1350" b="0">
                <a:solidFill>
                  <a:srgbClr val="607487"/>
                </a:solidFill>
              </a:defRPr>
            </a:lvl4pPr>
            <a:lvl5pPr algn="l">
              <a:defRPr sz="1350" b="0">
                <a:solidFill>
                  <a:srgbClr val="607487"/>
                </a:solidFill>
              </a:defRPr>
            </a:lvl5pPr>
            <a:lvl6pPr algn="l">
              <a:defRPr sz="1350" b="0">
                <a:solidFill>
                  <a:srgbClr val="607487"/>
                </a:solidFill>
              </a:defRPr>
            </a:lvl6pPr>
            <a:lvl7pPr algn="l">
              <a:defRPr sz="1350" b="0">
                <a:solidFill>
                  <a:srgbClr val="607487"/>
                </a:solidFill>
              </a:defRPr>
            </a:lvl7pPr>
            <a:lvl8pPr algn="l">
              <a:defRPr sz="1350" b="0">
                <a:solidFill>
                  <a:srgbClr val="607487"/>
                </a:solidFill>
              </a:defRPr>
            </a:lvl8pPr>
            <a:lvl9pPr algn="l">
              <a:defRPr sz="1350" b="0">
                <a:solidFill>
                  <a:srgbClr val="607487"/>
                </a:solidFill>
              </a:defRPr>
            </a:lvl9pPr>
          </a:lstStyle>
          <a:p>
            <a:pPr algn="l">
              <a:defRPr sz="1350" b="0">
                <a:solidFill>
                  <a:srgbClr val="607487"/>
                </a:solidFill>
              </a:defRPr>
            </a:pPr>
            <a:r>
              <a:rPr sz="1350" b="0">
                <a:solidFill>
                  <a:srgbClr val="607487"/>
                </a:solidFill>
                <a:latin typeface="Inter"/>
                <a:ea typeface="Inter"/>
                <a:cs typeface="Inter"/>
              </a:rPr>
              <a:t>Three implemented studies on the group repository’s SciPy defender</a:t>
            </a:r>
          </a:p>
        </p:txBody>
      </p:sp>
    </p:spTree>
    <p:extLst>
      <p:ext uri="{BB962C8B-B14F-4D97-AF65-F5344CB8AC3E}">
        <p14:creationId xmlns:p14="http://schemas.microsoft.com/office/powerpoint/2010/main" val="950338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riginal black template tab">
            <a:extLst>
              <a:ext uri="{FF2B5EF4-FFF2-40B4-BE49-F238E27FC236}">
                <a16:creationId xmlns:a16="http://schemas.microsoft.com/office/drawing/2014/main" id="{8A982311-383F-446C-943F-61E9EB56C492}"/>
              </a:ext>
            </a:extLst>
          </p:cNvPr>
          <p:cNvSpPr>
            <a:spLocks noGrp="1"/>
          </p:cNvSpPr>
          <p:nvPr/>
        </p:nvSpPr>
        <p:spPr>
          <a:xfrm>
            <a:off x="129521" y="0"/>
            <a:ext cx="2749481" cy="1364786"/>
          </a:xfrm>
          <a:custGeom>
            <a:avLst/>
            <a:gdLst/>
            <a:ahLst/>
            <a:cxnLst/>
            <a:rect l="0" t="0" r="0" b="0"/>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rgbClr val="000000"/>
          </a:solidFill>
          <a:ln w="0">
            <a:noFill/>
          </a:ln>
        </p:spPr>
      </p:sp>
      <p:sp>
        <p:nvSpPr>
          <p:cNvPr id="3" name="EXTENSION 1">
            <a:extLst>
              <a:ext uri="{FF2B5EF4-FFF2-40B4-BE49-F238E27FC236}">
                <a16:creationId xmlns:a16="http://schemas.microsoft.com/office/drawing/2014/main" id="{CDAA26AA-55E2-4FCF-BE3F-136DBAE1B525}"/>
              </a:ext>
            </a:extLst>
          </p:cNvPr>
          <p:cNvSpPr>
            <a:spLocks noGrp="1"/>
          </p:cNvSpPr>
          <p:nvPr/>
        </p:nvSpPr>
        <p:spPr>
          <a:xfrm>
            <a:off x="295275" y="409575"/>
            <a:ext cx="2381250" cy="666750"/>
          </a:xfrm>
          <a:prstGeom prst="rect">
            <a:avLst/>
          </a:prstGeom>
          <a:noFill/>
          <a:ln w="0">
            <a:noFill/>
          </a:ln>
        </p:spPr>
        <p:txBody>
          <a:bodyPr lIns="0" tIns="0" rIns="0" bIns="0"/>
          <a:lstStyle>
            <a:defPPr algn="ctr">
              <a:defRPr sz="2250" b="0">
                <a:solidFill>
                  <a:srgbClr val="FFFFFF"/>
                </a:solidFill>
              </a:defRPr>
            </a:defPPr>
            <a:lvl1pPr algn="ctr">
              <a:defRPr sz="2250" b="0">
                <a:solidFill>
                  <a:srgbClr val="FFFFFF"/>
                </a:solidFill>
              </a:defRPr>
            </a:lvl1pPr>
            <a:lvl2pPr algn="ctr">
              <a:defRPr sz="2250" b="0">
                <a:solidFill>
                  <a:srgbClr val="FFFFFF"/>
                </a:solidFill>
              </a:defRPr>
            </a:lvl2pPr>
            <a:lvl3pPr algn="ctr">
              <a:defRPr sz="2250" b="0">
                <a:solidFill>
                  <a:srgbClr val="FFFFFF"/>
                </a:solidFill>
              </a:defRPr>
            </a:lvl3pPr>
            <a:lvl4pPr algn="ctr">
              <a:defRPr sz="2250" b="0">
                <a:solidFill>
                  <a:srgbClr val="FFFFFF"/>
                </a:solidFill>
              </a:defRPr>
            </a:lvl4pPr>
            <a:lvl5pPr algn="ctr">
              <a:defRPr sz="2250" b="0">
                <a:solidFill>
                  <a:srgbClr val="FFFFFF"/>
                </a:solidFill>
              </a:defRPr>
            </a:lvl5pPr>
            <a:lvl6pPr algn="ctr">
              <a:defRPr sz="2250" b="0">
                <a:solidFill>
                  <a:srgbClr val="FFFFFF"/>
                </a:solidFill>
              </a:defRPr>
            </a:lvl6pPr>
            <a:lvl7pPr algn="ctr">
              <a:defRPr sz="2250" b="0">
                <a:solidFill>
                  <a:srgbClr val="FFFFFF"/>
                </a:solidFill>
              </a:defRPr>
            </a:lvl7pPr>
            <a:lvl8pPr algn="ctr">
              <a:defRPr sz="2250" b="0">
                <a:solidFill>
                  <a:srgbClr val="FFFFFF"/>
                </a:solidFill>
              </a:defRPr>
            </a:lvl8pPr>
            <a:lvl9pPr algn="ctr">
              <a:defRPr sz="2250" b="0">
                <a:solidFill>
                  <a:srgbClr val="FFFFFF"/>
                </a:solidFill>
              </a:defRPr>
            </a:lvl9pPr>
          </a:lstStyle>
          <a:p>
            <a:pPr algn="ctr">
              <a:defRPr sz="2250" b="0">
                <a:solidFill>
                  <a:srgbClr val="FFFFFF"/>
                </a:solidFill>
              </a:defRPr>
            </a:pPr>
            <a:r>
              <a:rPr sz="2250" b="0">
                <a:solidFill>
                  <a:srgbClr val="FFFFFF"/>
                </a:solidFill>
                <a:latin typeface="Inter"/>
                <a:ea typeface="Inter"/>
                <a:cs typeface="Inter"/>
              </a:rPr>
              <a:t>EXTENSION 1</a:t>
            </a:r>
          </a:p>
        </p:txBody>
      </p:sp>
      <p:sp>
        <p:nvSpPr>
          <p:cNvPr id="4" name="Scenario-aware line protection">
            <a:extLst>
              <a:ext uri="{FF2B5EF4-FFF2-40B4-BE49-F238E27FC236}">
                <a16:creationId xmlns:a16="http://schemas.microsoft.com/office/drawing/2014/main" id="{5A1D7FBD-3E1C-4C39-8297-39948B417178}"/>
              </a:ext>
            </a:extLst>
          </p:cNvPr>
          <p:cNvSpPr>
            <a:spLocks noGrp="1"/>
          </p:cNvSpPr>
          <p:nvPr/>
        </p:nvSpPr>
        <p:spPr>
          <a:xfrm>
            <a:off x="3057525" y="381000"/>
            <a:ext cx="8572500" cy="1000125"/>
          </a:xfrm>
          <a:prstGeom prst="rect">
            <a:avLst/>
          </a:prstGeom>
          <a:noFill/>
          <a:ln w="0">
            <a:noFill/>
          </a:ln>
        </p:spPr>
        <p:txBody>
          <a:bodyPr lIns="0" tIns="0" rIns="0" bIns="0"/>
          <a:lstStyle>
            <a:defPPr algn="l">
              <a:defRPr sz="2700" b="1">
                <a:solidFill>
                  <a:srgbClr val="102235"/>
                </a:solidFill>
              </a:defRPr>
            </a:defPPr>
            <a:lvl1pPr algn="l">
              <a:defRPr sz="2700" b="1">
                <a:solidFill>
                  <a:srgbClr val="102235"/>
                </a:solidFill>
              </a:defRPr>
            </a:lvl1pPr>
            <a:lvl2pPr algn="l">
              <a:defRPr sz="2700" b="1">
                <a:solidFill>
                  <a:srgbClr val="102235"/>
                </a:solidFill>
              </a:defRPr>
            </a:lvl2pPr>
            <a:lvl3pPr algn="l">
              <a:defRPr sz="2700" b="1">
                <a:solidFill>
                  <a:srgbClr val="102235"/>
                </a:solidFill>
              </a:defRPr>
            </a:lvl3pPr>
            <a:lvl4pPr algn="l">
              <a:defRPr sz="2700" b="1">
                <a:solidFill>
                  <a:srgbClr val="102235"/>
                </a:solidFill>
              </a:defRPr>
            </a:lvl4pPr>
            <a:lvl5pPr algn="l">
              <a:defRPr sz="2700" b="1">
                <a:solidFill>
                  <a:srgbClr val="102235"/>
                </a:solidFill>
              </a:defRPr>
            </a:lvl5pPr>
            <a:lvl6pPr algn="l">
              <a:defRPr sz="2700" b="1">
                <a:solidFill>
                  <a:srgbClr val="102235"/>
                </a:solidFill>
              </a:defRPr>
            </a:lvl6pPr>
            <a:lvl7pPr algn="l">
              <a:defRPr sz="2700" b="1">
                <a:solidFill>
                  <a:srgbClr val="102235"/>
                </a:solidFill>
              </a:defRPr>
            </a:lvl7pPr>
            <a:lvl8pPr algn="l">
              <a:defRPr sz="2700" b="1">
                <a:solidFill>
                  <a:srgbClr val="102235"/>
                </a:solidFill>
              </a:defRPr>
            </a:lvl8pPr>
            <a:lvl9pPr algn="l">
              <a:defRPr sz="2700" b="1">
                <a:solidFill>
                  <a:srgbClr val="102235"/>
                </a:solidFill>
              </a:defRPr>
            </a:lvl9pPr>
          </a:lstStyle>
          <a:p>
            <a:pPr algn="l">
              <a:defRPr sz="2700" b="1">
                <a:solidFill>
                  <a:srgbClr val="102235"/>
                </a:solidFill>
              </a:defRPr>
            </a:pPr>
            <a:r>
              <a:rPr>
                <a:latin typeface="Inter Display"/>
                <a:ea typeface="Inter Display"/>
                <a:cs typeface="Inter Display"/>
              </a:rPr>
              <a:t>Scenario-aware line protection</a:t>
            </a:r>
          </a:p>
        </p:txBody>
      </p:sp>
      <p:sp>
        <p:nvSpPr>
          <p:cNvPr id="5" name="16">
            <a:extLst>
              <a:ext uri="{FF2B5EF4-FFF2-40B4-BE49-F238E27FC236}">
                <a16:creationId xmlns:a16="http://schemas.microsoft.com/office/drawing/2014/main" id="{6F6A69CB-C1FE-459C-AF32-6EE89BCFACD3}"/>
              </a:ext>
            </a:extLst>
          </p:cNvPr>
          <p:cNvSpPr>
            <a:spLocks noGrp="1"/>
          </p:cNvSpPr>
          <p:nvPr/>
        </p:nvSpPr>
        <p:spPr>
          <a:xfrm>
            <a:off x="11477625" y="6486525"/>
            <a:ext cx="361950" cy="209550"/>
          </a:xfrm>
          <a:prstGeom prst="rect">
            <a:avLst/>
          </a:prstGeom>
          <a:noFill/>
          <a:ln w="0">
            <a:noFill/>
          </a:ln>
        </p:spPr>
        <p:txBody>
          <a:bodyPr lIns="0" tIns="0" rIns="0" bIns="0"/>
          <a:lstStyle>
            <a:defPPr algn="r">
              <a:defRPr sz="1050" b="0">
                <a:solidFill>
                  <a:srgbClr val="0074AF"/>
                </a:solidFill>
              </a:defRPr>
            </a:defPPr>
            <a:lvl1pPr algn="r">
              <a:defRPr sz="1050" b="0">
                <a:solidFill>
                  <a:srgbClr val="0074AF"/>
                </a:solidFill>
              </a:defRPr>
            </a:lvl1pPr>
            <a:lvl2pPr algn="r">
              <a:defRPr sz="1050" b="0">
                <a:solidFill>
                  <a:srgbClr val="0074AF"/>
                </a:solidFill>
              </a:defRPr>
            </a:lvl2pPr>
            <a:lvl3pPr algn="r">
              <a:defRPr sz="1050" b="0">
                <a:solidFill>
                  <a:srgbClr val="0074AF"/>
                </a:solidFill>
              </a:defRPr>
            </a:lvl3pPr>
            <a:lvl4pPr algn="r">
              <a:defRPr sz="1050" b="0">
                <a:solidFill>
                  <a:srgbClr val="0074AF"/>
                </a:solidFill>
              </a:defRPr>
            </a:lvl4pPr>
            <a:lvl5pPr algn="r">
              <a:defRPr sz="1050" b="0">
                <a:solidFill>
                  <a:srgbClr val="0074AF"/>
                </a:solidFill>
              </a:defRPr>
            </a:lvl5pPr>
            <a:lvl6pPr algn="r">
              <a:defRPr sz="1050" b="0">
                <a:solidFill>
                  <a:srgbClr val="0074AF"/>
                </a:solidFill>
              </a:defRPr>
            </a:lvl6pPr>
            <a:lvl7pPr algn="r">
              <a:defRPr sz="1050" b="0">
                <a:solidFill>
                  <a:srgbClr val="0074AF"/>
                </a:solidFill>
              </a:defRPr>
            </a:lvl7pPr>
            <a:lvl8pPr algn="r">
              <a:defRPr sz="1050" b="0">
                <a:solidFill>
                  <a:srgbClr val="0074AF"/>
                </a:solidFill>
              </a:defRPr>
            </a:lvl8pPr>
            <a:lvl9pPr algn="r">
              <a:defRPr sz="1050" b="0">
                <a:solidFill>
                  <a:srgbClr val="0074AF"/>
                </a:solidFill>
              </a:defRPr>
            </a:lvl9pPr>
          </a:lstStyle>
          <a:p>
            <a:pPr algn="r">
              <a:defRPr sz="1050" b="0">
                <a:solidFill>
                  <a:srgbClr val="0074AF"/>
                </a:solidFill>
              </a:defRPr>
            </a:pPr>
            <a:r>
              <a:rPr sz="1050" b="0">
                <a:solidFill>
                  <a:srgbClr val="0074AF"/>
                </a:solidFill>
                <a:latin typeface="Inter"/>
                <a:ea typeface="Inter"/>
                <a:cs typeface="Inter"/>
              </a:rPr>
              <a:t>16</a:t>
            </a:r>
          </a:p>
        </p:txBody>
      </p:sp>
      <p:sp>
        <p:nvSpPr>
          <p:cNvPr id="6" name="The attacker adapts after protection">
            <a:extLst>
              <a:ext uri="{FF2B5EF4-FFF2-40B4-BE49-F238E27FC236}">
                <a16:creationId xmlns:a16="http://schemas.microsoft.com/office/drawing/2014/main" id="{FA633660-6F53-4BC6-88AD-6090B5CB6349}"/>
              </a:ext>
            </a:extLst>
          </p:cNvPr>
          <p:cNvSpPr>
            <a:spLocks noGrp="1"/>
          </p:cNvSpPr>
          <p:nvPr/>
        </p:nvSpPr>
        <p:spPr>
          <a:xfrm>
            <a:off x="619125" y="1666875"/>
            <a:ext cx="6286500" cy="428625"/>
          </a:xfrm>
          <a:prstGeom prst="rect">
            <a:avLst/>
          </a:prstGeom>
          <a:noFill/>
          <a:ln w="0">
            <a:noFill/>
          </a:ln>
        </p:spPr>
        <p:txBody>
          <a:bodyPr lIns="0" tIns="0" rIns="0" bIns="0"/>
          <a:lstStyle>
            <a:defPPr algn="l">
              <a:defRPr sz="2100" b="1">
                <a:solidFill>
                  <a:srgbClr val="0074AF"/>
                </a:solidFill>
              </a:defRPr>
            </a:defPPr>
            <a:lvl1pPr algn="l">
              <a:defRPr sz="2100" b="1">
                <a:solidFill>
                  <a:srgbClr val="0074AF"/>
                </a:solidFill>
              </a:defRPr>
            </a:lvl1pPr>
            <a:lvl2pPr algn="l">
              <a:defRPr sz="2100" b="1">
                <a:solidFill>
                  <a:srgbClr val="0074AF"/>
                </a:solidFill>
              </a:defRPr>
            </a:lvl2pPr>
            <a:lvl3pPr algn="l">
              <a:defRPr sz="2100" b="1">
                <a:solidFill>
                  <a:srgbClr val="0074AF"/>
                </a:solidFill>
              </a:defRPr>
            </a:lvl3pPr>
            <a:lvl4pPr algn="l">
              <a:defRPr sz="2100" b="1">
                <a:solidFill>
                  <a:srgbClr val="0074AF"/>
                </a:solidFill>
              </a:defRPr>
            </a:lvl4pPr>
            <a:lvl5pPr algn="l">
              <a:defRPr sz="2100" b="1">
                <a:solidFill>
                  <a:srgbClr val="0074AF"/>
                </a:solidFill>
              </a:defRPr>
            </a:lvl5pPr>
            <a:lvl6pPr algn="l">
              <a:defRPr sz="2100" b="1">
                <a:solidFill>
                  <a:srgbClr val="0074AF"/>
                </a:solidFill>
              </a:defRPr>
            </a:lvl6pPr>
            <a:lvl7pPr algn="l">
              <a:defRPr sz="2100" b="1">
                <a:solidFill>
                  <a:srgbClr val="0074AF"/>
                </a:solidFill>
              </a:defRPr>
            </a:lvl7pPr>
            <a:lvl8pPr algn="l">
              <a:defRPr sz="2100" b="1">
                <a:solidFill>
                  <a:srgbClr val="0074AF"/>
                </a:solidFill>
              </a:defRPr>
            </a:lvl8pPr>
            <a:lvl9pPr algn="l">
              <a:defRPr sz="2100" b="1">
                <a:solidFill>
                  <a:srgbClr val="0074AF"/>
                </a:solidFill>
              </a:defRPr>
            </a:lvl9pPr>
          </a:lstStyle>
          <a:p>
            <a:pPr algn="l">
              <a:defRPr sz="2100" b="1">
                <a:solidFill>
                  <a:srgbClr val="0074AF"/>
                </a:solidFill>
              </a:defRPr>
            </a:pPr>
            <a:r>
              <a:rPr sz="2100" b="1">
                <a:solidFill>
                  <a:srgbClr val="0074AF"/>
                </a:solidFill>
                <a:latin typeface="Inter"/>
                <a:ea typeface="Inter"/>
                <a:cs typeface="Inter"/>
              </a:rPr>
              <a:t>The attacker adapts after protection</a:t>
            </a:r>
          </a:p>
        </p:txBody>
      </p:sp>
      <p:sp>
        <p:nvSpPr>
          <p:cNvPr id="7" name="01">
            <a:extLst>
              <a:ext uri="{FF2B5EF4-FFF2-40B4-BE49-F238E27FC236}">
                <a16:creationId xmlns:a16="http://schemas.microsoft.com/office/drawing/2014/main" id="{CEB90D63-1E4F-4482-889B-13F738DAB142}"/>
              </a:ext>
            </a:extLst>
          </p:cNvPr>
          <p:cNvSpPr>
            <a:spLocks noGrp="1"/>
          </p:cNvSpPr>
          <p:nvPr/>
        </p:nvSpPr>
        <p:spPr>
          <a:xfrm>
            <a:off x="628650" y="2343150"/>
            <a:ext cx="628650" cy="457200"/>
          </a:xfrm>
          <a:prstGeom prst="rect">
            <a:avLst/>
          </a:prstGeom>
          <a:noFill/>
          <a:ln w="0">
            <a:noFill/>
          </a:ln>
        </p:spPr>
        <p:txBody>
          <a:bodyPr lIns="0" tIns="0" rIns="0" bIns="0"/>
          <a:lstStyle>
            <a:defPPr algn="l">
              <a:defRPr sz="2550" b="1">
                <a:solidFill>
                  <a:srgbClr val="F28C35"/>
                </a:solidFill>
              </a:defRPr>
            </a:defPPr>
            <a:lvl1pPr algn="l">
              <a:defRPr sz="2550" b="1">
                <a:solidFill>
                  <a:srgbClr val="F28C35"/>
                </a:solidFill>
              </a:defRPr>
            </a:lvl1pPr>
            <a:lvl2pPr algn="l">
              <a:defRPr sz="2550" b="1">
                <a:solidFill>
                  <a:srgbClr val="F28C35"/>
                </a:solidFill>
              </a:defRPr>
            </a:lvl2pPr>
            <a:lvl3pPr algn="l">
              <a:defRPr sz="2550" b="1">
                <a:solidFill>
                  <a:srgbClr val="F28C35"/>
                </a:solidFill>
              </a:defRPr>
            </a:lvl3pPr>
            <a:lvl4pPr algn="l">
              <a:defRPr sz="2550" b="1">
                <a:solidFill>
                  <a:srgbClr val="F28C35"/>
                </a:solidFill>
              </a:defRPr>
            </a:lvl4pPr>
            <a:lvl5pPr algn="l">
              <a:defRPr sz="2550" b="1">
                <a:solidFill>
                  <a:srgbClr val="F28C35"/>
                </a:solidFill>
              </a:defRPr>
            </a:lvl5pPr>
            <a:lvl6pPr algn="l">
              <a:defRPr sz="2550" b="1">
                <a:solidFill>
                  <a:srgbClr val="F28C35"/>
                </a:solidFill>
              </a:defRPr>
            </a:lvl6pPr>
            <a:lvl7pPr algn="l">
              <a:defRPr sz="2550" b="1">
                <a:solidFill>
                  <a:srgbClr val="F28C35"/>
                </a:solidFill>
              </a:defRPr>
            </a:lvl7pPr>
            <a:lvl8pPr algn="l">
              <a:defRPr sz="2550" b="1">
                <a:solidFill>
                  <a:srgbClr val="F28C35"/>
                </a:solidFill>
              </a:defRPr>
            </a:lvl8pPr>
            <a:lvl9pPr algn="l">
              <a:defRPr sz="2550" b="1">
                <a:solidFill>
                  <a:srgbClr val="F28C35"/>
                </a:solidFill>
              </a:defRPr>
            </a:lvl9pPr>
          </a:lstStyle>
          <a:p>
            <a:pPr algn="l">
              <a:defRPr sz="2550" b="1">
                <a:solidFill>
                  <a:srgbClr val="F28C35"/>
                </a:solidFill>
              </a:defRPr>
            </a:pPr>
            <a:r>
              <a:rPr sz="2550" b="1">
                <a:solidFill>
                  <a:srgbClr val="F28C35"/>
                </a:solidFill>
                <a:latin typeface="Inter"/>
                <a:ea typeface="Inter"/>
                <a:cs typeface="Inter"/>
              </a:rPr>
              <a:t>01</a:t>
            </a:r>
          </a:p>
        </p:txBody>
      </p:sp>
      <p:sp>
        <p:nvSpPr>
          <p:cNvPr id="8" name="Build complete attack tables">
            <a:extLst>
              <a:ext uri="{FF2B5EF4-FFF2-40B4-BE49-F238E27FC236}">
                <a16:creationId xmlns:a16="http://schemas.microsoft.com/office/drawing/2014/main" id="{6AED3601-0D19-4A98-93BC-6F669740E37C}"/>
              </a:ext>
            </a:extLst>
          </p:cNvPr>
          <p:cNvSpPr>
            <a:spLocks noGrp="1"/>
          </p:cNvSpPr>
          <p:nvPr/>
        </p:nvSpPr>
        <p:spPr>
          <a:xfrm>
            <a:off x="1428750" y="2343150"/>
            <a:ext cx="5857875" cy="361950"/>
          </a:xfrm>
          <a:prstGeom prst="rect">
            <a:avLst/>
          </a:prstGeom>
          <a:noFill/>
          <a:ln w="0">
            <a:noFill/>
          </a:ln>
        </p:spPr>
        <p:txBody>
          <a:bodyPr lIns="0" tIns="0" rIns="0" bIns="0"/>
          <a:lstStyle>
            <a:defPPr algn="l">
              <a:defRPr sz="1950" b="1">
                <a:solidFill>
                  <a:srgbClr val="102235"/>
                </a:solidFill>
              </a:defRPr>
            </a:defPPr>
            <a:lvl1pPr algn="l">
              <a:defRPr sz="1950" b="1">
                <a:solidFill>
                  <a:srgbClr val="102235"/>
                </a:solidFill>
              </a:defRPr>
            </a:lvl1pPr>
            <a:lvl2pPr algn="l">
              <a:defRPr sz="1950" b="1">
                <a:solidFill>
                  <a:srgbClr val="102235"/>
                </a:solidFill>
              </a:defRPr>
            </a:lvl2pPr>
            <a:lvl3pPr algn="l">
              <a:defRPr sz="1950" b="1">
                <a:solidFill>
                  <a:srgbClr val="102235"/>
                </a:solidFill>
              </a:defRPr>
            </a:lvl3pPr>
            <a:lvl4pPr algn="l">
              <a:defRPr sz="1950" b="1">
                <a:solidFill>
                  <a:srgbClr val="102235"/>
                </a:solidFill>
              </a:defRPr>
            </a:lvl4pPr>
            <a:lvl5pPr algn="l">
              <a:defRPr sz="1950" b="1">
                <a:solidFill>
                  <a:srgbClr val="102235"/>
                </a:solidFill>
              </a:defRPr>
            </a:lvl5pPr>
            <a:lvl6pPr algn="l">
              <a:defRPr sz="1950" b="1">
                <a:solidFill>
                  <a:srgbClr val="102235"/>
                </a:solidFill>
              </a:defRPr>
            </a:lvl6pPr>
            <a:lvl7pPr algn="l">
              <a:defRPr sz="1950" b="1">
                <a:solidFill>
                  <a:srgbClr val="102235"/>
                </a:solidFill>
              </a:defRPr>
            </a:lvl7pPr>
            <a:lvl8pPr algn="l">
              <a:defRPr sz="1950" b="1">
                <a:solidFill>
                  <a:srgbClr val="102235"/>
                </a:solidFill>
              </a:defRPr>
            </a:lvl8pPr>
            <a:lvl9pPr algn="l">
              <a:defRPr sz="1950" b="1">
                <a:solidFill>
                  <a:srgbClr val="102235"/>
                </a:solidFill>
              </a:defRPr>
            </a:lvl9pPr>
          </a:lstStyle>
          <a:p>
            <a:pPr algn="l">
              <a:defRPr sz="1950" b="1">
                <a:solidFill>
                  <a:srgbClr val="102235"/>
                </a:solidFill>
              </a:defRPr>
            </a:pPr>
            <a:r>
              <a:rPr sz="1950" b="1">
                <a:solidFill>
                  <a:srgbClr val="102235"/>
                </a:solidFill>
                <a:latin typeface="Inter"/>
                <a:ea typeface="Inter"/>
                <a:cs typeface="Inter"/>
              </a:rPr>
              <a:t>Build complete attack tables</a:t>
            </a:r>
          </a:p>
        </p:txBody>
      </p:sp>
      <p:sp>
        <p:nvSpPr>
          <p:cNvPr id="9" name="Every eligible ordered pair, for each design demand.">
            <a:extLst>
              <a:ext uri="{FF2B5EF4-FFF2-40B4-BE49-F238E27FC236}">
                <a16:creationId xmlns:a16="http://schemas.microsoft.com/office/drawing/2014/main" id="{C126F1AE-5B99-4D73-8EB9-D5DCB370F4C1}"/>
              </a:ext>
            </a:extLst>
          </p:cNvPr>
          <p:cNvSpPr>
            <a:spLocks noGrp="1"/>
          </p:cNvSpPr>
          <p:nvPr/>
        </p:nvSpPr>
        <p:spPr>
          <a:xfrm>
            <a:off x="1428750" y="2743200"/>
            <a:ext cx="5572125" cy="542925"/>
          </a:xfrm>
          <a:prstGeom prst="rect">
            <a:avLst/>
          </a:prstGeom>
          <a:noFill/>
          <a:ln w="0">
            <a:noFill/>
          </a:ln>
        </p:spPr>
        <p:txBody>
          <a:bodyPr lIns="0" tIns="0" rIns="0" bIns="0"/>
          <a:lstStyle>
            <a:defPPr algn="l">
              <a:defRPr sz="1725" b="0">
                <a:solidFill>
                  <a:srgbClr val="607487"/>
                </a:solidFill>
              </a:defRPr>
            </a:defPPr>
            <a:lvl1pPr algn="l">
              <a:defRPr sz="1725" b="0">
                <a:solidFill>
                  <a:srgbClr val="607487"/>
                </a:solidFill>
              </a:defRPr>
            </a:lvl1pPr>
            <a:lvl2pPr algn="l">
              <a:defRPr sz="1725" b="0">
                <a:solidFill>
                  <a:srgbClr val="607487"/>
                </a:solidFill>
              </a:defRPr>
            </a:lvl2pPr>
            <a:lvl3pPr algn="l">
              <a:defRPr sz="1725" b="0">
                <a:solidFill>
                  <a:srgbClr val="607487"/>
                </a:solidFill>
              </a:defRPr>
            </a:lvl3pPr>
            <a:lvl4pPr algn="l">
              <a:defRPr sz="1725" b="0">
                <a:solidFill>
                  <a:srgbClr val="607487"/>
                </a:solidFill>
              </a:defRPr>
            </a:lvl4pPr>
            <a:lvl5pPr algn="l">
              <a:defRPr sz="1725" b="0">
                <a:solidFill>
                  <a:srgbClr val="607487"/>
                </a:solidFill>
              </a:defRPr>
            </a:lvl5pPr>
            <a:lvl6pPr algn="l">
              <a:defRPr sz="1725" b="0">
                <a:solidFill>
                  <a:srgbClr val="607487"/>
                </a:solidFill>
              </a:defRPr>
            </a:lvl6pPr>
            <a:lvl7pPr algn="l">
              <a:defRPr sz="1725" b="0">
                <a:solidFill>
                  <a:srgbClr val="607487"/>
                </a:solidFill>
              </a:defRPr>
            </a:lvl7pPr>
            <a:lvl8pPr algn="l">
              <a:defRPr sz="1725" b="0">
                <a:solidFill>
                  <a:srgbClr val="607487"/>
                </a:solidFill>
              </a:defRPr>
            </a:lvl8pPr>
            <a:lvl9pPr algn="l">
              <a:defRPr sz="1725" b="0">
                <a:solidFill>
                  <a:srgbClr val="607487"/>
                </a:solidFill>
              </a:defRPr>
            </a:lvl9pPr>
          </a:lstStyle>
          <a:p>
            <a:pPr algn="l">
              <a:defRPr sz="1725" b="0">
                <a:solidFill>
                  <a:srgbClr val="607487"/>
                </a:solidFill>
              </a:defRPr>
            </a:pPr>
            <a:r>
              <a:rPr sz="1725" b="0">
                <a:solidFill>
                  <a:srgbClr val="607487"/>
                </a:solidFill>
                <a:latin typeface="Inter"/>
                <a:ea typeface="Inter"/>
                <a:cs typeface="Inter"/>
              </a:rPr>
              <a:t>Every eligible ordered pair, for each design demand.</a:t>
            </a:r>
          </a:p>
        </p:txBody>
      </p:sp>
      <p:sp>
        <p:nvSpPr>
          <p:cNvPr id="10" name="02">
            <a:extLst>
              <a:ext uri="{FF2B5EF4-FFF2-40B4-BE49-F238E27FC236}">
                <a16:creationId xmlns:a16="http://schemas.microsoft.com/office/drawing/2014/main" id="{5147C1E6-DFCB-4151-8A28-D8E153EAC1EC}"/>
              </a:ext>
            </a:extLst>
          </p:cNvPr>
          <p:cNvSpPr>
            <a:spLocks noGrp="1"/>
          </p:cNvSpPr>
          <p:nvPr/>
        </p:nvSpPr>
        <p:spPr>
          <a:xfrm>
            <a:off x="628650" y="3400425"/>
            <a:ext cx="628650" cy="457200"/>
          </a:xfrm>
          <a:prstGeom prst="rect">
            <a:avLst/>
          </a:prstGeom>
          <a:noFill/>
          <a:ln w="0">
            <a:noFill/>
          </a:ln>
        </p:spPr>
        <p:txBody>
          <a:bodyPr lIns="0" tIns="0" rIns="0" bIns="0"/>
          <a:lstStyle>
            <a:defPPr algn="l">
              <a:defRPr sz="2550" b="1">
                <a:solidFill>
                  <a:srgbClr val="F28C35"/>
                </a:solidFill>
              </a:defRPr>
            </a:defPPr>
            <a:lvl1pPr algn="l">
              <a:defRPr sz="2550" b="1">
                <a:solidFill>
                  <a:srgbClr val="F28C35"/>
                </a:solidFill>
              </a:defRPr>
            </a:lvl1pPr>
            <a:lvl2pPr algn="l">
              <a:defRPr sz="2550" b="1">
                <a:solidFill>
                  <a:srgbClr val="F28C35"/>
                </a:solidFill>
              </a:defRPr>
            </a:lvl2pPr>
            <a:lvl3pPr algn="l">
              <a:defRPr sz="2550" b="1">
                <a:solidFill>
                  <a:srgbClr val="F28C35"/>
                </a:solidFill>
              </a:defRPr>
            </a:lvl3pPr>
            <a:lvl4pPr algn="l">
              <a:defRPr sz="2550" b="1">
                <a:solidFill>
                  <a:srgbClr val="F28C35"/>
                </a:solidFill>
              </a:defRPr>
            </a:lvl4pPr>
            <a:lvl5pPr algn="l">
              <a:defRPr sz="2550" b="1">
                <a:solidFill>
                  <a:srgbClr val="F28C35"/>
                </a:solidFill>
              </a:defRPr>
            </a:lvl5pPr>
            <a:lvl6pPr algn="l">
              <a:defRPr sz="2550" b="1">
                <a:solidFill>
                  <a:srgbClr val="F28C35"/>
                </a:solidFill>
              </a:defRPr>
            </a:lvl6pPr>
            <a:lvl7pPr algn="l">
              <a:defRPr sz="2550" b="1">
                <a:solidFill>
                  <a:srgbClr val="F28C35"/>
                </a:solidFill>
              </a:defRPr>
            </a:lvl7pPr>
            <a:lvl8pPr algn="l">
              <a:defRPr sz="2550" b="1">
                <a:solidFill>
                  <a:srgbClr val="F28C35"/>
                </a:solidFill>
              </a:defRPr>
            </a:lvl8pPr>
            <a:lvl9pPr algn="l">
              <a:defRPr sz="2550" b="1">
                <a:solidFill>
                  <a:srgbClr val="F28C35"/>
                </a:solidFill>
              </a:defRPr>
            </a:lvl9pPr>
          </a:lstStyle>
          <a:p>
            <a:pPr algn="l">
              <a:defRPr sz="2550" b="1">
                <a:solidFill>
                  <a:srgbClr val="F28C35"/>
                </a:solidFill>
              </a:defRPr>
            </a:pPr>
            <a:r>
              <a:rPr sz="2550" b="1">
                <a:solidFill>
                  <a:srgbClr val="F28C35"/>
                </a:solidFill>
                <a:latin typeface="Inter"/>
                <a:ea typeface="Inter"/>
                <a:cs typeface="Inter"/>
              </a:rPr>
              <a:t>02</a:t>
            </a:r>
          </a:p>
        </p:txBody>
      </p:sp>
      <p:sp>
        <p:nvSpPr>
          <p:cNvPr id="11" name="Choose the next protected line">
            <a:extLst>
              <a:ext uri="{FF2B5EF4-FFF2-40B4-BE49-F238E27FC236}">
                <a16:creationId xmlns:a16="http://schemas.microsoft.com/office/drawing/2014/main" id="{FCBBDD01-8817-49F1-92A9-881262F6066F}"/>
              </a:ext>
            </a:extLst>
          </p:cNvPr>
          <p:cNvSpPr>
            <a:spLocks noGrp="1"/>
          </p:cNvSpPr>
          <p:nvPr/>
        </p:nvSpPr>
        <p:spPr>
          <a:xfrm>
            <a:off x="1428750" y="3400425"/>
            <a:ext cx="5857875" cy="361950"/>
          </a:xfrm>
          <a:prstGeom prst="rect">
            <a:avLst/>
          </a:prstGeom>
          <a:noFill/>
          <a:ln w="0">
            <a:noFill/>
          </a:ln>
        </p:spPr>
        <p:txBody>
          <a:bodyPr lIns="0" tIns="0" rIns="0" bIns="0"/>
          <a:lstStyle>
            <a:defPPr algn="l">
              <a:defRPr sz="1950" b="1">
                <a:solidFill>
                  <a:srgbClr val="102235"/>
                </a:solidFill>
              </a:defRPr>
            </a:defPPr>
            <a:lvl1pPr algn="l">
              <a:defRPr sz="1950" b="1">
                <a:solidFill>
                  <a:srgbClr val="102235"/>
                </a:solidFill>
              </a:defRPr>
            </a:lvl1pPr>
            <a:lvl2pPr algn="l">
              <a:defRPr sz="1950" b="1">
                <a:solidFill>
                  <a:srgbClr val="102235"/>
                </a:solidFill>
              </a:defRPr>
            </a:lvl2pPr>
            <a:lvl3pPr algn="l">
              <a:defRPr sz="1950" b="1">
                <a:solidFill>
                  <a:srgbClr val="102235"/>
                </a:solidFill>
              </a:defRPr>
            </a:lvl3pPr>
            <a:lvl4pPr algn="l">
              <a:defRPr sz="1950" b="1">
                <a:solidFill>
                  <a:srgbClr val="102235"/>
                </a:solidFill>
              </a:defRPr>
            </a:lvl4pPr>
            <a:lvl5pPr algn="l">
              <a:defRPr sz="1950" b="1">
                <a:solidFill>
                  <a:srgbClr val="102235"/>
                </a:solidFill>
              </a:defRPr>
            </a:lvl5pPr>
            <a:lvl6pPr algn="l">
              <a:defRPr sz="1950" b="1">
                <a:solidFill>
                  <a:srgbClr val="102235"/>
                </a:solidFill>
              </a:defRPr>
            </a:lvl6pPr>
            <a:lvl7pPr algn="l">
              <a:defRPr sz="1950" b="1">
                <a:solidFill>
                  <a:srgbClr val="102235"/>
                </a:solidFill>
              </a:defRPr>
            </a:lvl7pPr>
            <a:lvl8pPr algn="l">
              <a:defRPr sz="1950" b="1">
                <a:solidFill>
                  <a:srgbClr val="102235"/>
                </a:solidFill>
              </a:defRPr>
            </a:lvl8pPr>
            <a:lvl9pPr algn="l">
              <a:defRPr sz="1950" b="1">
                <a:solidFill>
                  <a:srgbClr val="102235"/>
                </a:solidFill>
              </a:defRPr>
            </a:lvl9pPr>
          </a:lstStyle>
          <a:p>
            <a:pPr algn="l">
              <a:defRPr sz="1950" b="1">
                <a:solidFill>
                  <a:srgbClr val="102235"/>
                </a:solidFill>
              </a:defRPr>
            </a:pPr>
            <a:r>
              <a:rPr sz="1950" b="1">
                <a:solidFill>
                  <a:srgbClr val="102235"/>
                </a:solidFill>
                <a:latin typeface="Inter"/>
                <a:ea typeface="Inter"/>
                <a:cs typeface="Inter"/>
              </a:rPr>
              <a:t>Choose the next protected line</a:t>
            </a:r>
          </a:p>
        </p:txBody>
      </p:sp>
      <p:sp>
        <p:nvSpPr>
          <p:cNvPr id="12" name="Minimize the worst loss across design scenarios.">
            <a:extLst>
              <a:ext uri="{FF2B5EF4-FFF2-40B4-BE49-F238E27FC236}">
                <a16:creationId xmlns:a16="http://schemas.microsoft.com/office/drawing/2014/main" id="{47E6D273-3283-4C03-A1C9-738DBA7C9834}"/>
              </a:ext>
            </a:extLst>
          </p:cNvPr>
          <p:cNvSpPr>
            <a:spLocks noGrp="1"/>
          </p:cNvSpPr>
          <p:nvPr/>
        </p:nvSpPr>
        <p:spPr>
          <a:xfrm>
            <a:off x="1428750" y="3800475"/>
            <a:ext cx="5572125" cy="542925"/>
          </a:xfrm>
          <a:prstGeom prst="rect">
            <a:avLst/>
          </a:prstGeom>
          <a:noFill/>
          <a:ln w="0">
            <a:noFill/>
          </a:ln>
        </p:spPr>
        <p:txBody>
          <a:bodyPr lIns="0" tIns="0" rIns="0" bIns="0"/>
          <a:lstStyle>
            <a:defPPr algn="l">
              <a:defRPr sz="1725" b="0">
                <a:solidFill>
                  <a:srgbClr val="607487"/>
                </a:solidFill>
              </a:defRPr>
            </a:defPPr>
            <a:lvl1pPr algn="l">
              <a:defRPr sz="1725" b="0">
                <a:solidFill>
                  <a:srgbClr val="607487"/>
                </a:solidFill>
              </a:defRPr>
            </a:lvl1pPr>
            <a:lvl2pPr algn="l">
              <a:defRPr sz="1725" b="0">
                <a:solidFill>
                  <a:srgbClr val="607487"/>
                </a:solidFill>
              </a:defRPr>
            </a:lvl2pPr>
            <a:lvl3pPr algn="l">
              <a:defRPr sz="1725" b="0">
                <a:solidFill>
                  <a:srgbClr val="607487"/>
                </a:solidFill>
              </a:defRPr>
            </a:lvl3pPr>
            <a:lvl4pPr algn="l">
              <a:defRPr sz="1725" b="0">
                <a:solidFill>
                  <a:srgbClr val="607487"/>
                </a:solidFill>
              </a:defRPr>
            </a:lvl4pPr>
            <a:lvl5pPr algn="l">
              <a:defRPr sz="1725" b="0">
                <a:solidFill>
                  <a:srgbClr val="607487"/>
                </a:solidFill>
              </a:defRPr>
            </a:lvl5pPr>
            <a:lvl6pPr algn="l">
              <a:defRPr sz="1725" b="0">
                <a:solidFill>
                  <a:srgbClr val="607487"/>
                </a:solidFill>
              </a:defRPr>
            </a:lvl6pPr>
            <a:lvl7pPr algn="l">
              <a:defRPr sz="1725" b="0">
                <a:solidFill>
                  <a:srgbClr val="607487"/>
                </a:solidFill>
              </a:defRPr>
            </a:lvl7pPr>
            <a:lvl8pPr algn="l">
              <a:defRPr sz="1725" b="0">
                <a:solidFill>
                  <a:srgbClr val="607487"/>
                </a:solidFill>
              </a:defRPr>
            </a:lvl8pPr>
            <a:lvl9pPr algn="l">
              <a:defRPr sz="1725" b="0">
                <a:solidFill>
                  <a:srgbClr val="607487"/>
                </a:solidFill>
              </a:defRPr>
            </a:lvl9pPr>
          </a:lstStyle>
          <a:p>
            <a:pPr algn="l">
              <a:defRPr sz="1725" b="0">
                <a:solidFill>
                  <a:srgbClr val="607487"/>
                </a:solidFill>
              </a:defRPr>
            </a:pPr>
            <a:r>
              <a:rPr sz="1725" b="0">
                <a:solidFill>
                  <a:srgbClr val="607487"/>
                </a:solidFill>
                <a:latin typeface="Inter"/>
                <a:ea typeface="Inter"/>
                <a:cs typeface="Inter"/>
              </a:rPr>
              <a:t>Minimize the worst loss across design scenarios.</a:t>
            </a:r>
          </a:p>
        </p:txBody>
      </p:sp>
      <p:sp>
        <p:nvSpPr>
          <p:cNvPr id="13" name="03">
            <a:extLst>
              <a:ext uri="{FF2B5EF4-FFF2-40B4-BE49-F238E27FC236}">
                <a16:creationId xmlns:a16="http://schemas.microsoft.com/office/drawing/2014/main" id="{DD0807B4-F744-4353-816D-D50F3A4F8CEF}"/>
              </a:ext>
            </a:extLst>
          </p:cNvPr>
          <p:cNvSpPr>
            <a:spLocks noGrp="1"/>
          </p:cNvSpPr>
          <p:nvPr/>
        </p:nvSpPr>
        <p:spPr>
          <a:xfrm>
            <a:off x="628650" y="4457700"/>
            <a:ext cx="628650" cy="457200"/>
          </a:xfrm>
          <a:prstGeom prst="rect">
            <a:avLst/>
          </a:prstGeom>
          <a:noFill/>
          <a:ln w="0">
            <a:noFill/>
          </a:ln>
        </p:spPr>
        <p:txBody>
          <a:bodyPr lIns="0" tIns="0" rIns="0" bIns="0"/>
          <a:lstStyle>
            <a:defPPr algn="l">
              <a:defRPr sz="2550" b="1">
                <a:solidFill>
                  <a:srgbClr val="F28C35"/>
                </a:solidFill>
              </a:defRPr>
            </a:defPPr>
            <a:lvl1pPr algn="l">
              <a:defRPr sz="2550" b="1">
                <a:solidFill>
                  <a:srgbClr val="F28C35"/>
                </a:solidFill>
              </a:defRPr>
            </a:lvl1pPr>
            <a:lvl2pPr algn="l">
              <a:defRPr sz="2550" b="1">
                <a:solidFill>
                  <a:srgbClr val="F28C35"/>
                </a:solidFill>
              </a:defRPr>
            </a:lvl2pPr>
            <a:lvl3pPr algn="l">
              <a:defRPr sz="2550" b="1">
                <a:solidFill>
                  <a:srgbClr val="F28C35"/>
                </a:solidFill>
              </a:defRPr>
            </a:lvl3pPr>
            <a:lvl4pPr algn="l">
              <a:defRPr sz="2550" b="1">
                <a:solidFill>
                  <a:srgbClr val="F28C35"/>
                </a:solidFill>
              </a:defRPr>
            </a:lvl4pPr>
            <a:lvl5pPr algn="l">
              <a:defRPr sz="2550" b="1">
                <a:solidFill>
                  <a:srgbClr val="F28C35"/>
                </a:solidFill>
              </a:defRPr>
            </a:lvl5pPr>
            <a:lvl6pPr algn="l">
              <a:defRPr sz="2550" b="1">
                <a:solidFill>
                  <a:srgbClr val="F28C35"/>
                </a:solidFill>
              </a:defRPr>
            </a:lvl6pPr>
            <a:lvl7pPr algn="l">
              <a:defRPr sz="2550" b="1">
                <a:solidFill>
                  <a:srgbClr val="F28C35"/>
                </a:solidFill>
              </a:defRPr>
            </a:lvl7pPr>
            <a:lvl8pPr algn="l">
              <a:defRPr sz="2550" b="1">
                <a:solidFill>
                  <a:srgbClr val="F28C35"/>
                </a:solidFill>
              </a:defRPr>
            </a:lvl8pPr>
            <a:lvl9pPr algn="l">
              <a:defRPr sz="2550" b="1">
                <a:solidFill>
                  <a:srgbClr val="F28C35"/>
                </a:solidFill>
              </a:defRPr>
            </a:lvl9pPr>
          </a:lstStyle>
          <a:p>
            <a:pPr algn="l">
              <a:defRPr sz="2550" b="1">
                <a:solidFill>
                  <a:srgbClr val="F28C35"/>
                </a:solidFill>
              </a:defRPr>
            </a:pPr>
            <a:r>
              <a:rPr sz="2550" b="1">
                <a:solidFill>
                  <a:srgbClr val="F28C35"/>
                </a:solidFill>
                <a:latin typeface="Inter"/>
                <a:ea typeface="Inter"/>
                <a:cs typeface="Inter"/>
              </a:rPr>
              <a:t>03</a:t>
            </a:r>
          </a:p>
        </p:txBody>
      </p:sp>
      <p:sp>
        <p:nvSpPr>
          <p:cNvPr id="14" name="Search again after protection">
            <a:extLst>
              <a:ext uri="{FF2B5EF4-FFF2-40B4-BE49-F238E27FC236}">
                <a16:creationId xmlns:a16="http://schemas.microsoft.com/office/drawing/2014/main" id="{91E9376C-7245-4C3F-8E7C-00A050E6A88F}"/>
              </a:ext>
            </a:extLst>
          </p:cNvPr>
          <p:cNvSpPr>
            <a:spLocks noGrp="1"/>
          </p:cNvSpPr>
          <p:nvPr/>
        </p:nvSpPr>
        <p:spPr>
          <a:xfrm>
            <a:off x="1428750" y="4457700"/>
            <a:ext cx="5857875" cy="361950"/>
          </a:xfrm>
          <a:prstGeom prst="rect">
            <a:avLst/>
          </a:prstGeom>
          <a:noFill/>
          <a:ln w="0">
            <a:noFill/>
          </a:ln>
        </p:spPr>
        <p:txBody>
          <a:bodyPr lIns="0" tIns="0" rIns="0" bIns="0"/>
          <a:lstStyle>
            <a:defPPr algn="l">
              <a:defRPr sz="1950" b="1">
                <a:solidFill>
                  <a:srgbClr val="102235"/>
                </a:solidFill>
              </a:defRPr>
            </a:defPPr>
            <a:lvl1pPr algn="l">
              <a:defRPr sz="1950" b="1">
                <a:solidFill>
                  <a:srgbClr val="102235"/>
                </a:solidFill>
              </a:defRPr>
            </a:lvl1pPr>
            <a:lvl2pPr algn="l">
              <a:defRPr sz="1950" b="1">
                <a:solidFill>
                  <a:srgbClr val="102235"/>
                </a:solidFill>
              </a:defRPr>
            </a:lvl2pPr>
            <a:lvl3pPr algn="l">
              <a:defRPr sz="1950" b="1">
                <a:solidFill>
                  <a:srgbClr val="102235"/>
                </a:solidFill>
              </a:defRPr>
            </a:lvl3pPr>
            <a:lvl4pPr algn="l">
              <a:defRPr sz="1950" b="1">
                <a:solidFill>
                  <a:srgbClr val="102235"/>
                </a:solidFill>
              </a:defRPr>
            </a:lvl4pPr>
            <a:lvl5pPr algn="l">
              <a:defRPr sz="1950" b="1">
                <a:solidFill>
                  <a:srgbClr val="102235"/>
                </a:solidFill>
              </a:defRPr>
            </a:lvl5pPr>
            <a:lvl6pPr algn="l">
              <a:defRPr sz="1950" b="1">
                <a:solidFill>
                  <a:srgbClr val="102235"/>
                </a:solidFill>
              </a:defRPr>
            </a:lvl6pPr>
            <a:lvl7pPr algn="l">
              <a:defRPr sz="1950" b="1">
                <a:solidFill>
                  <a:srgbClr val="102235"/>
                </a:solidFill>
              </a:defRPr>
            </a:lvl7pPr>
            <a:lvl8pPr algn="l">
              <a:defRPr sz="1950" b="1">
                <a:solidFill>
                  <a:srgbClr val="102235"/>
                </a:solidFill>
              </a:defRPr>
            </a:lvl8pPr>
            <a:lvl9pPr algn="l">
              <a:defRPr sz="1950" b="1">
                <a:solidFill>
                  <a:srgbClr val="102235"/>
                </a:solidFill>
              </a:defRPr>
            </a:lvl9pPr>
          </a:lstStyle>
          <a:p>
            <a:pPr algn="l">
              <a:defRPr sz="1950" b="1">
                <a:solidFill>
                  <a:srgbClr val="102235"/>
                </a:solidFill>
              </a:defRPr>
            </a:pPr>
            <a:r>
              <a:rPr sz="1950" b="1">
                <a:solidFill>
                  <a:srgbClr val="102235"/>
                </a:solidFill>
                <a:latin typeface="Inter"/>
                <a:ea typeface="Inter"/>
                <a:cs typeface="Inter"/>
              </a:rPr>
              <a:t>Search again after protection</a:t>
            </a:r>
          </a:p>
        </p:txBody>
      </p:sp>
      <p:sp>
        <p:nvSpPr>
          <p:cNvPr id="15" name="Re-evaluate every pair that remains eligible.">
            <a:extLst>
              <a:ext uri="{FF2B5EF4-FFF2-40B4-BE49-F238E27FC236}">
                <a16:creationId xmlns:a16="http://schemas.microsoft.com/office/drawing/2014/main" id="{3AE9B5A4-460D-4678-8A3E-0B9D65BA5E65}"/>
              </a:ext>
            </a:extLst>
          </p:cNvPr>
          <p:cNvSpPr>
            <a:spLocks noGrp="1"/>
          </p:cNvSpPr>
          <p:nvPr/>
        </p:nvSpPr>
        <p:spPr>
          <a:xfrm>
            <a:off x="1428750" y="4857750"/>
            <a:ext cx="5572125" cy="542925"/>
          </a:xfrm>
          <a:prstGeom prst="rect">
            <a:avLst/>
          </a:prstGeom>
          <a:noFill/>
          <a:ln w="0">
            <a:noFill/>
          </a:ln>
        </p:spPr>
        <p:txBody>
          <a:bodyPr lIns="0" tIns="0" rIns="0" bIns="0"/>
          <a:lstStyle>
            <a:defPPr algn="l">
              <a:defRPr sz="1725" b="0">
                <a:solidFill>
                  <a:srgbClr val="607487"/>
                </a:solidFill>
              </a:defRPr>
            </a:defPPr>
            <a:lvl1pPr algn="l">
              <a:defRPr sz="1725" b="0">
                <a:solidFill>
                  <a:srgbClr val="607487"/>
                </a:solidFill>
              </a:defRPr>
            </a:lvl1pPr>
            <a:lvl2pPr algn="l">
              <a:defRPr sz="1725" b="0">
                <a:solidFill>
                  <a:srgbClr val="607487"/>
                </a:solidFill>
              </a:defRPr>
            </a:lvl2pPr>
            <a:lvl3pPr algn="l">
              <a:defRPr sz="1725" b="0">
                <a:solidFill>
                  <a:srgbClr val="607487"/>
                </a:solidFill>
              </a:defRPr>
            </a:lvl3pPr>
            <a:lvl4pPr algn="l">
              <a:defRPr sz="1725" b="0">
                <a:solidFill>
                  <a:srgbClr val="607487"/>
                </a:solidFill>
              </a:defRPr>
            </a:lvl4pPr>
            <a:lvl5pPr algn="l">
              <a:defRPr sz="1725" b="0">
                <a:solidFill>
                  <a:srgbClr val="607487"/>
                </a:solidFill>
              </a:defRPr>
            </a:lvl5pPr>
            <a:lvl6pPr algn="l">
              <a:defRPr sz="1725" b="0">
                <a:solidFill>
                  <a:srgbClr val="607487"/>
                </a:solidFill>
              </a:defRPr>
            </a:lvl6pPr>
            <a:lvl7pPr algn="l">
              <a:defRPr sz="1725" b="0">
                <a:solidFill>
                  <a:srgbClr val="607487"/>
                </a:solidFill>
              </a:defRPr>
            </a:lvl7pPr>
            <a:lvl8pPr algn="l">
              <a:defRPr sz="1725" b="0">
                <a:solidFill>
                  <a:srgbClr val="607487"/>
                </a:solidFill>
              </a:defRPr>
            </a:lvl8pPr>
            <a:lvl9pPr algn="l">
              <a:defRPr sz="1725" b="0">
                <a:solidFill>
                  <a:srgbClr val="607487"/>
                </a:solidFill>
              </a:defRPr>
            </a:lvl9pPr>
          </a:lstStyle>
          <a:p>
            <a:pPr algn="l">
              <a:defRPr sz="1725" b="0">
                <a:solidFill>
                  <a:srgbClr val="607487"/>
                </a:solidFill>
              </a:defRPr>
            </a:pPr>
            <a:r>
              <a:rPr sz="1725" b="0">
                <a:solidFill>
                  <a:srgbClr val="607487"/>
                </a:solidFill>
                <a:latin typeface="Inter"/>
                <a:ea typeface="Inter"/>
                <a:cs typeface="Inter"/>
              </a:rPr>
              <a:t>Re-evaluate every pair that remains eligible.</a:t>
            </a:r>
          </a:p>
        </p:txBody>
      </p:sp>
      <p:sp>
        <p:nvSpPr>
          <p:cNvPr id="16" name="Rectangle: Rounded Corners 15">
            <a:extLst>
              <a:ext uri="{FF2B5EF4-FFF2-40B4-BE49-F238E27FC236}">
                <a16:creationId xmlns:a16="http://schemas.microsoft.com/office/drawing/2014/main" id="{563BEAC2-E739-4E51-AB41-18C7A96E6E4F}"/>
              </a:ext>
            </a:extLst>
          </p:cNvPr>
          <p:cNvSpPr>
            <a:spLocks noGrp="1"/>
          </p:cNvSpPr>
          <p:nvPr/>
        </p:nvSpPr>
        <p:spPr>
          <a:xfrm>
            <a:off x="7734300" y="1885950"/>
            <a:ext cx="3829050" cy="3476625"/>
          </a:xfrm>
          <a:prstGeom prst="roundRect">
            <a:avLst>
              <a:gd name="adj" fmla="val 3288"/>
            </a:avLst>
          </a:prstGeom>
          <a:solidFill>
            <a:srgbClr val="FFFFFF"/>
          </a:solidFill>
          <a:ln w="9525">
            <a:solidFill>
              <a:srgbClr val="D9E2EC"/>
            </a:solidFill>
          </a:ln>
        </p:spPr>
      </p:sp>
      <p:sp>
        <p:nvSpPr>
          <p:cNvPr id="17" name="Protection budget">
            <a:extLst>
              <a:ext uri="{FF2B5EF4-FFF2-40B4-BE49-F238E27FC236}">
                <a16:creationId xmlns:a16="http://schemas.microsoft.com/office/drawing/2014/main" id="{F1906853-5A6F-45F4-A0A2-CF894F80C5E2}"/>
              </a:ext>
            </a:extLst>
          </p:cNvPr>
          <p:cNvSpPr>
            <a:spLocks noGrp="1"/>
          </p:cNvSpPr>
          <p:nvPr/>
        </p:nvSpPr>
        <p:spPr>
          <a:xfrm>
            <a:off x="7991475" y="2181225"/>
            <a:ext cx="3333750" cy="400050"/>
          </a:xfrm>
          <a:prstGeom prst="rect">
            <a:avLst/>
          </a:prstGeom>
          <a:noFill/>
          <a:ln w="0">
            <a:noFill/>
          </a:ln>
        </p:spPr>
        <p:txBody>
          <a:bodyPr lIns="0" tIns="0" rIns="0" bIns="0"/>
          <a:lstStyle>
            <a:defPPr algn="l">
              <a:defRPr sz="2100" b="1">
                <a:solidFill>
                  <a:srgbClr val="0074AF"/>
                </a:solidFill>
              </a:defRPr>
            </a:defPPr>
            <a:lvl1pPr algn="l">
              <a:defRPr sz="2100" b="1">
                <a:solidFill>
                  <a:srgbClr val="0074AF"/>
                </a:solidFill>
              </a:defRPr>
            </a:lvl1pPr>
            <a:lvl2pPr algn="l">
              <a:defRPr sz="2100" b="1">
                <a:solidFill>
                  <a:srgbClr val="0074AF"/>
                </a:solidFill>
              </a:defRPr>
            </a:lvl2pPr>
            <a:lvl3pPr algn="l">
              <a:defRPr sz="2100" b="1">
                <a:solidFill>
                  <a:srgbClr val="0074AF"/>
                </a:solidFill>
              </a:defRPr>
            </a:lvl3pPr>
            <a:lvl4pPr algn="l">
              <a:defRPr sz="2100" b="1">
                <a:solidFill>
                  <a:srgbClr val="0074AF"/>
                </a:solidFill>
              </a:defRPr>
            </a:lvl4pPr>
            <a:lvl5pPr algn="l">
              <a:defRPr sz="2100" b="1">
                <a:solidFill>
                  <a:srgbClr val="0074AF"/>
                </a:solidFill>
              </a:defRPr>
            </a:lvl5pPr>
            <a:lvl6pPr algn="l">
              <a:defRPr sz="2100" b="1">
                <a:solidFill>
                  <a:srgbClr val="0074AF"/>
                </a:solidFill>
              </a:defRPr>
            </a:lvl6pPr>
            <a:lvl7pPr algn="l">
              <a:defRPr sz="2100" b="1">
                <a:solidFill>
                  <a:srgbClr val="0074AF"/>
                </a:solidFill>
              </a:defRPr>
            </a:lvl7pPr>
            <a:lvl8pPr algn="l">
              <a:defRPr sz="2100" b="1">
                <a:solidFill>
                  <a:srgbClr val="0074AF"/>
                </a:solidFill>
              </a:defRPr>
            </a:lvl8pPr>
            <a:lvl9pPr algn="l">
              <a:defRPr sz="2100" b="1">
                <a:solidFill>
                  <a:srgbClr val="0074AF"/>
                </a:solidFill>
              </a:defRPr>
            </a:lvl9pPr>
          </a:lstStyle>
          <a:p>
            <a:pPr algn="l">
              <a:defRPr sz="2100" b="1">
                <a:solidFill>
                  <a:srgbClr val="0074AF"/>
                </a:solidFill>
              </a:defRPr>
            </a:pPr>
            <a:r>
              <a:rPr sz="2100" b="1">
                <a:solidFill>
                  <a:srgbClr val="0074AF"/>
                </a:solidFill>
                <a:latin typeface="Inter"/>
                <a:ea typeface="Inter"/>
                <a:cs typeface="Inter"/>
              </a:rPr>
              <a:t>Protection budget</a:t>
            </a:r>
          </a:p>
        </p:txBody>
      </p:sp>
      <p:sp>
        <p:nvSpPr>
          <p:cNvPr id="18" name="q = 0–3">
            <a:extLst>
              <a:ext uri="{FF2B5EF4-FFF2-40B4-BE49-F238E27FC236}">
                <a16:creationId xmlns:a16="http://schemas.microsoft.com/office/drawing/2014/main" id="{12079FEE-5E3C-44F8-A26E-89E4F041445A}"/>
              </a:ext>
            </a:extLst>
          </p:cNvPr>
          <p:cNvSpPr>
            <a:spLocks noGrp="1"/>
          </p:cNvSpPr>
          <p:nvPr/>
        </p:nvSpPr>
        <p:spPr>
          <a:xfrm>
            <a:off x="7991475" y="2895600"/>
            <a:ext cx="3238500" cy="609600"/>
          </a:xfrm>
          <a:prstGeom prst="rect">
            <a:avLst/>
          </a:prstGeom>
          <a:noFill/>
          <a:ln w="0">
            <a:noFill/>
          </a:ln>
        </p:spPr>
        <p:txBody>
          <a:bodyPr lIns="0" tIns="0" rIns="0" bIns="0"/>
          <a:lstStyle>
            <a:defPPr algn="l">
              <a:defRPr sz="3675" b="1">
                <a:solidFill>
                  <a:srgbClr val="244BD6"/>
                </a:solidFill>
              </a:defRPr>
            </a:defPPr>
            <a:lvl1pPr algn="l">
              <a:defRPr sz="3675" b="1">
                <a:solidFill>
                  <a:srgbClr val="244BD6"/>
                </a:solidFill>
              </a:defRPr>
            </a:lvl1pPr>
            <a:lvl2pPr algn="l">
              <a:defRPr sz="3675" b="1">
                <a:solidFill>
                  <a:srgbClr val="244BD6"/>
                </a:solidFill>
              </a:defRPr>
            </a:lvl2pPr>
            <a:lvl3pPr algn="l">
              <a:defRPr sz="3675" b="1">
                <a:solidFill>
                  <a:srgbClr val="244BD6"/>
                </a:solidFill>
              </a:defRPr>
            </a:lvl3pPr>
            <a:lvl4pPr algn="l">
              <a:defRPr sz="3675" b="1">
                <a:solidFill>
                  <a:srgbClr val="244BD6"/>
                </a:solidFill>
              </a:defRPr>
            </a:lvl4pPr>
            <a:lvl5pPr algn="l">
              <a:defRPr sz="3675" b="1">
                <a:solidFill>
                  <a:srgbClr val="244BD6"/>
                </a:solidFill>
              </a:defRPr>
            </a:lvl5pPr>
            <a:lvl6pPr algn="l">
              <a:defRPr sz="3675" b="1">
                <a:solidFill>
                  <a:srgbClr val="244BD6"/>
                </a:solidFill>
              </a:defRPr>
            </a:lvl6pPr>
            <a:lvl7pPr algn="l">
              <a:defRPr sz="3675" b="1">
                <a:solidFill>
                  <a:srgbClr val="244BD6"/>
                </a:solidFill>
              </a:defRPr>
            </a:lvl7pPr>
            <a:lvl8pPr algn="l">
              <a:defRPr sz="3675" b="1">
                <a:solidFill>
                  <a:srgbClr val="244BD6"/>
                </a:solidFill>
              </a:defRPr>
            </a:lvl8pPr>
            <a:lvl9pPr algn="l">
              <a:defRPr sz="3675" b="1">
                <a:solidFill>
                  <a:srgbClr val="244BD6"/>
                </a:solidFill>
              </a:defRPr>
            </a:lvl9pPr>
          </a:lstStyle>
          <a:p>
            <a:pPr algn="l">
              <a:defRPr sz="3675" b="1">
                <a:solidFill>
                  <a:srgbClr val="244BD6"/>
                </a:solidFill>
              </a:defRPr>
            </a:pPr>
            <a:r>
              <a:rPr sz="3675" b="1">
                <a:solidFill>
                  <a:srgbClr val="244BD6"/>
                </a:solidFill>
                <a:latin typeface="Inter"/>
                <a:ea typeface="Inter"/>
                <a:cs typeface="Inter"/>
              </a:rPr>
              <a:t>q = 0–3</a:t>
            </a:r>
          </a:p>
        </p:txBody>
      </p:sp>
      <p:sp>
        <p:nvSpPr>
          <p:cNvPr id="19" name="Equal cost per protected line">
            <a:extLst>
              <a:ext uri="{FF2B5EF4-FFF2-40B4-BE49-F238E27FC236}">
                <a16:creationId xmlns:a16="http://schemas.microsoft.com/office/drawing/2014/main" id="{0ADF17AE-C7EE-4D12-B6BF-49382E8717D3}"/>
              </a:ext>
            </a:extLst>
          </p:cNvPr>
          <p:cNvSpPr>
            <a:spLocks noGrp="1"/>
          </p:cNvSpPr>
          <p:nvPr/>
        </p:nvSpPr>
        <p:spPr>
          <a:xfrm>
            <a:off x="7991475" y="3581400"/>
            <a:ext cx="3238500" cy="666750"/>
          </a:xfrm>
          <a:prstGeom prst="rect">
            <a:avLst/>
          </a:prstGeom>
          <a:noFill/>
          <a:ln w="0">
            <a:noFill/>
          </a:ln>
        </p:spPr>
        <p:txBody>
          <a:bodyPr lIns="0" tIns="0" rIns="0" bIns="0"/>
          <a:lstStyle>
            <a:defPPr algn="l">
              <a:defRPr sz="1725" b="0">
                <a:solidFill>
                  <a:srgbClr val="102235"/>
                </a:solidFill>
              </a:defRPr>
            </a:defPPr>
            <a:lvl1pPr algn="l">
              <a:defRPr sz="1725" b="0">
                <a:solidFill>
                  <a:srgbClr val="102235"/>
                </a:solidFill>
              </a:defRPr>
            </a:lvl1pPr>
            <a:lvl2pPr algn="l">
              <a:defRPr sz="1725" b="0">
                <a:solidFill>
                  <a:srgbClr val="102235"/>
                </a:solidFill>
              </a:defRPr>
            </a:lvl2pPr>
            <a:lvl3pPr algn="l">
              <a:defRPr sz="1725" b="0">
                <a:solidFill>
                  <a:srgbClr val="102235"/>
                </a:solidFill>
              </a:defRPr>
            </a:lvl3pPr>
            <a:lvl4pPr algn="l">
              <a:defRPr sz="1725" b="0">
                <a:solidFill>
                  <a:srgbClr val="102235"/>
                </a:solidFill>
              </a:defRPr>
            </a:lvl4pPr>
            <a:lvl5pPr algn="l">
              <a:defRPr sz="1725" b="0">
                <a:solidFill>
                  <a:srgbClr val="102235"/>
                </a:solidFill>
              </a:defRPr>
            </a:lvl5pPr>
            <a:lvl6pPr algn="l">
              <a:defRPr sz="1725" b="0">
                <a:solidFill>
                  <a:srgbClr val="102235"/>
                </a:solidFill>
              </a:defRPr>
            </a:lvl6pPr>
            <a:lvl7pPr algn="l">
              <a:defRPr sz="1725" b="0">
                <a:solidFill>
                  <a:srgbClr val="102235"/>
                </a:solidFill>
              </a:defRPr>
            </a:lvl7pPr>
            <a:lvl8pPr algn="l">
              <a:defRPr sz="1725" b="0">
                <a:solidFill>
                  <a:srgbClr val="102235"/>
                </a:solidFill>
              </a:defRPr>
            </a:lvl8pPr>
            <a:lvl9pPr algn="l">
              <a:defRPr sz="1725" b="0">
                <a:solidFill>
                  <a:srgbClr val="102235"/>
                </a:solidFill>
              </a:defRPr>
            </a:lvl9pPr>
          </a:lstStyle>
          <a:p>
            <a:pPr algn="l">
              <a:defRPr sz="1725" b="0">
                <a:solidFill>
                  <a:srgbClr val="102235"/>
                </a:solidFill>
              </a:defRPr>
            </a:pPr>
            <a:r>
              <a:rPr sz="1725" b="0">
                <a:solidFill>
                  <a:srgbClr val="102235"/>
                </a:solidFill>
                <a:latin typeface="Inter"/>
                <a:ea typeface="Inter"/>
                <a:cs typeface="Inter"/>
              </a:rPr>
              <a:t>Equal cost per protected line</a:t>
            </a:r>
          </a:p>
        </p:txBody>
      </p:sp>
      <p:sp>
        <p:nvSpPr>
          <p:cNvPr id="20" name="Protected lines become ineligible for the modeled failu">
            <a:extLst>
              <a:ext uri="{FF2B5EF4-FFF2-40B4-BE49-F238E27FC236}">
                <a16:creationId xmlns:a16="http://schemas.microsoft.com/office/drawing/2014/main" id="{A58F255D-548E-4A11-939E-7ADB8FBDB0E2}"/>
              </a:ext>
            </a:extLst>
          </p:cNvPr>
          <p:cNvSpPr>
            <a:spLocks noGrp="1"/>
          </p:cNvSpPr>
          <p:nvPr/>
        </p:nvSpPr>
        <p:spPr>
          <a:xfrm>
            <a:off x="7991475" y="4457700"/>
            <a:ext cx="3238500" cy="733425"/>
          </a:xfrm>
          <a:prstGeom prst="rect">
            <a:avLst/>
          </a:prstGeom>
          <a:noFill/>
          <a:ln w="0">
            <a:noFill/>
          </a:ln>
        </p:spPr>
        <p:txBody>
          <a:bodyPr lIns="0" tIns="0" rIns="0" bIns="0"/>
          <a:lstStyle>
            <a:defPPr algn="l">
              <a:defRPr sz="1725" b="0">
                <a:solidFill>
                  <a:srgbClr val="102235"/>
                </a:solidFill>
              </a:defRPr>
            </a:defPPr>
            <a:lvl1pPr algn="l">
              <a:defRPr sz="1725" b="0">
                <a:solidFill>
                  <a:srgbClr val="102235"/>
                </a:solidFill>
              </a:defRPr>
            </a:lvl1pPr>
            <a:lvl2pPr algn="l">
              <a:defRPr sz="1725" b="0">
                <a:solidFill>
                  <a:srgbClr val="102235"/>
                </a:solidFill>
              </a:defRPr>
            </a:lvl2pPr>
            <a:lvl3pPr algn="l">
              <a:defRPr sz="1725" b="0">
                <a:solidFill>
                  <a:srgbClr val="102235"/>
                </a:solidFill>
              </a:defRPr>
            </a:lvl3pPr>
            <a:lvl4pPr algn="l">
              <a:defRPr sz="1725" b="0">
                <a:solidFill>
                  <a:srgbClr val="102235"/>
                </a:solidFill>
              </a:defRPr>
            </a:lvl4pPr>
            <a:lvl5pPr algn="l">
              <a:defRPr sz="1725" b="0">
                <a:solidFill>
                  <a:srgbClr val="102235"/>
                </a:solidFill>
              </a:defRPr>
            </a:lvl5pPr>
            <a:lvl6pPr algn="l">
              <a:defRPr sz="1725" b="0">
                <a:solidFill>
                  <a:srgbClr val="102235"/>
                </a:solidFill>
              </a:defRPr>
            </a:lvl6pPr>
            <a:lvl7pPr algn="l">
              <a:defRPr sz="1725" b="0">
                <a:solidFill>
                  <a:srgbClr val="102235"/>
                </a:solidFill>
              </a:defRPr>
            </a:lvl7pPr>
            <a:lvl8pPr algn="l">
              <a:defRPr sz="1725" b="0">
                <a:solidFill>
                  <a:srgbClr val="102235"/>
                </a:solidFill>
              </a:defRPr>
            </a:lvl8pPr>
            <a:lvl9pPr algn="l">
              <a:defRPr sz="1725" b="0">
                <a:solidFill>
                  <a:srgbClr val="102235"/>
                </a:solidFill>
              </a:defRPr>
            </a:lvl9pPr>
          </a:lstStyle>
          <a:p>
            <a:pPr algn="l">
              <a:defRPr sz="1725" b="0">
                <a:solidFill>
                  <a:srgbClr val="102235"/>
                </a:solidFill>
              </a:defRPr>
            </a:pPr>
            <a:r>
              <a:rPr sz="1725" b="0">
                <a:solidFill>
                  <a:srgbClr val="102235"/>
                </a:solidFill>
                <a:latin typeface="Inter"/>
                <a:ea typeface="Inter"/>
                <a:cs typeface="Inter"/>
              </a:rPr>
              <a:t>Protected lines become ineligible for the modeled failure.</a:t>
            </a:r>
          </a:p>
        </p:txBody>
      </p:sp>
      <p:sp>
        <p:nvSpPr>
          <p:cNvPr id="21" name="Perfect hardening is a modeling assumption. Greedy sele">
            <a:extLst>
              <a:ext uri="{FF2B5EF4-FFF2-40B4-BE49-F238E27FC236}">
                <a16:creationId xmlns:a16="http://schemas.microsoft.com/office/drawing/2014/main" id="{6929EBA5-4452-44B6-98B9-24B8A75125A9}"/>
              </a:ext>
            </a:extLst>
          </p:cNvPr>
          <p:cNvSpPr>
            <a:spLocks noGrp="1"/>
          </p:cNvSpPr>
          <p:nvPr/>
        </p:nvSpPr>
        <p:spPr>
          <a:xfrm>
            <a:off x="590550" y="6134100"/>
            <a:ext cx="10858500" cy="428625"/>
          </a:xfrm>
          <a:prstGeom prst="rect">
            <a:avLst/>
          </a:prstGeom>
          <a:noFill/>
          <a:ln w="0">
            <a:noFill/>
          </a:ln>
        </p:spPr>
        <p:txBody>
          <a:bodyPr lIns="0" tIns="0" rIns="0" bIns="0"/>
          <a:lstStyle>
            <a:defPPr algn="l">
              <a:defRPr sz="1350" b="0">
                <a:solidFill>
                  <a:srgbClr val="607487"/>
                </a:solidFill>
              </a:defRPr>
            </a:defPPr>
            <a:lvl1pPr algn="l">
              <a:defRPr sz="1350" b="0">
                <a:solidFill>
                  <a:srgbClr val="607487"/>
                </a:solidFill>
              </a:defRPr>
            </a:lvl1pPr>
            <a:lvl2pPr algn="l">
              <a:defRPr sz="1350" b="0">
                <a:solidFill>
                  <a:srgbClr val="607487"/>
                </a:solidFill>
              </a:defRPr>
            </a:lvl2pPr>
            <a:lvl3pPr algn="l">
              <a:defRPr sz="1350" b="0">
                <a:solidFill>
                  <a:srgbClr val="607487"/>
                </a:solidFill>
              </a:defRPr>
            </a:lvl3pPr>
            <a:lvl4pPr algn="l">
              <a:defRPr sz="1350" b="0">
                <a:solidFill>
                  <a:srgbClr val="607487"/>
                </a:solidFill>
              </a:defRPr>
            </a:lvl4pPr>
            <a:lvl5pPr algn="l">
              <a:defRPr sz="1350" b="0">
                <a:solidFill>
                  <a:srgbClr val="607487"/>
                </a:solidFill>
              </a:defRPr>
            </a:lvl5pPr>
            <a:lvl6pPr algn="l">
              <a:defRPr sz="1350" b="0">
                <a:solidFill>
                  <a:srgbClr val="607487"/>
                </a:solidFill>
              </a:defRPr>
            </a:lvl6pPr>
            <a:lvl7pPr algn="l">
              <a:defRPr sz="1350" b="0">
                <a:solidFill>
                  <a:srgbClr val="607487"/>
                </a:solidFill>
              </a:defRPr>
            </a:lvl7pPr>
            <a:lvl8pPr algn="l">
              <a:defRPr sz="1350" b="0">
                <a:solidFill>
                  <a:srgbClr val="607487"/>
                </a:solidFill>
              </a:defRPr>
            </a:lvl8pPr>
            <a:lvl9pPr algn="l">
              <a:defRPr sz="1350" b="0">
                <a:solidFill>
                  <a:srgbClr val="607487"/>
                </a:solidFill>
              </a:defRPr>
            </a:lvl9pPr>
          </a:lstStyle>
          <a:p>
            <a:pPr algn="l">
              <a:defRPr sz="1350" b="0">
                <a:solidFill>
                  <a:srgbClr val="607487"/>
                </a:solidFill>
              </a:defRPr>
            </a:pPr>
            <a:r>
              <a:rPr sz="1350" b="0">
                <a:solidFill>
                  <a:srgbClr val="607487"/>
                </a:solidFill>
                <a:latin typeface="Inter"/>
                <a:ea typeface="Inter"/>
                <a:cs typeface="Inter"/>
              </a:rPr>
              <a:t>Perfect hardening is a modeling assumption. Greedy selection has no general global guarantee.</a:t>
            </a:r>
          </a:p>
        </p:txBody>
      </p:sp>
    </p:spTree>
    <p:extLst>
      <p:ext uri="{BB962C8B-B14F-4D97-AF65-F5344CB8AC3E}">
        <p14:creationId xmlns:p14="http://schemas.microsoft.com/office/powerpoint/2010/main" val="2262478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riginal black template tab">
            <a:extLst>
              <a:ext uri="{FF2B5EF4-FFF2-40B4-BE49-F238E27FC236}">
                <a16:creationId xmlns:a16="http://schemas.microsoft.com/office/drawing/2014/main" id="{16C3686E-038B-4F88-8E9F-3D06A4FFF06D}"/>
              </a:ext>
            </a:extLst>
          </p:cNvPr>
          <p:cNvSpPr>
            <a:spLocks noGrp="1"/>
          </p:cNvSpPr>
          <p:nvPr/>
        </p:nvSpPr>
        <p:spPr>
          <a:xfrm>
            <a:off x="129521" y="0"/>
            <a:ext cx="2749481" cy="1364786"/>
          </a:xfrm>
          <a:custGeom>
            <a:avLst/>
            <a:gdLst/>
            <a:ahLst/>
            <a:cxnLst/>
            <a:rect l="0" t="0" r="0" b="0"/>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rgbClr val="000000"/>
          </a:solidFill>
          <a:ln w="0">
            <a:noFill/>
          </a:ln>
        </p:spPr>
      </p:sp>
      <p:sp>
        <p:nvSpPr>
          <p:cNvPr id="3" name="EVALUATION">
            <a:extLst>
              <a:ext uri="{FF2B5EF4-FFF2-40B4-BE49-F238E27FC236}">
                <a16:creationId xmlns:a16="http://schemas.microsoft.com/office/drawing/2014/main" id="{F707CA86-0D61-4DA1-BBF2-E84982BDDBD7}"/>
              </a:ext>
            </a:extLst>
          </p:cNvPr>
          <p:cNvSpPr>
            <a:spLocks noGrp="1"/>
          </p:cNvSpPr>
          <p:nvPr/>
        </p:nvSpPr>
        <p:spPr>
          <a:xfrm>
            <a:off x="295275" y="409575"/>
            <a:ext cx="2381250" cy="666750"/>
          </a:xfrm>
          <a:prstGeom prst="rect">
            <a:avLst/>
          </a:prstGeom>
          <a:noFill/>
          <a:ln w="0">
            <a:noFill/>
          </a:ln>
        </p:spPr>
        <p:txBody>
          <a:bodyPr lIns="0" tIns="0" rIns="0" bIns="0"/>
          <a:lstStyle>
            <a:defPPr algn="ctr">
              <a:defRPr sz="2250" b="0">
                <a:solidFill>
                  <a:srgbClr val="FFFFFF"/>
                </a:solidFill>
              </a:defRPr>
            </a:defPPr>
            <a:lvl1pPr algn="ctr">
              <a:defRPr sz="2250" b="0">
                <a:solidFill>
                  <a:srgbClr val="FFFFFF"/>
                </a:solidFill>
              </a:defRPr>
            </a:lvl1pPr>
            <a:lvl2pPr algn="ctr">
              <a:defRPr sz="2250" b="0">
                <a:solidFill>
                  <a:srgbClr val="FFFFFF"/>
                </a:solidFill>
              </a:defRPr>
            </a:lvl2pPr>
            <a:lvl3pPr algn="ctr">
              <a:defRPr sz="2250" b="0">
                <a:solidFill>
                  <a:srgbClr val="FFFFFF"/>
                </a:solidFill>
              </a:defRPr>
            </a:lvl3pPr>
            <a:lvl4pPr algn="ctr">
              <a:defRPr sz="2250" b="0">
                <a:solidFill>
                  <a:srgbClr val="FFFFFF"/>
                </a:solidFill>
              </a:defRPr>
            </a:lvl4pPr>
            <a:lvl5pPr algn="ctr">
              <a:defRPr sz="2250" b="0">
                <a:solidFill>
                  <a:srgbClr val="FFFFFF"/>
                </a:solidFill>
              </a:defRPr>
            </a:lvl5pPr>
            <a:lvl6pPr algn="ctr">
              <a:defRPr sz="2250" b="0">
                <a:solidFill>
                  <a:srgbClr val="FFFFFF"/>
                </a:solidFill>
              </a:defRPr>
            </a:lvl6pPr>
            <a:lvl7pPr algn="ctr">
              <a:defRPr sz="2250" b="0">
                <a:solidFill>
                  <a:srgbClr val="FFFFFF"/>
                </a:solidFill>
              </a:defRPr>
            </a:lvl7pPr>
            <a:lvl8pPr algn="ctr">
              <a:defRPr sz="2250" b="0">
                <a:solidFill>
                  <a:srgbClr val="FFFFFF"/>
                </a:solidFill>
              </a:defRPr>
            </a:lvl8pPr>
            <a:lvl9pPr algn="ctr">
              <a:defRPr sz="2250" b="0">
                <a:solidFill>
                  <a:srgbClr val="FFFFFF"/>
                </a:solidFill>
              </a:defRPr>
            </a:lvl9pPr>
          </a:lstStyle>
          <a:p>
            <a:pPr algn="ctr">
              <a:defRPr sz="2250" b="0">
                <a:solidFill>
                  <a:srgbClr val="FFFFFF"/>
                </a:solidFill>
              </a:defRPr>
            </a:pPr>
            <a:r>
              <a:rPr sz="2250" b="0">
                <a:solidFill>
                  <a:srgbClr val="FFFFFF"/>
                </a:solidFill>
                <a:latin typeface="Inter"/>
                <a:ea typeface="Inter"/>
                <a:cs typeface="Inter"/>
              </a:rPr>
              <a:t>EVALUATION</a:t>
            </a:r>
          </a:p>
        </p:txBody>
      </p:sp>
      <p:sp>
        <p:nvSpPr>
          <p:cNvPr id="4" name="Protection evaluation protocol">
            <a:extLst>
              <a:ext uri="{FF2B5EF4-FFF2-40B4-BE49-F238E27FC236}">
                <a16:creationId xmlns:a16="http://schemas.microsoft.com/office/drawing/2014/main" id="{C1FE11F4-34BB-4EFC-B72A-F75203B5B88C}"/>
              </a:ext>
            </a:extLst>
          </p:cNvPr>
          <p:cNvSpPr>
            <a:spLocks noGrp="1"/>
          </p:cNvSpPr>
          <p:nvPr/>
        </p:nvSpPr>
        <p:spPr>
          <a:xfrm>
            <a:off x="3057525" y="381000"/>
            <a:ext cx="8572500" cy="1000125"/>
          </a:xfrm>
          <a:prstGeom prst="rect">
            <a:avLst/>
          </a:prstGeom>
          <a:noFill/>
          <a:ln w="0">
            <a:noFill/>
          </a:ln>
        </p:spPr>
        <p:txBody>
          <a:bodyPr lIns="0" tIns="0" rIns="0" bIns="0"/>
          <a:lstStyle>
            <a:defPPr algn="l">
              <a:defRPr sz="2700" b="1">
                <a:solidFill>
                  <a:srgbClr val="102235"/>
                </a:solidFill>
              </a:defRPr>
            </a:defPPr>
            <a:lvl1pPr algn="l">
              <a:defRPr sz="2700" b="1">
                <a:solidFill>
                  <a:srgbClr val="102235"/>
                </a:solidFill>
              </a:defRPr>
            </a:lvl1pPr>
            <a:lvl2pPr algn="l">
              <a:defRPr sz="2700" b="1">
                <a:solidFill>
                  <a:srgbClr val="102235"/>
                </a:solidFill>
              </a:defRPr>
            </a:lvl2pPr>
            <a:lvl3pPr algn="l">
              <a:defRPr sz="2700" b="1">
                <a:solidFill>
                  <a:srgbClr val="102235"/>
                </a:solidFill>
              </a:defRPr>
            </a:lvl3pPr>
            <a:lvl4pPr algn="l">
              <a:defRPr sz="2700" b="1">
                <a:solidFill>
                  <a:srgbClr val="102235"/>
                </a:solidFill>
              </a:defRPr>
            </a:lvl4pPr>
            <a:lvl5pPr algn="l">
              <a:defRPr sz="2700" b="1">
                <a:solidFill>
                  <a:srgbClr val="102235"/>
                </a:solidFill>
              </a:defRPr>
            </a:lvl5pPr>
            <a:lvl6pPr algn="l">
              <a:defRPr sz="2700" b="1">
                <a:solidFill>
                  <a:srgbClr val="102235"/>
                </a:solidFill>
              </a:defRPr>
            </a:lvl6pPr>
            <a:lvl7pPr algn="l">
              <a:defRPr sz="2700" b="1">
                <a:solidFill>
                  <a:srgbClr val="102235"/>
                </a:solidFill>
              </a:defRPr>
            </a:lvl7pPr>
            <a:lvl8pPr algn="l">
              <a:defRPr sz="2700" b="1">
                <a:solidFill>
                  <a:srgbClr val="102235"/>
                </a:solidFill>
              </a:defRPr>
            </a:lvl8pPr>
            <a:lvl9pPr algn="l">
              <a:defRPr sz="2700" b="1">
                <a:solidFill>
                  <a:srgbClr val="102235"/>
                </a:solidFill>
              </a:defRPr>
            </a:lvl9pPr>
          </a:lstStyle>
          <a:p>
            <a:pPr algn="l">
              <a:defRPr sz="2700" b="1">
                <a:solidFill>
                  <a:srgbClr val="102235"/>
                </a:solidFill>
              </a:defRPr>
            </a:pPr>
            <a:r>
              <a:rPr>
                <a:latin typeface="Inter Display"/>
                <a:ea typeface="Inter Display"/>
                <a:cs typeface="Inter Display"/>
              </a:rPr>
              <a:t>Protection evaluation protocol</a:t>
            </a:r>
          </a:p>
        </p:txBody>
      </p:sp>
      <p:sp>
        <p:nvSpPr>
          <p:cNvPr id="5" name="17">
            <a:extLst>
              <a:ext uri="{FF2B5EF4-FFF2-40B4-BE49-F238E27FC236}">
                <a16:creationId xmlns:a16="http://schemas.microsoft.com/office/drawing/2014/main" id="{11033A31-F400-4080-8314-3D185D70CD54}"/>
              </a:ext>
            </a:extLst>
          </p:cNvPr>
          <p:cNvSpPr>
            <a:spLocks noGrp="1"/>
          </p:cNvSpPr>
          <p:nvPr/>
        </p:nvSpPr>
        <p:spPr>
          <a:xfrm>
            <a:off x="11477625" y="6486525"/>
            <a:ext cx="361950" cy="209550"/>
          </a:xfrm>
          <a:prstGeom prst="rect">
            <a:avLst/>
          </a:prstGeom>
          <a:noFill/>
          <a:ln w="0">
            <a:noFill/>
          </a:ln>
        </p:spPr>
        <p:txBody>
          <a:bodyPr lIns="0" tIns="0" rIns="0" bIns="0"/>
          <a:lstStyle>
            <a:defPPr algn="r">
              <a:defRPr sz="1050" b="0">
                <a:solidFill>
                  <a:srgbClr val="0074AF"/>
                </a:solidFill>
              </a:defRPr>
            </a:defPPr>
            <a:lvl1pPr algn="r">
              <a:defRPr sz="1050" b="0">
                <a:solidFill>
                  <a:srgbClr val="0074AF"/>
                </a:solidFill>
              </a:defRPr>
            </a:lvl1pPr>
            <a:lvl2pPr algn="r">
              <a:defRPr sz="1050" b="0">
                <a:solidFill>
                  <a:srgbClr val="0074AF"/>
                </a:solidFill>
              </a:defRPr>
            </a:lvl2pPr>
            <a:lvl3pPr algn="r">
              <a:defRPr sz="1050" b="0">
                <a:solidFill>
                  <a:srgbClr val="0074AF"/>
                </a:solidFill>
              </a:defRPr>
            </a:lvl3pPr>
            <a:lvl4pPr algn="r">
              <a:defRPr sz="1050" b="0">
                <a:solidFill>
                  <a:srgbClr val="0074AF"/>
                </a:solidFill>
              </a:defRPr>
            </a:lvl4pPr>
            <a:lvl5pPr algn="r">
              <a:defRPr sz="1050" b="0">
                <a:solidFill>
                  <a:srgbClr val="0074AF"/>
                </a:solidFill>
              </a:defRPr>
            </a:lvl5pPr>
            <a:lvl6pPr algn="r">
              <a:defRPr sz="1050" b="0">
                <a:solidFill>
                  <a:srgbClr val="0074AF"/>
                </a:solidFill>
              </a:defRPr>
            </a:lvl6pPr>
            <a:lvl7pPr algn="r">
              <a:defRPr sz="1050" b="0">
                <a:solidFill>
                  <a:srgbClr val="0074AF"/>
                </a:solidFill>
              </a:defRPr>
            </a:lvl7pPr>
            <a:lvl8pPr algn="r">
              <a:defRPr sz="1050" b="0">
                <a:solidFill>
                  <a:srgbClr val="0074AF"/>
                </a:solidFill>
              </a:defRPr>
            </a:lvl8pPr>
            <a:lvl9pPr algn="r">
              <a:defRPr sz="1050" b="0">
                <a:solidFill>
                  <a:srgbClr val="0074AF"/>
                </a:solidFill>
              </a:defRPr>
            </a:lvl9pPr>
          </a:lstStyle>
          <a:p>
            <a:pPr algn="r">
              <a:defRPr sz="1050" b="0">
                <a:solidFill>
                  <a:srgbClr val="0074AF"/>
                </a:solidFill>
              </a:defRPr>
            </a:pPr>
            <a:r>
              <a:rPr sz="1050" b="0">
                <a:solidFill>
                  <a:srgbClr val="0074AF"/>
                </a:solidFill>
                <a:latin typeface="Inter"/>
                <a:ea typeface="Inter"/>
                <a:cs typeface="Inter"/>
              </a:rPr>
              <a:t>17</a:t>
            </a:r>
          </a:p>
        </p:txBody>
      </p:sp>
      <p:sp>
        <p:nvSpPr>
          <p:cNvPr id="6" name="Rectangle: Rounded Corners 5">
            <a:extLst>
              <a:ext uri="{FF2B5EF4-FFF2-40B4-BE49-F238E27FC236}">
                <a16:creationId xmlns:a16="http://schemas.microsoft.com/office/drawing/2014/main" id="{09237F3B-4338-4227-91AE-038DECEBD659}"/>
              </a:ext>
            </a:extLst>
          </p:cNvPr>
          <p:cNvSpPr>
            <a:spLocks noGrp="1"/>
          </p:cNvSpPr>
          <p:nvPr/>
        </p:nvSpPr>
        <p:spPr>
          <a:xfrm>
            <a:off x="609600" y="1809750"/>
            <a:ext cx="2952750" cy="1685925"/>
          </a:xfrm>
          <a:prstGeom prst="roundRect">
            <a:avLst>
              <a:gd name="adj" fmla="val 6780"/>
            </a:avLst>
          </a:prstGeom>
          <a:solidFill>
            <a:srgbClr val="FFFFFF"/>
          </a:solidFill>
          <a:ln w="9525">
            <a:solidFill>
              <a:srgbClr val="D9E2EC"/>
            </a:solidFill>
          </a:ln>
        </p:spPr>
      </p:sp>
      <p:sp>
        <p:nvSpPr>
          <p:cNvPr id="7" name="Case 14">
            <a:extLst>
              <a:ext uri="{FF2B5EF4-FFF2-40B4-BE49-F238E27FC236}">
                <a16:creationId xmlns:a16="http://schemas.microsoft.com/office/drawing/2014/main" id="{E9649696-EA8F-4EFD-AC69-F9EAA4A9D318}"/>
              </a:ext>
            </a:extLst>
          </p:cNvPr>
          <p:cNvSpPr>
            <a:spLocks noGrp="1"/>
          </p:cNvSpPr>
          <p:nvPr/>
        </p:nvSpPr>
        <p:spPr>
          <a:xfrm>
            <a:off x="838200" y="2000250"/>
            <a:ext cx="2495550" cy="361950"/>
          </a:xfrm>
          <a:prstGeom prst="rect">
            <a:avLst/>
          </a:prstGeom>
          <a:noFill/>
          <a:ln w="0">
            <a:noFill/>
          </a:ln>
        </p:spPr>
        <p:txBody>
          <a:bodyPr lIns="0" tIns="0" rIns="0" bIns="0"/>
          <a:lstStyle>
            <a:defPPr algn="l">
              <a:defRPr sz="2025" b="1">
                <a:solidFill>
                  <a:srgbClr val="0074AF"/>
                </a:solidFill>
              </a:defRPr>
            </a:defPPr>
            <a:lvl1pPr algn="l">
              <a:defRPr sz="2025" b="1">
                <a:solidFill>
                  <a:srgbClr val="0074AF"/>
                </a:solidFill>
              </a:defRPr>
            </a:lvl1pPr>
            <a:lvl2pPr algn="l">
              <a:defRPr sz="2025" b="1">
                <a:solidFill>
                  <a:srgbClr val="0074AF"/>
                </a:solidFill>
              </a:defRPr>
            </a:lvl2pPr>
            <a:lvl3pPr algn="l">
              <a:defRPr sz="2025" b="1">
                <a:solidFill>
                  <a:srgbClr val="0074AF"/>
                </a:solidFill>
              </a:defRPr>
            </a:lvl3pPr>
            <a:lvl4pPr algn="l">
              <a:defRPr sz="2025" b="1">
                <a:solidFill>
                  <a:srgbClr val="0074AF"/>
                </a:solidFill>
              </a:defRPr>
            </a:lvl4pPr>
            <a:lvl5pPr algn="l">
              <a:defRPr sz="2025" b="1">
                <a:solidFill>
                  <a:srgbClr val="0074AF"/>
                </a:solidFill>
              </a:defRPr>
            </a:lvl5pPr>
            <a:lvl6pPr algn="l">
              <a:defRPr sz="2025" b="1">
                <a:solidFill>
                  <a:srgbClr val="0074AF"/>
                </a:solidFill>
              </a:defRPr>
            </a:lvl6pPr>
            <a:lvl7pPr algn="l">
              <a:defRPr sz="2025" b="1">
                <a:solidFill>
                  <a:srgbClr val="0074AF"/>
                </a:solidFill>
              </a:defRPr>
            </a:lvl7pPr>
            <a:lvl8pPr algn="l">
              <a:defRPr sz="2025" b="1">
                <a:solidFill>
                  <a:srgbClr val="0074AF"/>
                </a:solidFill>
              </a:defRPr>
            </a:lvl8pPr>
            <a:lvl9pPr algn="l">
              <a:defRPr sz="2025" b="1">
                <a:solidFill>
                  <a:srgbClr val="0074AF"/>
                </a:solidFill>
              </a:defRPr>
            </a:lvl9pPr>
          </a:lstStyle>
          <a:p>
            <a:pPr algn="l">
              <a:defRPr sz="2025" b="1">
                <a:solidFill>
                  <a:srgbClr val="0074AF"/>
                </a:solidFill>
              </a:defRPr>
            </a:pPr>
            <a:r>
              <a:rPr sz="2025" b="1">
                <a:solidFill>
                  <a:srgbClr val="0074AF"/>
                </a:solidFill>
                <a:latin typeface="Inter"/>
                <a:ea typeface="Inter"/>
                <a:cs typeface="Inter"/>
              </a:rPr>
              <a:t>Case 14</a:t>
            </a:r>
          </a:p>
        </p:txBody>
      </p:sp>
      <p:sp>
        <p:nvSpPr>
          <p:cNvPr id="8" name="380">
            <a:extLst>
              <a:ext uri="{FF2B5EF4-FFF2-40B4-BE49-F238E27FC236}">
                <a16:creationId xmlns:a16="http://schemas.microsoft.com/office/drawing/2014/main" id="{153EE782-8626-4063-8577-B2AF3DF74772}"/>
              </a:ext>
            </a:extLst>
          </p:cNvPr>
          <p:cNvSpPr>
            <a:spLocks noGrp="1"/>
          </p:cNvSpPr>
          <p:nvPr/>
        </p:nvSpPr>
        <p:spPr>
          <a:xfrm>
            <a:off x="838200" y="2409825"/>
            <a:ext cx="2495550" cy="590550"/>
          </a:xfrm>
          <a:prstGeom prst="rect">
            <a:avLst/>
          </a:prstGeom>
          <a:noFill/>
          <a:ln w="0">
            <a:noFill/>
          </a:ln>
        </p:spPr>
        <p:txBody>
          <a:bodyPr lIns="0" tIns="0" rIns="0" bIns="0"/>
          <a:lstStyle>
            <a:defPPr algn="l">
              <a:defRPr sz="3225" b="1">
                <a:solidFill>
                  <a:srgbClr val="102235"/>
                </a:solidFill>
              </a:defRPr>
            </a:defPPr>
            <a:lvl1pPr algn="l">
              <a:defRPr sz="3225" b="1">
                <a:solidFill>
                  <a:srgbClr val="102235"/>
                </a:solidFill>
              </a:defRPr>
            </a:lvl1pPr>
            <a:lvl2pPr algn="l">
              <a:defRPr sz="3225" b="1">
                <a:solidFill>
                  <a:srgbClr val="102235"/>
                </a:solidFill>
              </a:defRPr>
            </a:lvl2pPr>
            <a:lvl3pPr algn="l">
              <a:defRPr sz="3225" b="1">
                <a:solidFill>
                  <a:srgbClr val="102235"/>
                </a:solidFill>
              </a:defRPr>
            </a:lvl3pPr>
            <a:lvl4pPr algn="l">
              <a:defRPr sz="3225" b="1">
                <a:solidFill>
                  <a:srgbClr val="102235"/>
                </a:solidFill>
              </a:defRPr>
            </a:lvl4pPr>
            <a:lvl5pPr algn="l">
              <a:defRPr sz="3225" b="1">
                <a:solidFill>
                  <a:srgbClr val="102235"/>
                </a:solidFill>
              </a:defRPr>
            </a:lvl5pPr>
            <a:lvl6pPr algn="l">
              <a:defRPr sz="3225" b="1">
                <a:solidFill>
                  <a:srgbClr val="102235"/>
                </a:solidFill>
              </a:defRPr>
            </a:lvl6pPr>
            <a:lvl7pPr algn="l">
              <a:defRPr sz="3225" b="1">
                <a:solidFill>
                  <a:srgbClr val="102235"/>
                </a:solidFill>
              </a:defRPr>
            </a:lvl7pPr>
            <a:lvl8pPr algn="l">
              <a:defRPr sz="3225" b="1">
                <a:solidFill>
                  <a:srgbClr val="102235"/>
                </a:solidFill>
              </a:defRPr>
            </a:lvl8pPr>
            <a:lvl9pPr algn="l">
              <a:defRPr sz="3225" b="1">
                <a:solidFill>
                  <a:srgbClr val="102235"/>
                </a:solidFill>
              </a:defRPr>
            </a:lvl9pPr>
          </a:lstStyle>
          <a:p>
            <a:pPr algn="l">
              <a:defRPr sz="3225" b="1">
                <a:solidFill>
                  <a:srgbClr val="102235"/>
                </a:solidFill>
              </a:defRPr>
            </a:pPr>
            <a:r>
              <a:rPr sz="3225" b="1">
                <a:solidFill>
                  <a:srgbClr val="102235"/>
                </a:solidFill>
                <a:latin typeface="Inter"/>
                <a:ea typeface="Inter"/>
                <a:cs typeface="Inter"/>
              </a:rPr>
              <a:t>380</a:t>
            </a:r>
          </a:p>
        </p:txBody>
      </p:sp>
      <p:sp>
        <p:nvSpPr>
          <p:cNvPr id="9" name="ordered failure pairs">
            <a:extLst>
              <a:ext uri="{FF2B5EF4-FFF2-40B4-BE49-F238E27FC236}">
                <a16:creationId xmlns:a16="http://schemas.microsoft.com/office/drawing/2014/main" id="{8FC0F310-B65B-46CA-8FBB-18C0EB9815E4}"/>
              </a:ext>
            </a:extLst>
          </p:cNvPr>
          <p:cNvSpPr>
            <a:spLocks noGrp="1"/>
          </p:cNvSpPr>
          <p:nvPr/>
        </p:nvSpPr>
        <p:spPr>
          <a:xfrm>
            <a:off x="838200" y="3028950"/>
            <a:ext cx="2495550" cy="304800"/>
          </a:xfrm>
          <a:prstGeom prst="rect">
            <a:avLst/>
          </a:prstGeom>
          <a:noFill/>
          <a:ln w="0">
            <a:noFill/>
          </a:ln>
        </p:spPr>
        <p:txBody>
          <a:bodyPr lIns="0" tIns="0" rIns="0" bIns="0"/>
          <a:lstStyle>
            <a:defPPr algn="l">
              <a:defRPr sz="1575" b="0">
                <a:solidFill>
                  <a:srgbClr val="607487"/>
                </a:solidFill>
              </a:defRPr>
            </a:defPPr>
            <a:lvl1pPr algn="l">
              <a:defRPr sz="1575" b="0">
                <a:solidFill>
                  <a:srgbClr val="607487"/>
                </a:solidFill>
              </a:defRPr>
            </a:lvl1pPr>
            <a:lvl2pPr algn="l">
              <a:defRPr sz="1575" b="0">
                <a:solidFill>
                  <a:srgbClr val="607487"/>
                </a:solidFill>
              </a:defRPr>
            </a:lvl2pPr>
            <a:lvl3pPr algn="l">
              <a:defRPr sz="1575" b="0">
                <a:solidFill>
                  <a:srgbClr val="607487"/>
                </a:solidFill>
              </a:defRPr>
            </a:lvl3pPr>
            <a:lvl4pPr algn="l">
              <a:defRPr sz="1575" b="0">
                <a:solidFill>
                  <a:srgbClr val="607487"/>
                </a:solidFill>
              </a:defRPr>
            </a:lvl4pPr>
            <a:lvl5pPr algn="l">
              <a:defRPr sz="1575" b="0">
                <a:solidFill>
                  <a:srgbClr val="607487"/>
                </a:solidFill>
              </a:defRPr>
            </a:lvl5pPr>
            <a:lvl6pPr algn="l">
              <a:defRPr sz="1575" b="0">
                <a:solidFill>
                  <a:srgbClr val="607487"/>
                </a:solidFill>
              </a:defRPr>
            </a:lvl6pPr>
            <a:lvl7pPr algn="l">
              <a:defRPr sz="1575" b="0">
                <a:solidFill>
                  <a:srgbClr val="607487"/>
                </a:solidFill>
              </a:defRPr>
            </a:lvl7pPr>
            <a:lvl8pPr algn="l">
              <a:defRPr sz="1575" b="0">
                <a:solidFill>
                  <a:srgbClr val="607487"/>
                </a:solidFill>
              </a:defRPr>
            </a:lvl8pPr>
            <a:lvl9pPr algn="l">
              <a:defRPr sz="1575" b="0">
                <a:solidFill>
                  <a:srgbClr val="607487"/>
                </a:solidFill>
              </a:defRPr>
            </a:lvl9pPr>
          </a:lstStyle>
          <a:p>
            <a:pPr algn="l">
              <a:defRPr sz="1575" b="0">
                <a:solidFill>
                  <a:srgbClr val="607487"/>
                </a:solidFill>
              </a:defRPr>
            </a:pPr>
            <a:r>
              <a:rPr sz="1575" b="0">
                <a:solidFill>
                  <a:srgbClr val="607487"/>
                </a:solidFill>
                <a:latin typeface="Inter"/>
                <a:ea typeface="Inter"/>
                <a:cs typeface="Inter"/>
              </a:rPr>
              <a:t>ordered failure pairs</a:t>
            </a:r>
          </a:p>
        </p:txBody>
      </p:sp>
      <p:sp>
        <p:nvSpPr>
          <p:cNvPr id="10" name="Rectangle: Rounded Corners 9">
            <a:extLst>
              <a:ext uri="{FF2B5EF4-FFF2-40B4-BE49-F238E27FC236}">
                <a16:creationId xmlns:a16="http://schemas.microsoft.com/office/drawing/2014/main" id="{D6E59570-9731-4C49-A016-E188D48E4E9F}"/>
              </a:ext>
            </a:extLst>
          </p:cNvPr>
          <p:cNvSpPr>
            <a:spLocks noGrp="1"/>
          </p:cNvSpPr>
          <p:nvPr/>
        </p:nvSpPr>
        <p:spPr>
          <a:xfrm>
            <a:off x="609600" y="3724275"/>
            <a:ext cx="2952750" cy="1685925"/>
          </a:xfrm>
          <a:prstGeom prst="roundRect">
            <a:avLst>
              <a:gd name="adj" fmla="val 6780"/>
            </a:avLst>
          </a:prstGeom>
          <a:solidFill>
            <a:srgbClr val="FFFFFF"/>
          </a:solidFill>
          <a:ln w="9525">
            <a:solidFill>
              <a:srgbClr val="D9E2EC"/>
            </a:solidFill>
          </a:ln>
        </p:spPr>
      </p:sp>
      <p:sp>
        <p:nvSpPr>
          <p:cNvPr id="11" name="Case 39">
            <a:extLst>
              <a:ext uri="{FF2B5EF4-FFF2-40B4-BE49-F238E27FC236}">
                <a16:creationId xmlns:a16="http://schemas.microsoft.com/office/drawing/2014/main" id="{15590150-CDBD-4FAA-B39C-DB6E9CA4DFCE}"/>
              </a:ext>
            </a:extLst>
          </p:cNvPr>
          <p:cNvSpPr>
            <a:spLocks noGrp="1"/>
          </p:cNvSpPr>
          <p:nvPr/>
        </p:nvSpPr>
        <p:spPr>
          <a:xfrm>
            <a:off x="838200" y="3914775"/>
            <a:ext cx="2495550" cy="361950"/>
          </a:xfrm>
          <a:prstGeom prst="rect">
            <a:avLst/>
          </a:prstGeom>
          <a:noFill/>
          <a:ln w="0">
            <a:noFill/>
          </a:ln>
        </p:spPr>
        <p:txBody>
          <a:bodyPr lIns="0" tIns="0" rIns="0" bIns="0"/>
          <a:lstStyle>
            <a:defPPr algn="l">
              <a:defRPr sz="2025" b="1">
                <a:solidFill>
                  <a:srgbClr val="0074AF"/>
                </a:solidFill>
              </a:defRPr>
            </a:defPPr>
            <a:lvl1pPr algn="l">
              <a:defRPr sz="2025" b="1">
                <a:solidFill>
                  <a:srgbClr val="0074AF"/>
                </a:solidFill>
              </a:defRPr>
            </a:lvl1pPr>
            <a:lvl2pPr algn="l">
              <a:defRPr sz="2025" b="1">
                <a:solidFill>
                  <a:srgbClr val="0074AF"/>
                </a:solidFill>
              </a:defRPr>
            </a:lvl2pPr>
            <a:lvl3pPr algn="l">
              <a:defRPr sz="2025" b="1">
                <a:solidFill>
                  <a:srgbClr val="0074AF"/>
                </a:solidFill>
              </a:defRPr>
            </a:lvl3pPr>
            <a:lvl4pPr algn="l">
              <a:defRPr sz="2025" b="1">
                <a:solidFill>
                  <a:srgbClr val="0074AF"/>
                </a:solidFill>
              </a:defRPr>
            </a:lvl4pPr>
            <a:lvl5pPr algn="l">
              <a:defRPr sz="2025" b="1">
                <a:solidFill>
                  <a:srgbClr val="0074AF"/>
                </a:solidFill>
              </a:defRPr>
            </a:lvl5pPr>
            <a:lvl6pPr algn="l">
              <a:defRPr sz="2025" b="1">
                <a:solidFill>
                  <a:srgbClr val="0074AF"/>
                </a:solidFill>
              </a:defRPr>
            </a:lvl6pPr>
            <a:lvl7pPr algn="l">
              <a:defRPr sz="2025" b="1">
                <a:solidFill>
                  <a:srgbClr val="0074AF"/>
                </a:solidFill>
              </a:defRPr>
            </a:lvl7pPr>
            <a:lvl8pPr algn="l">
              <a:defRPr sz="2025" b="1">
                <a:solidFill>
                  <a:srgbClr val="0074AF"/>
                </a:solidFill>
              </a:defRPr>
            </a:lvl8pPr>
            <a:lvl9pPr algn="l">
              <a:defRPr sz="2025" b="1">
                <a:solidFill>
                  <a:srgbClr val="0074AF"/>
                </a:solidFill>
              </a:defRPr>
            </a:lvl9pPr>
          </a:lstStyle>
          <a:p>
            <a:pPr algn="l">
              <a:defRPr sz="2025" b="1">
                <a:solidFill>
                  <a:srgbClr val="0074AF"/>
                </a:solidFill>
              </a:defRPr>
            </a:pPr>
            <a:r>
              <a:rPr sz="2025" b="1">
                <a:solidFill>
                  <a:srgbClr val="0074AF"/>
                </a:solidFill>
                <a:latin typeface="Inter"/>
                <a:ea typeface="Inter"/>
                <a:cs typeface="Inter"/>
              </a:rPr>
              <a:t>Case 39</a:t>
            </a:r>
          </a:p>
        </p:txBody>
      </p:sp>
      <p:sp>
        <p:nvSpPr>
          <p:cNvPr id="12" name="2,070">
            <a:extLst>
              <a:ext uri="{FF2B5EF4-FFF2-40B4-BE49-F238E27FC236}">
                <a16:creationId xmlns:a16="http://schemas.microsoft.com/office/drawing/2014/main" id="{B3D03F27-5795-42F0-B0BA-880B1A68E625}"/>
              </a:ext>
            </a:extLst>
          </p:cNvPr>
          <p:cNvSpPr>
            <a:spLocks noGrp="1"/>
          </p:cNvSpPr>
          <p:nvPr/>
        </p:nvSpPr>
        <p:spPr>
          <a:xfrm>
            <a:off x="838200" y="4324350"/>
            <a:ext cx="2495550" cy="590550"/>
          </a:xfrm>
          <a:prstGeom prst="rect">
            <a:avLst/>
          </a:prstGeom>
          <a:noFill/>
          <a:ln w="0">
            <a:noFill/>
          </a:ln>
        </p:spPr>
        <p:txBody>
          <a:bodyPr lIns="0" tIns="0" rIns="0" bIns="0"/>
          <a:lstStyle>
            <a:defPPr algn="l">
              <a:defRPr sz="3225" b="1">
                <a:solidFill>
                  <a:srgbClr val="102235"/>
                </a:solidFill>
              </a:defRPr>
            </a:defPPr>
            <a:lvl1pPr algn="l">
              <a:defRPr sz="3225" b="1">
                <a:solidFill>
                  <a:srgbClr val="102235"/>
                </a:solidFill>
              </a:defRPr>
            </a:lvl1pPr>
            <a:lvl2pPr algn="l">
              <a:defRPr sz="3225" b="1">
                <a:solidFill>
                  <a:srgbClr val="102235"/>
                </a:solidFill>
              </a:defRPr>
            </a:lvl2pPr>
            <a:lvl3pPr algn="l">
              <a:defRPr sz="3225" b="1">
                <a:solidFill>
                  <a:srgbClr val="102235"/>
                </a:solidFill>
              </a:defRPr>
            </a:lvl3pPr>
            <a:lvl4pPr algn="l">
              <a:defRPr sz="3225" b="1">
                <a:solidFill>
                  <a:srgbClr val="102235"/>
                </a:solidFill>
              </a:defRPr>
            </a:lvl4pPr>
            <a:lvl5pPr algn="l">
              <a:defRPr sz="3225" b="1">
                <a:solidFill>
                  <a:srgbClr val="102235"/>
                </a:solidFill>
              </a:defRPr>
            </a:lvl5pPr>
            <a:lvl6pPr algn="l">
              <a:defRPr sz="3225" b="1">
                <a:solidFill>
                  <a:srgbClr val="102235"/>
                </a:solidFill>
              </a:defRPr>
            </a:lvl6pPr>
            <a:lvl7pPr algn="l">
              <a:defRPr sz="3225" b="1">
                <a:solidFill>
                  <a:srgbClr val="102235"/>
                </a:solidFill>
              </a:defRPr>
            </a:lvl7pPr>
            <a:lvl8pPr algn="l">
              <a:defRPr sz="3225" b="1">
                <a:solidFill>
                  <a:srgbClr val="102235"/>
                </a:solidFill>
              </a:defRPr>
            </a:lvl8pPr>
            <a:lvl9pPr algn="l">
              <a:defRPr sz="3225" b="1">
                <a:solidFill>
                  <a:srgbClr val="102235"/>
                </a:solidFill>
              </a:defRPr>
            </a:lvl9pPr>
          </a:lstStyle>
          <a:p>
            <a:pPr algn="l">
              <a:defRPr sz="3225" b="1">
                <a:solidFill>
                  <a:srgbClr val="102235"/>
                </a:solidFill>
              </a:defRPr>
            </a:pPr>
            <a:r>
              <a:rPr sz="3225" b="1">
                <a:solidFill>
                  <a:srgbClr val="102235"/>
                </a:solidFill>
                <a:latin typeface="Inter"/>
                <a:ea typeface="Inter"/>
                <a:cs typeface="Inter"/>
              </a:rPr>
              <a:t>2,070</a:t>
            </a:r>
          </a:p>
        </p:txBody>
      </p:sp>
      <p:sp>
        <p:nvSpPr>
          <p:cNvPr id="13" name="ordered failure pairs">
            <a:extLst>
              <a:ext uri="{FF2B5EF4-FFF2-40B4-BE49-F238E27FC236}">
                <a16:creationId xmlns:a16="http://schemas.microsoft.com/office/drawing/2014/main" id="{358D7189-8F9F-49EF-A731-8840EC1FCB62}"/>
              </a:ext>
            </a:extLst>
          </p:cNvPr>
          <p:cNvSpPr>
            <a:spLocks noGrp="1"/>
          </p:cNvSpPr>
          <p:nvPr/>
        </p:nvSpPr>
        <p:spPr>
          <a:xfrm>
            <a:off x="838200" y="4943475"/>
            <a:ext cx="2495550" cy="304800"/>
          </a:xfrm>
          <a:prstGeom prst="rect">
            <a:avLst/>
          </a:prstGeom>
          <a:noFill/>
          <a:ln w="0">
            <a:noFill/>
          </a:ln>
        </p:spPr>
        <p:txBody>
          <a:bodyPr lIns="0" tIns="0" rIns="0" bIns="0"/>
          <a:lstStyle>
            <a:defPPr algn="l">
              <a:defRPr sz="1575" b="0">
                <a:solidFill>
                  <a:srgbClr val="607487"/>
                </a:solidFill>
              </a:defRPr>
            </a:defPPr>
            <a:lvl1pPr algn="l">
              <a:defRPr sz="1575" b="0">
                <a:solidFill>
                  <a:srgbClr val="607487"/>
                </a:solidFill>
              </a:defRPr>
            </a:lvl1pPr>
            <a:lvl2pPr algn="l">
              <a:defRPr sz="1575" b="0">
                <a:solidFill>
                  <a:srgbClr val="607487"/>
                </a:solidFill>
              </a:defRPr>
            </a:lvl2pPr>
            <a:lvl3pPr algn="l">
              <a:defRPr sz="1575" b="0">
                <a:solidFill>
                  <a:srgbClr val="607487"/>
                </a:solidFill>
              </a:defRPr>
            </a:lvl3pPr>
            <a:lvl4pPr algn="l">
              <a:defRPr sz="1575" b="0">
                <a:solidFill>
                  <a:srgbClr val="607487"/>
                </a:solidFill>
              </a:defRPr>
            </a:lvl4pPr>
            <a:lvl5pPr algn="l">
              <a:defRPr sz="1575" b="0">
                <a:solidFill>
                  <a:srgbClr val="607487"/>
                </a:solidFill>
              </a:defRPr>
            </a:lvl5pPr>
            <a:lvl6pPr algn="l">
              <a:defRPr sz="1575" b="0">
                <a:solidFill>
                  <a:srgbClr val="607487"/>
                </a:solidFill>
              </a:defRPr>
            </a:lvl6pPr>
            <a:lvl7pPr algn="l">
              <a:defRPr sz="1575" b="0">
                <a:solidFill>
                  <a:srgbClr val="607487"/>
                </a:solidFill>
              </a:defRPr>
            </a:lvl7pPr>
            <a:lvl8pPr algn="l">
              <a:defRPr sz="1575" b="0">
                <a:solidFill>
                  <a:srgbClr val="607487"/>
                </a:solidFill>
              </a:defRPr>
            </a:lvl8pPr>
            <a:lvl9pPr algn="l">
              <a:defRPr sz="1575" b="0">
                <a:solidFill>
                  <a:srgbClr val="607487"/>
                </a:solidFill>
              </a:defRPr>
            </a:lvl9pPr>
          </a:lstStyle>
          <a:p>
            <a:pPr algn="l">
              <a:defRPr sz="1575" b="0">
                <a:solidFill>
                  <a:srgbClr val="607487"/>
                </a:solidFill>
              </a:defRPr>
            </a:pPr>
            <a:r>
              <a:rPr sz="1575" b="0">
                <a:solidFill>
                  <a:srgbClr val="607487"/>
                </a:solidFill>
                <a:latin typeface="Inter"/>
                <a:ea typeface="Inter"/>
                <a:cs typeface="Inter"/>
              </a:rPr>
              <a:t>ordered failure pairs</a:t>
            </a:r>
          </a:p>
        </p:txBody>
      </p:sp>
      <p:sp>
        <p:nvSpPr>
          <p:cNvPr id="14" name="Design / test split">
            <a:extLst>
              <a:ext uri="{FF2B5EF4-FFF2-40B4-BE49-F238E27FC236}">
                <a16:creationId xmlns:a16="http://schemas.microsoft.com/office/drawing/2014/main" id="{5CA8A48F-A45A-48A7-8A88-F43ADC867ECD}"/>
              </a:ext>
            </a:extLst>
          </p:cNvPr>
          <p:cNvSpPr>
            <a:spLocks noGrp="1"/>
          </p:cNvSpPr>
          <p:nvPr/>
        </p:nvSpPr>
        <p:spPr>
          <a:xfrm>
            <a:off x="4086225" y="1790700"/>
            <a:ext cx="7410450" cy="381000"/>
          </a:xfrm>
          <a:prstGeom prst="rect">
            <a:avLst/>
          </a:prstGeom>
          <a:noFill/>
          <a:ln w="0">
            <a:noFill/>
          </a:ln>
        </p:spPr>
        <p:txBody>
          <a:bodyPr lIns="0" tIns="0" rIns="0" bIns="0"/>
          <a:lstStyle>
            <a:defPPr algn="l">
              <a:defRPr sz="2025" b="1">
                <a:solidFill>
                  <a:srgbClr val="0074AF"/>
                </a:solidFill>
              </a:defRPr>
            </a:defPPr>
            <a:lvl1pPr algn="l">
              <a:defRPr sz="2025" b="1">
                <a:solidFill>
                  <a:srgbClr val="0074AF"/>
                </a:solidFill>
              </a:defRPr>
            </a:lvl1pPr>
            <a:lvl2pPr algn="l">
              <a:defRPr sz="2025" b="1">
                <a:solidFill>
                  <a:srgbClr val="0074AF"/>
                </a:solidFill>
              </a:defRPr>
            </a:lvl2pPr>
            <a:lvl3pPr algn="l">
              <a:defRPr sz="2025" b="1">
                <a:solidFill>
                  <a:srgbClr val="0074AF"/>
                </a:solidFill>
              </a:defRPr>
            </a:lvl3pPr>
            <a:lvl4pPr algn="l">
              <a:defRPr sz="2025" b="1">
                <a:solidFill>
                  <a:srgbClr val="0074AF"/>
                </a:solidFill>
              </a:defRPr>
            </a:lvl4pPr>
            <a:lvl5pPr algn="l">
              <a:defRPr sz="2025" b="1">
                <a:solidFill>
                  <a:srgbClr val="0074AF"/>
                </a:solidFill>
              </a:defRPr>
            </a:lvl5pPr>
            <a:lvl6pPr algn="l">
              <a:defRPr sz="2025" b="1">
                <a:solidFill>
                  <a:srgbClr val="0074AF"/>
                </a:solidFill>
              </a:defRPr>
            </a:lvl6pPr>
            <a:lvl7pPr algn="l">
              <a:defRPr sz="2025" b="1">
                <a:solidFill>
                  <a:srgbClr val="0074AF"/>
                </a:solidFill>
              </a:defRPr>
            </a:lvl7pPr>
            <a:lvl8pPr algn="l">
              <a:defRPr sz="2025" b="1">
                <a:solidFill>
                  <a:srgbClr val="0074AF"/>
                </a:solidFill>
              </a:defRPr>
            </a:lvl8pPr>
            <a:lvl9pPr algn="l">
              <a:defRPr sz="2025" b="1">
                <a:solidFill>
                  <a:srgbClr val="0074AF"/>
                </a:solidFill>
              </a:defRPr>
            </a:lvl9pPr>
          </a:lstStyle>
          <a:p>
            <a:pPr algn="l">
              <a:defRPr sz="2025" b="1">
                <a:solidFill>
                  <a:srgbClr val="0074AF"/>
                </a:solidFill>
              </a:defRPr>
            </a:pPr>
            <a:r>
              <a:rPr sz="2025" b="1">
                <a:solidFill>
                  <a:srgbClr val="0074AF"/>
                </a:solidFill>
                <a:latin typeface="Inter"/>
                <a:ea typeface="Inter"/>
                <a:cs typeface="Inter"/>
              </a:rPr>
              <a:t>Design / test split</a:t>
            </a:r>
          </a:p>
        </p:txBody>
      </p:sp>
      <p:sp>
        <p:nvSpPr>
          <p:cNvPr id="15" name="Rectangle 14">
            <a:extLst>
              <a:ext uri="{FF2B5EF4-FFF2-40B4-BE49-F238E27FC236}">
                <a16:creationId xmlns:a16="http://schemas.microsoft.com/office/drawing/2014/main" id="{3DBB278F-5EE3-4ABD-AA10-CDE995C1E7E0}"/>
              </a:ext>
            </a:extLst>
          </p:cNvPr>
          <p:cNvSpPr>
            <a:spLocks noGrp="1"/>
          </p:cNvSpPr>
          <p:nvPr/>
        </p:nvSpPr>
        <p:spPr>
          <a:xfrm>
            <a:off x="4086225" y="2247900"/>
            <a:ext cx="7400925" cy="14288"/>
          </a:xfrm>
          <a:prstGeom prst="rect">
            <a:avLst/>
          </a:prstGeom>
          <a:solidFill>
            <a:srgbClr val="FFC000"/>
          </a:solidFill>
          <a:ln w="0">
            <a:noFill/>
          </a:ln>
        </p:spPr>
      </p:sp>
      <p:sp>
        <p:nvSpPr>
          <p:cNvPr id="16" name="Design seeds 0, 1, 2; test seeds 100–104. Demand varies">
            <a:extLst>
              <a:ext uri="{FF2B5EF4-FFF2-40B4-BE49-F238E27FC236}">
                <a16:creationId xmlns:a16="http://schemas.microsoft.com/office/drawing/2014/main" id="{85C7A2BD-C719-42E5-9019-700938499497}"/>
              </a:ext>
            </a:extLst>
          </p:cNvPr>
          <p:cNvSpPr>
            <a:spLocks noGrp="1"/>
          </p:cNvSpPr>
          <p:nvPr/>
        </p:nvSpPr>
        <p:spPr>
          <a:xfrm>
            <a:off x="4086225" y="2400300"/>
            <a:ext cx="7410450" cy="695325"/>
          </a:xfrm>
          <a:prstGeom prst="rect">
            <a:avLst/>
          </a:prstGeom>
          <a:noFill/>
          <a:ln w="0">
            <a:noFill/>
          </a:ln>
        </p:spPr>
        <p:txBody>
          <a:bodyPr lIns="0" tIns="0" rIns="0" bIns="0"/>
          <a:lstStyle>
            <a:defPPr algn="l">
              <a:defRPr sz="1875" b="0">
                <a:solidFill>
                  <a:srgbClr val="102235"/>
                </a:solidFill>
              </a:defRPr>
            </a:defPPr>
            <a:lvl1pPr algn="l">
              <a:defRPr sz="1875" b="0">
                <a:solidFill>
                  <a:srgbClr val="102235"/>
                </a:solidFill>
              </a:defRPr>
            </a:lvl1pPr>
            <a:lvl2pPr algn="l">
              <a:defRPr sz="1875" b="0">
                <a:solidFill>
                  <a:srgbClr val="102235"/>
                </a:solidFill>
              </a:defRPr>
            </a:lvl2pPr>
            <a:lvl3pPr algn="l">
              <a:defRPr sz="1875" b="0">
                <a:solidFill>
                  <a:srgbClr val="102235"/>
                </a:solidFill>
              </a:defRPr>
            </a:lvl3pPr>
            <a:lvl4pPr algn="l">
              <a:defRPr sz="1875" b="0">
                <a:solidFill>
                  <a:srgbClr val="102235"/>
                </a:solidFill>
              </a:defRPr>
            </a:lvl4pPr>
            <a:lvl5pPr algn="l">
              <a:defRPr sz="1875" b="0">
                <a:solidFill>
                  <a:srgbClr val="102235"/>
                </a:solidFill>
              </a:defRPr>
            </a:lvl5pPr>
            <a:lvl6pPr algn="l">
              <a:defRPr sz="1875" b="0">
                <a:solidFill>
                  <a:srgbClr val="102235"/>
                </a:solidFill>
              </a:defRPr>
            </a:lvl6pPr>
            <a:lvl7pPr algn="l">
              <a:defRPr sz="1875" b="0">
                <a:solidFill>
                  <a:srgbClr val="102235"/>
                </a:solidFill>
              </a:defRPr>
            </a:lvl7pPr>
            <a:lvl8pPr algn="l">
              <a:defRPr sz="1875" b="0">
                <a:solidFill>
                  <a:srgbClr val="102235"/>
                </a:solidFill>
              </a:defRPr>
            </a:lvl8pPr>
            <a:lvl9pPr algn="l">
              <a:defRPr sz="1875" b="0">
                <a:solidFill>
                  <a:srgbClr val="102235"/>
                </a:solidFill>
              </a:defRPr>
            </a:lvl9pPr>
          </a:lstStyle>
          <a:p>
            <a:pPr algn="l">
              <a:defRPr sz="1875" b="0">
                <a:solidFill>
                  <a:srgbClr val="102235"/>
                </a:solidFill>
              </a:defRPr>
            </a:pPr>
            <a:r>
              <a:rPr sz="1875" b="0">
                <a:solidFill>
                  <a:srgbClr val="102235"/>
                </a:solidFill>
                <a:latin typeface="Inter"/>
                <a:ea typeface="Inter"/>
                <a:cs typeface="Inter"/>
              </a:rPr>
              <a:t>Design seeds 0, 1, 2; test seeds 100–104. Demand varies by ±5%.</a:t>
            </a:r>
          </a:p>
        </p:txBody>
      </p:sp>
      <p:sp>
        <p:nvSpPr>
          <p:cNvPr id="17" name="Six baseline families">
            <a:extLst>
              <a:ext uri="{FF2B5EF4-FFF2-40B4-BE49-F238E27FC236}">
                <a16:creationId xmlns:a16="http://schemas.microsoft.com/office/drawing/2014/main" id="{C94D8DF3-7D0F-4926-B957-3EFA35B00595}"/>
              </a:ext>
            </a:extLst>
          </p:cNvPr>
          <p:cNvSpPr>
            <a:spLocks noGrp="1"/>
          </p:cNvSpPr>
          <p:nvPr/>
        </p:nvSpPr>
        <p:spPr>
          <a:xfrm>
            <a:off x="4086225" y="3114675"/>
            <a:ext cx="7410450" cy="381000"/>
          </a:xfrm>
          <a:prstGeom prst="rect">
            <a:avLst/>
          </a:prstGeom>
          <a:noFill/>
          <a:ln w="0">
            <a:noFill/>
          </a:ln>
        </p:spPr>
        <p:txBody>
          <a:bodyPr lIns="0" tIns="0" rIns="0" bIns="0"/>
          <a:lstStyle>
            <a:defPPr algn="l">
              <a:defRPr sz="2025" b="1">
                <a:solidFill>
                  <a:srgbClr val="0074AF"/>
                </a:solidFill>
              </a:defRPr>
            </a:defPPr>
            <a:lvl1pPr algn="l">
              <a:defRPr sz="2025" b="1">
                <a:solidFill>
                  <a:srgbClr val="0074AF"/>
                </a:solidFill>
              </a:defRPr>
            </a:lvl1pPr>
            <a:lvl2pPr algn="l">
              <a:defRPr sz="2025" b="1">
                <a:solidFill>
                  <a:srgbClr val="0074AF"/>
                </a:solidFill>
              </a:defRPr>
            </a:lvl2pPr>
            <a:lvl3pPr algn="l">
              <a:defRPr sz="2025" b="1">
                <a:solidFill>
                  <a:srgbClr val="0074AF"/>
                </a:solidFill>
              </a:defRPr>
            </a:lvl3pPr>
            <a:lvl4pPr algn="l">
              <a:defRPr sz="2025" b="1">
                <a:solidFill>
                  <a:srgbClr val="0074AF"/>
                </a:solidFill>
              </a:defRPr>
            </a:lvl4pPr>
            <a:lvl5pPr algn="l">
              <a:defRPr sz="2025" b="1">
                <a:solidFill>
                  <a:srgbClr val="0074AF"/>
                </a:solidFill>
              </a:defRPr>
            </a:lvl5pPr>
            <a:lvl6pPr algn="l">
              <a:defRPr sz="2025" b="1">
                <a:solidFill>
                  <a:srgbClr val="0074AF"/>
                </a:solidFill>
              </a:defRPr>
            </a:lvl6pPr>
            <a:lvl7pPr algn="l">
              <a:defRPr sz="2025" b="1">
                <a:solidFill>
                  <a:srgbClr val="0074AF"/>
                </a:solidFill>
              </a:defRPr>
            </a:lvl7pPr>
            <a:lvl8pPr algn="l">
              <a:defRPr sz="2025" b="1">
                <a:solidFill>
                  <a:srgbClr val="0074AF"/>
                </a:solidFill>
              </a:defRPr>
            </a:lvl8pPr>
            <a:lvl9pPr algn="l">
              <a:defRPr sz="2025" b="1">
                <a:solidFill>
                  <a:srgbClr val="0074AF"/>
                </a:solidFill>
              </a:defRPr>
            </a:lvl9pPr>
          </a:lstStyle>
          <a:p>
            <a:pPr algn="l">
              <a:defRPr sz="2025" b="1">
                <a:solidFill>
                  <a:srgbClr val="0074AF"/>
                </a:solidFill>
              </a:defRPr>
            </a:pPr>
            <a:r>
              <a:rPr sz="2025" b="1">
                <a:solidFill>
                  <a:srgbClr val="0074AF"/>
                </a:solidFill>
                <a:latin typeface="Inter"/>
                <a:ea typeface="Inter"/>
                <a:cs typeface="Inter"/>
              </a:rPr>
              <a:t>Six baseline families</a:t>
            </a:r>
          </a:p>
        </p:txBody>
      </p:sp>
      <p:sp>
        <p:nvSpPr>
          <p:cNvPr id="18" name="Rectangle 17">
            <a:extLst>
              <a:ext uri="{FF2B5EF4-FFF2-40B4-BE49-F238E27FC236}">
                <a16:creationId xmlns:a16="http://schemas.microsoft.com/office/drawing/2014/main" id="{EBA78729-DEB9-4DCD-85AF-BEA56A4E4E22}"/>
              </a:ext>
            </a:extLst>
          </p:cNvPr>
          <p:cNvSpPr>
            <a:spLocks noGrp="1"/>
          </p:cNvSpPr>
          <p:nvPr/>
        </p:nvSpPr>
        <p:spPr>
          <a:xfrm>
            <a:off x="4086225" y="3571875"/>
            <a:ext cx="7400925" cy="14288"/>
          </a:xfrm>
          <a:prstGeom prst="rect">
            <a:avLst/>
          </a:prstGeom>
          <a:solidFill>
            <a:srgbClr val="FFC000"/>
          </a:solidFill>
          <a:ln w="0">
            <a:noFill/>
          </a:ln>
        </p:spPr>
      </p:sp>
      <p:sp>
        <p:nvSpPr>
          <p:cNvPr id="19" name="Random ×20, flow, betweenness, single-scenario, simulta">
            <a:extLst>
              <a:ext uri="{FF2B5EF4-FFF2-40B4-BE49-F238E27FC236}">
                <a16:creationId xmlns:a16="http://schemas.microsoft.com/office/drawing/2014/main" id="{0B6D136B-9702-42DD-8C11-26BDCB3A1E67}"/>
              </a:ext>
            </a:extLst>
          </p:cNvPr>
          <p:cNvSpPr>
            <a:spLocks noGrp="1"/>
          </p:cNvSpPr>
          <p:nvPr/>
        </p:nvSpPr>
        <p:spPr>
          <a:xfrm>
            <a:off x="4086225" y="3724275"/>
            <a:ext cx="7410450" cy="695325"/>
          </a:xfrm>
          <a:prstGeom prst="rect">
            <a:avLst/>
          </a:prstGeom>
          <a:noFill/>
          <a:ln w="0">
            <a:noFill/>
          </a:ln>
        </p:spPr>
        <p:txBody>
          <a:bodyPr lIns="0" tIns="0" rIns="0" bIns="0"/>
          <a:lstStyle>
            <a:defPPr algn="l">
              <a:defRPr sz="1875" b="0">
                <a:solidFill>
                  <a:srgbClr val="102235"/>
                </a:solidFill>
              </a:defRPr>
            </a:defPPr>
            <a:lvl1pPr algn="l">
              <a:defRPr sz="1875" b="0">
                <a:solidFill>
                  <a:srgbClr val="102235"/>
                </a:solidFill>
              </a:defRPr>
            </a:lvl1pPr>
            <a:lvl2pPr algn="l">
              <a:defRPr sz="1875" b="0">
                <a:solidFill>
                  <a:srgbClr val="102235"/>
                </a:solidFill>
              </a:defRPr>
            </a:lvl2pPr>
            <a:lvl3pPr algn="l">
              <a:defRPr sz="1875" b="0">
                <a:solidFill>
                  <a:srgbClr val="102235"/>
                </a:solidFill>
              </a:defRPr>
            </a:lvl3pPr>
            <a:lvl4pPr algn="l">
              <a:defRPr sz="1875" b="0">
                <a:solidFill>
                  <a:srgbClr val="102235"/>
                </a:solidFill>
              </a:defRPr>
            </a:lvl4pPr>
            <a:lvl5pPr algn="l">
              <a:defRPr sz="1875" b="0">
                <a:solidFill>
                  <a:srgbClr val="102235"/>
                </a:solidFill>
              </a:defRPr>
            </a:lvl5pPr>
            <a:lvl6pPr algn="l">
              <a:defRPr sz="1875" b="0">
                <a:solidFill>
                  <a:srgbClr val="102235"/>
                </a:solidFill>
              </a:defRPr>
            </a:lvl6pPr>
            <a:lvl7pPr algn="l">
              <a:defRPr sz="1875" b="0">
                <a:solidFill>
                  <a:srgbClr val="102235"/>
                </a:solidFill>
              </a:defRPr>
            </a:lvl7pPr>
            <a:lvl8pPr algn="l">
              <a:defRPr sz="1875" b="0">
                <a:solidFill>
                  <a:srgbClr val="102235"/>
                </a:solidFill>
              </a:defRPr>
            </a:lvl8pPr>
            <a:lvl9pPr algn="l">
              <a:defRPr sz="1875" b="0">
                <a:solidFill>
                  <a:srgbClr val="102235"/>
                </a:solidFill>
              </a:defRPr>
            </a:lvl9pPr>
          </a:lstStyle>
          <a:p>
            <a:pPr algn="l">
              <a:defRPr sz="1875" b="0">
                <a:solidFill>
                  <a:srgbClr val="102235"/>
                </a:solidFill>
              </a:defRPr>
            </a:pPr>
            <a:r>
              <a:rPr sz="1875" b="0">
                <a:solidFill>
                  <a:srgbClr val="102235"/>
                </a:solidFill>
                <a:latin typeface="Inter"/>
                <a:ea typeface="Inter"/>
                <a:cs typeface="Inter"/>
              </a:rPr>
              <a:t>Random ×20, flow, betweenness, single-scenario, simultaneous design and exact outer design (q ≤ 2).</a:t>
            </a:r>
          </a:p>
        </p:txBody>
      </p:sp>
      <p:sp>
        <p:nvSpPr>
          <p:cNvPr id="20" name="Independent replay">
            <a:extLst>
              <a:ext uri="{FF2B5EF4-FFF2-40B4-BE49-F238E27FC236}">
                <a16:creationId xmlns:a16="http://schemas.microsoft.com/office/drawing/2014/main" id="{FC8A5A7F-EF00-45E3-882E-F8A3B8683825}"/>
              </a:ext>
            </a:extLst>
          </p:cNvPr>
          <p:cNvSpPr>
            <a:spLocks noGrp="1"/>
          </p:cNvSpPr>
          <p:nvPr/>
        </p:nvSpPr>
        <p:spPr>
          <a:xfrm>
            <a:off x="4086225" y="4438650"/>
            <a:ext cx="7410450" cy="381000"/>
          </a:xfrm>
          <a:prstGeom prst="rect">
            <a:avLst/>
          </a:prstGeom>
          <a:noFill/>
          <a:ln w="0">
            <a:noFill/>
          </a:ln>
        </p:spPr>
        <p:txBody>
          <a:bodyPr lIns="0" tIns="0" rIns="0" bIns="0"/>
          <a:lstStyle>
            <a:defPPr algn="l">
              <a:defRPr sz="2025" b="1">
                <a:solidFill>
                  <a:srgbClr val="0074AF"/>
                </a:solidFill>
              </a:defRPr>
            </a:defPPr>
            <a:lvl1pPr algn="l">
              <a:defRPr sz="2025" b="1">
                <a:solidFill>
                  <a:srgbClr val="0074AF"/>
                </a:solidFill>
              </a:defRPr>
            </a:lvl1pPr>
            <a:lvl2pPr algn="l">
              <a:defRPr sz="2025" b="1">
                <a:solidFill>
                  <a:srgbClr val="0074AF"/>
                </a:solidFill>
              </a:defRPr>
            </a:lvl2pPr>
            <a:lvl3pPr algn="l">
              <a:defRPr sz="2025" b="1">
                <a:solidFill>
                  <a:srgbClr val="0074AF"/>
                </a:solidFill>
              </a:defRPr>
            </a:lvl3pPr>
            <a:lvl4pPr algn="l">
              <a:defRPr sz="2025" b="1">
                <a:solidFill>
                  <a:srgbClr val="0074AF"/>
                </a:solidFill>
              </a:defRPr>
            </a:lvl4pPr>
            <a:lvl5pPr algn="l">
              <a:defRPr sz="2025" b="1">
                <a:solidFill>
                  <a:srgbClr val="0074AF"/>
                </a:solidFill>
              </a:defRPr>
            </a:lvl5pPr>
            <a:lvl6pPr algn="l">
              <a:defRPr sz="2025" b="1">
                <a:solidFill>
                  <a:srgbClr val="0074AF"/>
                </a:solidFill>
              </a:defRPr>
            </a:lvl6pPr>
            <a:lvl7pPr algn="l">
              <a:defRPr sz="2025" b="1">
                <a:solidFill>
                  <a:srgbClr val="0074AF"/>
                </a:solidFill>
              </a:defRPr>
            </a:lvl7pPr>
            <a:lvl8pPr algn="l">
              <a:defRPr sz="2025" b="1">
                <a:solidFill>
                  <a:srgbClr val="0074AF"/>
                </a:solidFill>
              </a:defRPr>
            </a:lvl8pPr>
            <a:lvl9pPr algn="l">
              <a:defRPr sz="2025" b="1">
                <a:solidFill>
                  <a:srgbClr val="0074AF"/>
                </a:solidFill>
              </a:defRPr>
            </a:lvl9pPr>
          </a:lstStyle>
          <a:p>
            <a:pPr algn="l">
              <a:defRPr sz="2025" b="1">
                <a:solidFill>
                  <a:srgbClr val="0074AF"/>
                </a:solidFill>
              </a:defRPr>
            </a:pPr>
            <a:r>
              <a:rPr sz="2025" b="1">
                <a:solidFill>
                  <a:srgbClr val="0074AF"/>
                </a:solidFill>
                <a:latin typeface="Inter"/>
                <a:ea typeface="Inter"/>
                <a:cs typeface="Inter"/>
              </a:rPr>
              <a:t>Independent replay</a:t>
            </a:r>
          </a:p>
        </p:txBody>
      </p:sp>
      <p:sp>
        <p:nvSpPr>
          <p:cNvPr id="21" name="Rectangle 20">
            <a:extLst>
              <a:ext uri="{FF2B5EF4-FFF2-40B4-BE49-F238E27FC236}">
                <a16:creationId xmlns:a16="http://schemas.microsoft.com/office/drawing/2014/main" id="{9F773B17-683B-4D09-9945-8BDCAA0B1BC4}"/>
              </a:ext>
            </a:extLst>
          </p:cNvPr>
          <p:cNvSpPr>
            <a:spLocks noGrp="1"/>
          </p:cNvSpPr>
          <p:nvPr/>
        </p:nvSpPr>
        <p:spPr>
          <a:xfrm>
            <a:off x="4086225" y="4895850"/>
            <a:ext cx="7400925" cy="14288"/>
          </a:xfrm>
          <a:prstGeom prst="rect">
            <a:avLst/>
          </a:prstGeom>
          <a:solidFill>
            <a:srgbClr val="FFC000"/>
          </a:solidFill>
          <a:ln w="0">
            <a:noFill/>
          </a:ln>
        </p:spPr>
      </p:sp>
      <p:sp>
        <p:nvSpPr>
          <p:cNvPr id="22" name="Fresh exhaustive post-protection searches. Test outcome">
            <a:extLst>
              <a:ext uri="{FF2B5EF4-FFF2-40B4-BE49-F238E27FC236}">
                <a16:creationId xmlns:a16="http://schemas.microsoft.com/office/drawing/2014/main" id="{24331622-CAB1-40CB-B682-489A4ADCD2C6}"/>
              </a:ext>
            </a:extLst>
          </p:cNvPr>
          <p:cNvSpPr>
            <a:spLocks noGrp="1"/>
          </p:cNvSpPr>
          <p:nvPr/>
        </p:nvSpPr>
        <p:spPr>
          <a:xfrm>
            <a:off x="4086225" y="5048250"/>
            <a:ext cx="7410450" cy="695325"/>
          </a:xfrm>
          <a:prstGeom prst="rect">
            <a:avLst/>
          </a:prstGeom>
          <a:noFill/>
          <a:ln w="0">
            <a:noFill/>
          </a:ln>
        </p:spPr>
        <p:txBody>
          <a:bodyPr lIns="0" tIns="0" rIns="0" bIns="0"/>
          <a:lstStyle>
            <a:defPPr algn="l">
              <a:defRPr sz="1875" b="0">
                <a:solidFill>
                  <a:srgbClr val="102235"/>
                </a:solidFill>
              </a:defRPr>
            </a:defPPr>
            <a:lvl1pPr algn="l">
              <a:defRPr sz="1875" b="0">
                <a:solidFill>
                  <a:srgbClr val="102235"/>
                </a:solidFill>
              </a:defRPr>
            </a:lvl1pPr>
            <a:lvl2pPr algn="l">
              <a:defRPr sz="1875" b="0">
                <a:solidFill>
                  <a:srgbClr val="102235"/>
                </a:solidFill>
              </a:defRPr>
            </a:lvl2pPr>
            <a:lvl3pPr algn="l">
              <a:defRPr sz="1875" b="0">
                <a:solidFill>
                  <a:srgbClr val="102235"/>
                </a:solidFill>
              </a:defRPr>
            </a:lvl3pPr>
            <a:lvl4pPr algn="l">
              <a:defRPr sz="1875" b="0">
                <a:solidFill>
                  <a:srgbClr val="102235"/>
                </a:solidFill>
              </a:defRPr>
            </a:lvl4pPr>
            <a:lvl5pPr algn="l">
              <a:defRPr sz="1875" b="0">
                <a:solidFill>
                  <a:srgbClr val="102235"/>
                </a:solidFill>
              </a:defRPr>
            </a:lvl5pPr>
            <a:lvl6pPr algn="l">
              <a:defRPr sz="1875" b="0">
                <a:solidFill>
                  <a:srgbClr val="102235"/>
                </a:solidFill>
              </a:defRPr>
            </a:lvl6pPr>
            <a:lvl7pPr algn="l">
              <a:defRPr sz="1875" b="0">
                <a:solidFill>
                  <a:srgbClr val="102235"/>
                </a:solidFill>
              </a:defRPr>
            </a:lvl7pPr>
            <a:lvl8pPr algn="l">
              <a:defRPr sz="1875" b="0">
                <a:solidFill>
                  <a:srgbClr val="102235"/>
                </a:solidFill>
              </a:defRPr>
            </a:lvl8pPr>
            <a:lvl9pPr algn="l">
              <a:defRPr sz="1875" b="0">
                <a:solidFill>
                  <a:srgbClr val="102235"/>
                </a:solidFill>
              </a:defRPr>
            </a:lvl9pPr>
          </a:lstStyle>
          <a:p>
            <a:pPr algn="l">
              <a:defRPr sz="1875" b="0">
                <a:solidFill>
                  <a:srgbClr val="102235"/>
                </a:solidFill>
              </a:defRPr>
            </a:pPr>
            <a:r>
              <a:rPr sz="1875" b="0">
                <a:solidFill>
                  <a:srgbClr val="102235"/>
                </a:solidFill>
                <a:latin typeface="Inter"/>
                <a:ea typeface="Inter"/>
                <a:cs typeface="Inter"/>
              </a:rPr>
              <a:t>Fresh exhaustive post-protection searches. Test outcomes never choose the plan.</a:t>
            </a:r>
          </a:p>
        </p:txBody>
      </p:sp>
      <p:sp>
        <p:nvSpPr>
          <p:cNvPr id="23" name="Attack order matters: (A, B) and (B, A) can produce dif">
            <a:extLst>
              <a:ext uri="{FF2B5EF4-FFF2-40B4-BE49-F238E27FC236}">
                <a16:creationId xmlns:a16="http://schemas.microsoft.com/office/drawing/2014/main" id="{5A4DD75B-8219-4BC2-AA25-8586306CC6CF}"/>
              </a:ext>
            </a:extLst>
          </p:cNvPr>
          <p:cNvSpPr>
            <a:spLocks noGrp="1"/>
          </p:cNvSpPr>
          <p:nvPr/>
        </p:nvSpPr>
        <p:spPr>
          <a:xfrm>
            <a:off x="590550" y="6134100"/>
            <a:ext cx="10858500" cy="428625"/>
          </a:xfrm>
          <a:prstGeom prst="rect">
            <a:avLst/>
          </a:prstGeom>
          <a:noFill/>
          <a:ln w="0">
            <a:noFill/>
          </a:ln>
        </p:spPr>
        <p:txBody>
          <a:bodyPr lIns="0" tIns="0" rIns="0" bIns="0"/>
          <a:lstStyle>
            <a:defPPr algn="l">
              <a:defRPr sz="1350" b="0">
                <a:solidFill>
                  <a:srgbClr val="607487"/>
                </a:solidFill>
              </a:defRPr>
            </a:defPPr>
            <a:lvl1pPr algn="l">
              <a:defRPr sz="1350" b="0">
                <a:solidFill>
                  <a:srgbClr val="607487"/>
                </a:solidFill>
              </a:defRPr>
            </a:lvl1pPr>
            <a:lvl2pPr algn="l">
              <a:defRPr sz="1350" b="0">
                <a:solidFill>
                  <a:srgbClr val="607487"/>
                </a:solidFill>
              </a:defRPr>
            </a:lvl2pPr>
            <a:lvl3pPr algn="l">
              <a:defRPr sz="1350" b="0">
                <a:solidFill>
                  <a:srgbClr val="607487"/>
                </a:solidFill>
              </a:defRPr>
            </a:lvl3pPr>
            <a:lvl4pPr algn="l">
              <a:defRPr sz="1350" b="0">
                <a:solidFill>
                  <a:srgbClr val="607487"/>
                </a:solidFill>
              </a:defRPr>
            </a:lvl4pPr>
            <a:lvl5pPr algn="l">
              <a:defRPr sz="1350" b="0">
                <a:solidFill>
                  <a:srgbClr val="607487"/>
                </a:solidFill>
              </a:defRPr>
            </a:lvl5pPr>
            <a:lvl6pPr algn="l">
              <a:defRPr sz="1350" b="0">
                <a:solidFill>
                  <a:srgbClr val="607487"/>
                </a:solidFill>
              </a:defRPr>
            </a:lvl6pPr>
            <a:lvl7pPr algn="l">
              <a:defRPr sz="1350" b="0">
                <a:solidFill>
                  <a:srgbClr val="607487"/>
                </a:solidFill>
              </a:defRPr>
            </a:lvl7pPr>
            <a:lvl8pPr algn="l">
              <a:defRPr sz="1350" b="0">
                <a:solidFill>
                  <a:srgbClr val="607487"/>
                </a:solidFill>
              </a:defRPr>
            </a:lvl8pPr>
            <a:lvl9pPr algn="l">
              <a:defRPr sz="1350" b="0">
                <a:solidFill>
                  <a:srgbClr val="607487"/>
                </a:solidFill>
              </a:defRPr>
            </a:lvl9pPr>
          </a:lstStyle>
          <a:p>
            <a:pPr algn="l">
              <a:defRPr sz="1350" b="0">
                <a:solidFill>
                  <a:srgbClr val="607487"/>
                </a:solidFill>
              </a:defRPr>
            </a:pPr>
            <a:r>
              <a:rPr sz="1350" b="0">
                <a:solidFill>
                  <a:srgbClr val="607487"/>
                </a:solidFill>
                <a:latin typeface="Inter"/>
                <a:ea typeface="Inter"/>
                <a:cs typeface="Inter"/>
              </a:rPr>
              <a:t>Attack order matters: (A, B) and (B, A) can produce different physical responses</a:t>
            </a:r>
          </a:p>
        </p:txBody>
      </p:sp>
    </p:spTree>
    <p:extLst>
      <p:ext uri="{BB962C8B-B14F-4D97-AF65-F5344CB8AC3E}">
        <p14:creationId xmlns:p14="http://schemas.microsoft.com/office/powerpoint/2010/main" val="2299619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riginal black template tab">
            <a:extLst>
              <a:ext uri="{FF2B5EF4-FFF2-40B4-BE49-F238E27FC236}">
                <a16:creationId xmlns:a16="http://schemas.microsoft.com/office/drawing/2014/main" id="{39166D95-435C-4D6B-B0E9-0E81C1545778}"/>
              </a:ext>
            </a:extLst>
          </p:cNvPr>
          <p:cNvSpPr>
            <a:spLocks noGrp="1"/>
          </p:cNvSpPr>
          <p:nvPr/>
        </p:nvSpPr>
        <p:spPr>
          <a:xfrm>
            <a:off x="129521" y="0"/>
            <a:ext cx="2749481" cy="1364786"/>
          </a:xfrm>
          <a:custGeom>
            <a:avLst/>
            <a:gdLst/>
            <a:ahLst/>
            <a:cxnLst/>
            <a:rect l="0" t="0" r="0" b="0"/>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rgbClr val="000000"/>
          </a:solidFill>
          <a:ln w="0">
            <a:noFill/>
          </a:ln>
        </p:spPr>
      </p:sp>
      <p:sp>
        <p:nvSpPr>
          <p:cNvPr id="3" name="RESULTS">
            <a:extLst>
              <a:ext uri="{FF2B5EF4-FFF2-40B4-BE49-F238E27FC236}">
                <a16:creationId xmlns:a16="http://schemas.microsoft.com/office/drawing/2014/main" id="{BBEBE2EE-3D7F-4FC2-87AD-C743FA115A85}"/>
              </a:ext>
            </a:extLst>
          </p:cNvPr>
          <p:cNvSpPr>
            <a:spLocks noGrp="1"/>
          </p:cNvSpPr>
          <p:nvPr/>
        </p:nvSpPr>
        <p:spPr>
          <a:xfrm>
            <a:off x="295275" y="409575"/>
            <a:ext cx="2381250" cy="666750"/>
          </a:xfrm>
          <a:prstGeom prst="rect">
            <a:avLst/>
          </a:prstGeom>
          <a:noFill/>
          <a:ln w="0">
            <a:noFill/>
          </a:ln>
        </p:spPr>
        <p:txBody>
          <a:bodyPr lIns="0" tIns="0" rIns="0" bIns="0"/>
          <a:lstStyle>
            <a:defPPr algn="ctr">
              <a:defRPr sz="2250" b="0">
                <a:solidFill>
                  <a:srgbClr val="FFFFFF"/>
                </a:solidFill>
              </a:defRPr>
            </a:defPPr>
            <a:lvl1pPr algn="ctr">
              <a:defRPr sz="2250" b="0">
                <a:solidFill>
                  <a:srgbClr val="FFFFFF"/>
                </a:solidFill>
              </a:defRPr>
            </a:lvl1pPr>
            <a:lvl2pPr algn="ctr">
              <a:defRPr sz="2250" b="0">
                <a:solidFill>
                  <a:srgbClr val="FFFFFF"/>
                </a:solidFill>
              </a:defRPr>
            </a:lvl2pPr>
            <a:lvl3pPr algn="ctr">
              <a:defRPr sz="2250" b="0">
                <a:solidFill>
                  <a:srgbClr val="FFFFFF"/>
                </a:solidFill>
              </a:defRPr>
            </a:lvl3pPr>
            <a:lvl4pPr algn="ctr">
              <a:defRPr sz="2250" b="0">
                <a:solidFill>
                  <a:srgbClr val="FFFFFF"/>
                </a:solidFill>
              </a:defRPr>
            </a:lvl4pPr>
            <a:lvl5pPr algn="ctr">
              <a:defRPr sz="2250" b="0">
                <a:solidFill>
                  <a:srgbClr val="FFFFFF"/>
                </a:solidFill>
              </a:defRPr>
            </a:lvl5pPr>
            <a:lvl6pPr algn="ctr">
              <a:defRPr sz="2250" b="0">
                <a:solidFill>
                  <a:srgbClr val="FFFFFF"/>
                </a:solidFill>
              </a:defRPr>
            </a:lvl6pPr>
            <a:lvl7pPr algn="ctr">
              <a:defRPr sz="2250" b="0">
                <a:solidFill>
                  <a:srgbClr val="FFFFFF"/>
                </a:solidFill>
              </a:defRPr>
            </a:lvl7pPr>
            <a:lvl8pPr algn="ctr">
              <a:defRPr sz="2250" b="0">
                <a:solidFill>
                  <a:srgbClr val="FFFFFF"/>
                </a:solidFill>
              </a:defRPr>
            </a:lvl8pPr>
            <a:lvl9pPr algn="ctr">
              <a:defRPr sz="2250" b="0">
                <a:solidFill>
                  <a:srgbClr val="FFFFFF"/>
                </a:solidFill>
              </a:defRPr>
            </a:lvl9pPr>
          </a:lstStyle>
          <a:p>
            <a:pPr algn="ctr">
              <a:defRPr sz="2250" b="0">
                <a:solidFill>
                  <a:srgbClr val="FFFFFF"/>
                </a:solidFill>
              </a:defRPr>
            </a:pPr>
            <a:r>
              <a:rPr sz="2250" b="0">
                <a:solidFill>
                  <a:srgbClr val="FFFFFF"/>
                </a:solidFill>
                <a:latin typeface="Inter"/>
                <a:ea typeface="Inter"/>
                <a:cs typeface="Inter"/>
              </a:rPr>
              <a:t>RESULTS</a:t>
            </a:r>
          </a:p>
        </p:txBody>
      </p:sp>
      <p:sp>
        <p:nvSpPr>
          <p:cNvPr id="4" name="Protection on unseen demands">
            <a:extLst>
              <a:ext uri="{FF2B5EF4-FFF2-40B4-BE49-F238E27FC236}">
                <a16:creationId xmlns:a16="http://schemas.microsoft.com/office/drawing/2014/main" id="{13E1F9B8-B4DF-4F4D-95C8-0CB2F24DD93D}"/>
              </a:ext>
            </a:extLst>
          </p:cNvPr>
          <p:cNvSpPr>
            <a:spLocks noGrp="1"/>
          </p:cNvSpPr>
          <p:nvPr/>
        </p:nvSpPr>
        <p:spPr>
          <a:xfrm>
            <a:off x="3057525" y="381000"/>
            <a:ext cx="8572500" cy="1000125"/>
          </a:xfrm>
          <a:prstGeom prst="rect">
            <a:avLst/>
          </a:prstGeom>
          <a:noFill/>
          <a:ln w="0">
            <a:noFill/>
          </a:ln>
        </p:spPr>
        <p:txBody>
          <a:bodyPr lIns="0" tIns="0" rIns="0" bIns="0"/>
          <a:lstStyle>
            <a:defPPr algn="l">
              <a:defRPr sz="2700" b="1">
                <a:solidFill>
                  <a:srgbClr val="102235"/>
                </a:solidFill>
              </a:defRPr>
            </a:defPPr>
            <a:lvl1pPr algn="l">
              <a:defRPr sz="2700" b="1">
                <a:solidFill>
                  <a:srgbClr val="102235"/>
                </a:solidFill>
              </a:defRPr>
            </a:lvl1pPr>
            <a:lvl2pPr algn="l">
              <a:defRPr sz="2700" b="1">
                <a:solidFill>
                  <a:srgbClr val="102235"/>
                </a:solidFill>
              </a:defRPr>
            </a:lvl2pPr>
            <a:lvl3pPr algn="l">
              <a:defRPr sz="2700" b="1">
                <a:solidFill>
                  <a:srgbClr val="102235"/>
                </a:solidFill>
              </a:defRPr>
            </a:lvl3pPr>
            <a:lvl4pPr algn="l">
              <a:defRPr sz="2700" b="1">
                <a:solidFill>
                  <a:srgbClr val="102235"/>
                </a:solidFill>
              </a:defRPr>
            </a:lvl4pPr>
            <a:lvl5pPr algn="l">
              <a:defRPr sz="2700" b="1">
                <a:solidFill>
                  <a:srgbClr val="102235"/>
                </a:solidFill>
              </a:defRPr>
            </a:lvl5pPr>
            <a:lvl6pPr algn="l">
              <a:defRPr sz="2700" b="1">
                <a:solidFill>
                  <a:srgbClr val="102235"/>
                </a:solidFill>
              </a:defRPr>
            </a:lvl6pPr>
            <a:lvl7pPr algn="l">
              <a:defRPr sz="2700" b="1">
                <a:solidFill>
                  <a:srgbClr val="102235"/>
                </a:solidFill>
              </a:defRPr>
            </a:lvl7pPr>
            <a:lvl8pPr algn="l">
              <a:defRPr sz="2700" b="1">
                <a:solidFill>
                  <a:srgbClr val="102235"/>
                </a:solidFill>
              </a:defRPr>
            </a:lvl8pPr>
            <a:lvl9pPr algn="l">
              <a:defRPr sz="2700" b="1">
                <a:solidFill>
                  <a:srgbClr val="102235"/>
                </a:solidFill>
              </a:defRPr>
            </a:lvl9pPr>
          </a:lstStyle>
          <a:p>
            <a:pPr algn="l">
              <a:defRPr sz="2700" b="1">
                <a:solidFill>
                  <a:srgbClr val="102235"/>
                </a:solidFill>
              </a:defRPr>
            </a:pPr>
            <a:r>
              <a:rPr>
                <a:latin typeface="Inter Display"/>
                <a:ea typeface="Inter Display"/>
                <a:cs typeface="Inter Display"/>
              </a:rPr>
              <a:t>Protection on unseen demands</a:t>
            </a:r>
          </a:p>
        </p:txBody>
      </p:sp>
      <p:sp>
        <p:nvSpPr>
          <p:cNvPr id="5" name="18">
            <a:extLst>
              <a:ext uri="{FF2B5EF4-FFF2-40B4-BE49-F238E27FC236}">
                <a16:creationId xmlns:a16="http://schemas.microsoft.com/office/drawing/2014/main" id="{AB849420-10FF-4A0B-ADE9-6AB2343B53F5}"/>
              </a:ext>
            </a:extLst>
          </p:cNvPr>
          <p:cNvSpPr>
            <a:spLocks noGrp="1"/>
          </p:cNvSpPr>
          <p:nvPr/>
        </p:nvSpPr>
        <p:spPr>
          <a:xfrm>
            <a:off x="11477625" y="6486525"/>
            <a:ext cx="361950" cy="209550"/>
          </a:xfrm>
          <a:prstGeom prst="rect">
            <a:avLst/>
          </a:prstGeom>
          <a:noFill/>
          <a:ln w="0">
            <a:noFill/>
          </a:ln>
        </p:spPr>
        <p:txBody>
          <a:bodyPr lIns="0" tIns="0" rIns="0" bIns="0"/>
          <a:lstStyle>
            <a:defPPr algn="r">
              <a:defRPr sz="1050" b="0">
                <a:solidFill>
                  <a:srgbClr val="0074AF"/>
                </a:solidFill>
              </a:defRPr>
            </a:defPPr>
            <a:lvl1pPr algn="r">
              <a:defRPr sz="1050" b="0">
                <a:solidFill>
                  <a:srgbClr val="0074AF"/>
                </a:solidFill>
              </a:defRPr>
            </a:lvl1pPr>
            <a:lvl2pPr algn="r">
              <a:defRPr sz="1050" b="0">
                <a:solidFill>
                  <a:srgbClr val="0074AF"/>
                </a:solidFill>
              </a:defRPr>
            </a:lvl2pPr>
            <a:lvl3pPr algn="r">
              <a:defRPr sz="1050" b="0">
                <a:solidFill>
                  <a:srgbClr val="0074AF"/>
                </a:solidFill>
              </a:defRPr>
            </a:lvl3pPr>
            <a:lvl4pPr algn="r">
              <a:defRPr sz="1050" b="0">
                <a:solidFill>
                  <a:srgbClr val="0074AF"/>
                </a:solidFill>
              </a:defRPr>
            </a:lvl4pPr>
            <a:lvl5pPr algn="r">
              <a:defRPr sz="1050" b="0">
                <a:solidFill>
                  <a:srgbClr val="0074AF"/>
                </a:solidFill>
              </a:defRPr>
            </a:lvl5pPr>
            <a:lvl6pPr algn="r">
              <a:defRPr sz="1050" b="0">
                <a:solidFill>
                  <a:srgbClr val="0074AF"/>
                </a:solidFill>
              </a:defRPr>
            </a:lvl6pPr>
            <a:lvl7pPr algn="r">
              <a:defRPr sz="1050" b="0">
                <a:solidFill>
                  <a:srgbClr val="0074AF"/>
                </a:solidFill>
              </a:defRPr>
            </a:lvl7pPr>
            <a:lvl8pPr algn="r">
              <a:defRPr sz="1050" b="0">
                <a:solidFill>
                  <a:srgbClr val="0074AF"/>
                </a:solidFill>
              </a:defRPr>
            </a:lvl8pPr>
            <a:lvl9pPr algn="r">
              <a:defRPr sz="1050" b="0">
                <a:solidFill>
                  <a:srgbClr val="0074AF"/>
                </a:solidFill>
              </a:defRPr>
            </a:lvl9pPr>
          </a:lstStyle>
          <a:p>
            <a:pPr algn="r">
              <a:defRPr sz="1050" b="0">
                <a:solidFill>
                  <a:srgbClr val="0074AF"/>
                </a:solidFill>
              </a:defRPr>
            </a:pPr>
            <a:r>
              <a:rPr sz="1050" b="0">
                <a:solidFill>
                  <a:srgbClr val="0074AF"/>
                </a:solidFill>
                <a:latin typeface="Inter"/>
                <a:ea typeface="Inter"/>
                <a:cs typeface="Inter"/>
              </a:rPr>
              <a:t>18</a:t>
            </a:r>
          </a:p>
        </p:txBody>
      </p:sp>
      <p:graphicFrame>
        <p:nvGraphicFramePr>
          <p:cNvPr id="6" name="Chart">
            <a:extLst>
              <a:ext uri="{FF2B5EF4-FFF2-40B4-BE49-F238E27FC236}">
                <a16:creationId xmlns:a16="http://schemas.microsoft.com/office/drawing/2014/main" id="{1AA93D93-924F-4DD0-8394-6086F4C66BA2}"/>
              </a:ext>
            </a:extLst>
          </p:cNvPr>
          <p:cNvGraphicFramePr/>
          <p:nvPr/>
        </p:nvGraphicFramePr>
        <p:xfrm>
          <a:off x="438150" y="1562100"/>
          <a:ext cx="5600700" cy="36671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a:extLst>
              <a:ext uri="{FF2B5EF4-FFF2-40B4-BE49-F238E27FC236}">
                <a16:creationId xmlns:a16="http://schemas.microsoft.com/office/drawing/2014/main" id="{E87DA620-C7E6-4C1B-AF4B-6617192E57C3}"/>
              </a:ext>
            </a:extLst>
          </p:cNvPr>
          <p:cNvGraphicFramePr/>
          <p:nvPr/>
        </p:nvGraphicFramePr>
        <p:xfrm>
          <a:off x="6181725" y="1562100"/>
          <a:ext cx="5600700" cy="3667125"/>
        </p:xfrm>
        <a:graphic>
          <a:graphicData uri="http://schemas.openxmlformats.org/drawingml/2006/chart">
            <c:chart xmlns:c="http://schemas.openxmlformats.org/drawingml/2006/chart" xmlns:r="http://schemas.openxmlformats.org/officeDocument/2006/relationships" r:id="rId4"/>
          </a:graphicData>
        </a:graphic>
      </p:graphicFrame>
      <p:sp>
        <p:nvSpPr>
          <p:cNvPr id="8" name="84.87% vs 93.32%">
            <a:extLst>
              <a:ext uri="{FF2B5EF4-FFF2-40B4-BE49-F238E27FC236}">
                <a16:creationId xmlns:a16="http://schemas.microsoft.com/office/drawing/2014/main" id="{79A6940C-D323-4C37-91D7-37C6FBB3B357}"/>
              </a:ext>
            </a:extLst>
          </p:cNvPr>
          <p:cNvSpPr>
            <a:spLocks noGrp="1"/>
          </p:cNvSpPr>
          <p:nvPr/>
        </p:nvSpPr>
        <p:spPr>
          <a:xfrm>
            <a:off x="771525" y="5381625"/>
            <a:ext cx="5143500" cy="476250"/>
          </a:xfrm>
          <a:prstGeom prst="rect">
            <a:avLst/>
          </a:prstGeom>
          <a:noFill/>
          <a:ln w="0">
            <a:noFill/>
          </a:ln>
        </p:spPr>
        <p:txBody>
          <a:bodyPr lIns="0" tIns="0" rIns="0" bIns="0"/>
          <a:lstStyle>
            <a:defPPr algn="l">
              <a:defRPr sz="2400" b="1">
                <a:solidFill>
                  <a:srgbClr val="244BD6"/>
                </a:solidFill>
              </a:defRPr>
            </a:defPPr>
            <a:lvl1pPr algn="l">
              <a:defRPr sz="2400" b="1">
                <a:solidFill>
                  <a:srgbClr val="244BD6"/>
                </a:solidFill>
              </a:defRPr>
            </a:lvl1pPr>
            <a:lvl2pPr algn="l">
              <a:defRPr sz="2400" b="1">
                <a:solidFill>
                  <a:srgbClr val="244BD6"/>
                </a:solidFill>
              </a:defRPr>
            </a:lvl2pPr>
            <a:lvl3pPr algn="l">
              <a:defRPr sz="2400" b="1">
                <a:solidFill>
                  <a:srgbClr val="244BD6"/>
                </a:solidFill>
              </a:defRPr>
            </a:lvl3pPr>
            <a:lvl4pPr algn="l">
              <a:defRPr sz="2400" b="1">
                <a:solidFill>
                  <a:srgbClr val="244BD6"/>
                </a:solidFill>
              </a:defRPr>
            </a:lvl4pPr>
            <a:lvl5pPr algn="l">
              <a:defRPr sz="2400" b="1">
                <a:solidFill>
                  <a:srgbClr val="244BD6"/>
                </a:solidFill>
              </a:defRPr>
            </a:lvl5pPr>
            <a:lvl6pPr algn="l">
              <a:defRPr sz="2400" b="1">
                <a:solidFill>
                  <a:srgbClr val="244BD6"/>
                </a:solidFill>
              </a:defRPr>
            </a:lvl6pPr>
            <a:lvl7pPr algn="l">
              <a:defRPr sz="2400" b="1">
                <a:solidFill>
                  <a:srgbClr val="244BD6"/>
                </a:solidFill>
              </a:defRPr>
            </a:lvl7pPr>
            <a:lvl8pPr algn="l">
              <a:defRPr sz="2400" b="1">
                <a:solidFill>
                  <a:srgbClr val="244BD6"/>
                </a:solidFill>
              </a:defRPr>
            </a:lvl8pPr>
            <a:lvl9pPr algn="l">
              <a:defRPr sz="2400" b="1">
                <a:solidFill>
                  <a:srgbClr val="244BD6"/>
                </a:solidFill>
              </a:defRPr>
            </a:lvl9pPr>
          </a:lstStyle>
          <a:p>
            <a:pPr algn="l">
              <a:defRPr sz="2400" b="1">
                <a:solidFill>
                  <a:srgbClr val="244BD6"/>
                </a:solidFill>
              </a:defRPr>
            </a:pPr>
            <a:r>
              <a:rPr sz="2400" b="1">
                <a:solidFill>
                  <a:srgbClr val="244BD6"/>
                </a:solidFill>
                <a:latin typeface="Inter"/>
                <a:ea typeface="Inter"/>
                <a:cs typeface="Inter"/>
              </a:rPr>
              <a:t>84.87% vs 93.32%</a:t>
            </a:r>
          </a:p>
        </p:txBody>
      </p:sp>
      <p:sp>
        <p:nvSpPr>
          <p:cNvPr id="9" name="Scenario design vs flow, q = 2">
            <a:extLst>
              <a:ext uri="{FF2B5EF4-FFF2-40B4-BE49-F238E27FC236}">
                <a16:creationId xmlns:a16="http://schemas.microsoft.com/office/drawing/2014/main" id="{2B0B825E-DAD3-47B8-A358-03A7A9209F3C}"/>
              </a:ext>
            </a:extLst>
          </p:cNvPr>
          <p:cNvSpPr>
            <a:spLocks noGrp="1"/>
          </p:cNvSpPr>
          <p:nvPr/>
        </p:nvSpPr>
        <p:spPr>
          <a:xfrm>
            <a:off x="771525" y="5829300"/>
            <a:ext cx="5143500" cy="295275"/>
          </a:xfrm>
          <a:prstGeom prst="rect">
            <a:avLst/>
          </a:prstGeom>
          <a:noFill/>
          <a:ln w="0">
            <a:noFill/>
          </a:ln>
        </p:spPr>
        <p:txBody>
          <a:bodyPr lIns="0" tIns="0" rIns="0" bIns="0"/>
          <a:lstStyle>
            <a:defPPr algn="l">
              <a:defRPr sz="1575" b="0">
                <a:solidFill>
                  <a:srgbClr val="607487"/>
                </a:solidFill>
              </a:defRPr>
            </a:defPPr>
            <a:lvl1pPr algn="l">
              <a:defRPr sz="1575" b="0">
                <a:solidFill>
                  <a:srgbClr val="607487"/>
                </a:solidFill>
              </a:defRPr>
            </a:lvl1pPr>
            <a:lvl2pPr algn="l">
              <a:defRPr sz="1575" b="0">
                <a:solidFill>
                  <a:srgbClr val="607487"/>
                </a:solidFill>
              </a:defRPr>
            </a:lvl2pPr>
            <a:lvl3pPr algn="l">
              <a:defRPr sz="1575" b="0">
                <a:solidFill>
                  <a:srgbClr val="607487"/>
                </a:solidFill>
              </a:defRPr>
            </a:lvl3pPr>
            <a:lvl4pPr algn="l">
              <a:defRPr sz="1575" b="0">
                <a:solidFill>
                  <a:srgbClr val="607487"/>
                </a:solidFill>
              </a:defRPr>
            </a:lvl4pPr>
            <a:lvl5pPr algn="l">
              <a:defRPr sz="1575" b="0">
                <a:solidFill>
                  <a:srgbClr val="607487"/>
                </a:solidFill>
              </a:defRPr>
            </a:lvl5pPr>
            <a:lvl6pPr algn="l">
              <a:defRPr sz="1575" b="0">
                <a:solidFill>
                  <a:srgbClr val="607487"/>
                </a:solidFill>
              </a:defRPr>
            </a:lvl6pPr>
            <a:lvl7pPr algn="l">
              <a:defRPr sz="1575" b="0">
                <a:solidFill>
                  <a:srgbClr val="607487"/>
                </a:solidFill>
              </a:defRPr>
            </a:lvl7pPr>
            <a:lvl8pPr algn="l">
              <a:defRPr sz="1575" b="0">
                <a:solidFill>
                  <a:srgbClr val="607487"/>
                </a:solidFill>
              </a:defRPr>
            </a:lvl8pPr>
            <a:lvl9pPr algn="l">
              <a:defRPr sz="1575" b="0">
                <a:solidFill>
                  <a:srgbClr val="607487"/>
                </a:solidFill>
              </a:defRPr>
            </a:lvl9pPr>
          </a:lstStyle>
          <a:p>
            <a:pPr algn="l">
              <a:defRPr sz="1575" b="0">
                <a:solidFill>
                  <a:srgbClr val="607487"/>
                </a:solidFill>
              </a:defRPr>
            </a:pPr>
            <a:r>
              <a:rPr sz="1575" b="0">
                <a:solidFill>
                  <a:srgbClr val="607487"/>
                </a:solidFill>
                <a:latin typeface="Inter"/>
                <a:ea typeface="Inter"/>
                <a:cs typeface="Inter"/>
              </a:rPr>
              <a:t>Scenario design vs flow, q = 2</a:t>
            </a:r>
          </a:p>
        </p:txBody>
      </p:sp>
      <p:sp>
        <p:nvSpPr>
          <p:cNvPr id="10" name="20.47% vs 20.35%">
            <a:extLst>
              <a:ext uri="{FF2B5EF4-FFF2-40B4-BE49-F238E27FC236}">
                <a16:creationId xmlns:a16="http://schemas.microsoft.com/office/drawing/2014/main" id="{BE813C24-1670-4FBE-A4AB-FA751606F2AB}"/>
              </a:ext>
            </a:extLst>
          </p:cNvPr>
          <p:cNvSpPr>
            <a:spLocks noGrp="1"/>
          </p:cNvSpPr>
          <p:nvPr/>
        </p:nvSpPr>
        <p:spPr>
          <a:xfrm>
            <a:off x="6524625" y="5381625"/>
            <a:ext cx="5143500" cy="476250"/>
          </a:xfrm>
          <a:prstGeom prst="rect">
            <a:avLst/>
          </a:prstGeom>
          <a:noFill/>
          <a:ln w="0">
            <a:noFill/>
          </a:ln>
        </p:spPr>
        <p:txBody>
          <a:bodyPr lIns="0" tIns="0" rIns="0" bIns="0"/>
          <a:lstStyle>
            <a:defPPr algn="l">
              <a:defRPr sz="2400" b="1">
                <a:solidFill>
                  <a:srgbClr val="F28C35"/>
                </a:solidFill>
              </a:defRPr>
            </a:defPPr>
            <a:lvl1pPr algn="l">
              <a:defRPr sz="2400" b="1">
                <a:solidFill>
                  <a:srgbClr val="F28C35"/>
                </a:solidFill>
              </a:defRPr>
            </a:lvl1pPr>
            <a:lvl2pPr algn="l">
              <a:defRPr sz="2400" b="1">
                <a:solidFill>
                  <a:srgbClr val="F28C35"/>
                </a:solidFill>
              </a:defRPr>
            </a:lvl2pPr>
            <a:lvl3pPr algn="l">
              <a:defRPr sz="2400" b="1">
                <a:solidFill>
                  <a:srgbClr val="F28C35"/>
                </a:solidFill>
              </a:defRPr>
            </a:lvl3pPr>
            <a:lvl4pPr algn="l">
              <a:defRPr sz="2400" b="1">
                <a:solidFill>
                  <a:srgbClr val="F28C35"/>
                </a:solidFill>
              </a:defRPr>
            </a:lvl4pPr>
            <a:lvl5pPr algn="l">
              <a:defRPr sz="2400" b="1">
                <a:solidFill>
                  <a:srgbClr val="F28C35"/>
                </a:solidFill>
              </a:defRPr>
            </a:lvl5pPr>
            <a:lvl6pPr algn="l">
              <a:defRPr sz="2400" b="1">
                <a:solidFill>
                  <a:srgbClr val="F28C35"/>
                </a:solidFill>
              </a:defRPr>
            </a:lvl6pPr>
            <a:lvl7pPr algn="l">
              <a:defRPr sz="2400" b="1">
                <a:solidFill>
                  <a:srgbClr val="F28C35"/>
                </a:solidFill>
              </a:defRPr>
            </a:lvl7pPr>
            <a:lvl8pPr algn="l">
              <a:defRPr sz="2400" b="1">
                <a:solidFill>
                  <a:srgbClr val="F28C35"/>
                </a:solidFill>
              </a:defRPr>
            </a:lvl8pPr>
            <a:lvl9pPr algn="l">
              <a:defRPr sz="2400" b="1">
                <a:solidFill>
                  <a:srgbClr val="F28C35"/>
                </a:solidFill>
              </a:defRPr>
            </a:lvl9pPr>
          </a:lstStyle>
          <a:p>
            <a:pPr algn="l">
              <a:defRPr sz="2400" b="1">
                <a:solidFill>
                  <a:srgbClr val="F28C35"/>
                </a:solidFill>
              </a:defRPr>
            </a:pPr>
            <a:r>
              <a:rPr sz="2400" b="1">
                <a:solidFill>
                  <a:srgbClr val="F28C35"/>
                </a:solidFill>
                <a:latin typeface="Inter"/>
                <a:ea typeface="Inter"/>
                <a:cs typeface="Inter"/>
              </a:rPr>
              <a:t>20.47% vs 20.35%</a:t>
            </a:r>
          </a:p>
        </p:txBody>
      </p:sp>
      <p:sp>
        <p:nvSpPr>
          <p:cNvPr id="11" name="Flow is slightly better at q = 2">
            <a:extLst>
              <a:ext uri="{FF2B5EF4-FFF2-40B4-BE49-F238E27FC236}">
                <a16:creationId xmlns:a16="http://schemas.microsoft.com/office/drawing/2014/main" id="{B2E0DDD7-E146-4FC7-BD4C-3B5D0532165A}"/>
              </a:ext>
            </a:extLst>
          </p:cNvPr>
          <p:cNvSpPr>
            <a:spLocks noGrp="1"/>
          </p:cNvSpPr>
          <p:nvPr/>
        </p:nvSpPr>
        <p:spPr>
          <a:xfrm>
            <a:off x="6524625" y="5829300"/>
            <a:ext cx="5143500" cy="295275"/>
          </a:xfrm>
          <a:prstGeom prst="rect">
            <a:avLst/>
          </a:prstGeom>
          <a:noFill/>
          <a:ln w="0">
            <a:noFill/>
          </a:ln>
        </p:spPr>
        <p:txBody>
          <a:bodyPr lIns="0" tIns="0" rIns="0" bIns="0"/>
          <a:lstStyle>
            <a:defPPr algn="l">
              <a:defRPr sz="1575" b="0">
                <a:solidFill>
                  <a:srgbClr val="607487"/>
                </a:solidFill>
              </a:defRPr>
            </a:defPPr>
            <a:lvl1pPr algn="l">
              <a:defRPr sz="1575" b="0">
                <a:solidFill>
                  <a:srgbClr val="607487"/>
                </a:solidFill>
              </a:defRPr>
            </a:lvl1pPr>
            <a:lvl2pPr algn="l">
              <a:defRPr sz="1575" b="0">
                <a:solidFill>
                  <a:srgbClr val="607487"/>
                </a:solidFill>
              </a:defRPr>
            </a:lvl2pPr>
            <a:lvl3pPr algn="l">
              <a:defRPr sz="1575" b="0">
                <a:solidFill>
                  <a:srgbClr val="607487"/>
                </a:solidFill>
              </a:defRPr>
            </a:lvl3pPr>
            <a:lvl4pPr algn="l">
              <a:defRPr sz="1575" b="0">
                <a:solidFill>
                  <a:srgbClr val="607487"/>
                </a:solidFill>
              </a:defRPr>
            </a:lvl4pPr>
            <a:lvl5pPr algn="l">
              <a:defRPr sz="1575" b="0">
                <a:solidFill>
                  <a:srgbClr val="607487"/>
                </a:solidFill>
              </a:defRPr>
            </a:lvl5pPr>
            <a:lvl6pPr algn="l">
              <a:defRPr sz="1575" b="0">
                <a:solidFill>
                  <a:srgbClr val="607487"/>
                </a:solidFill>
              </a:defRPr>
            </a:lvl6pPr>
            <a:lvl7pPr algn="l">
              <a:defRPr sz="1575" b="0">
                <a:solidFill>
                  <a:srgbClr val="607487"/>
                </a:solidFill>
              </a:defRPr>
            </a:lvl7pPr>
            <a:lvl8pPr algn="l">
              <a:defRPr sz="1575" b="0">
                <a:solidFill>
                  <a:srgbClr val="607487"/>
                </a:solidFill>
              </a:defRPr>
            </a:lvl8pPr>
            <a:lvl9pPr algn="l">
              <a:defRPr sz="1575" b="0">
                <a:solidFill>
                  <a:srgbClr val="607487"/>
                </a:solidFill>
              </a:defRPr>
            </a:lvl9pPr>
          </a:lstStyle>
          <a:p>
            <a:pPr algn="l">
              <a:defRPr sz="1575" b="0">
                <a:solidFill>
                  <a:srgbClr val="607487"/>
                </a:solidFill>
              </a:defRPr>
            </a:pPr>
            <a:r>
              <a:rPr sz="1575" b="0">
                <a:solidFill>
                  <a:srgbClr val="607487"/>
                </a:solidFill>
                <a:latin typeface="Inter"/>
                <a:ea typeface="Inter"/>
                <a:cs typeface="Inter"/>
              </a:rPr>
              <a:t>Flow is slightly better at q = 2</a:t>
            </a:r>
          </a:p>
        </p:txBody>
      </p:sp>
      <p:sp>
        <p:nvSpPr>
          <p:cNvPr id="12" name="Lower loss is better. Points average the worst eligible">
            <a:extLst>
              <a:ext uri="{FF2B5EF4-FFF2-40B4-BE49-F238E27FC236}">
                <a16:creationId xmlns:a16="http://schemas.microsoft.com/office/drawing/2014/main" id="{2375F141-F3B7-4460-A6D4-74ECAE75DB23}"/>
              </a:ext>
            </a:extLst>
          </p:cNvPr>
          <p:cNvSpPr>
            <a:spLocks noGrp="1"/>
          </p:cNvSpPr>
          <p:nvPr/>
        </p:nvSpPr>
        <p:spPr>
          <a:xfrm>
            <a:off x="590550" y="6134100"/>
            <a:ext cx="10858500" cy="428625"/>
          </a:xfrm>
          <a:prstGeom prst="rect">
            <a:avLst/>
          </a:prstGeom>
          <a:noFill/>
          <a:ln w="0">
            <a:noFill/>
          </a:ln>
        </p:spPr>
        <p:txBody>
          <a:bodyPr lIns="0" tIns="0" rIns="0" bIns="0"/>
          <a:lstStyle>
            <a:defPPr algn="l">
              <a:defRPr sz="1350" b="0">
                <a:solidFill>
                  <a:srgbClr val="607487"/>
                </a:solidFill>
              </a:defRPr>
            </a:defPPr>
            <a:lvl1pPr algn="l">
              <a:defRPr sz="1350" b="0">
                <a:solidFill>
                  <a:srgbClr val="607487"/>
                </a:solidFill>
              </a:defRPr>
            </a:lvl1pPr>
            <a:lvl2pPr algn="l">
              <a:defRPr sz="1350" b="0">
                <a:solidFill>
                  <a:srgbClr val="607487"/>
                </a:solidFill>
              </a:defRPr>
            </a:lvl2pPr>
            <a:lvl3pPr algn="l">
              <a:defRPr sz="1350" b="0">
                <a:solidFill>
                  <a:srgbClr val="607487"/>
                </a:solidFill>
              </a:defRPr>
            </a:lvl3pPr>
            <a:lvl4pPr algn="l">
              <a:defRPr sz="1350" b="0">
                <a:solidFill>
                  <a:srgbClr val="607487"/>
                </a:solidFill>
              </a:defRPr>
            </a:lvl4pPr>
            <a:lvl5pPr algn="l">
              <a:defRPr sz="1350" b="0">
                <a:solidFill>
                  <a:srgbClr val="607487"/>
                </a:solidFill>
              </a:defRPr>
            </a:lvl5pPr>
            <a:lvl6pPr algn="l">
              <a:defRPr sz="1350" b="0">
                <a:solidFill>
                  <a:srgbClr val="607487"/>
                </a:solidFill>
              </a:defRPr>
            </a:lvl6pPr>
            <a:lvl7pPr algn="l">
              <a:defRPr sz="1350" b="0">
                <a:solidFill>
                  <a:srgbClr val="607487"/>
                </a:solidFill>
              </a:defRPr>
            </a:lvl7pPr>
            <a:lvl8pPr algn="l">
              <a:defRPr sz="1350" b="0">
                <a:solidFill>
                  <a:srgbClr val="607487"/>
                </a:solidFill>
              </a:defRPr>
            </a:lvl8pPr>
            <a:lvl9pPr algn="l">
              <a:defRPr sz="1350" b="0">
                <a:solidFill>
                  <a:srgbClr val="607487"/>
                </a:solidFill>
              </a:defRPr>
            </a:lvl9pPr>
          </a:lstStyle>
          <a:p>
            <a:pPr algn="l">
              <a:defRPr sz="1350" b="0">
                <a:solidFill>
                  <a:srgbClr val="607487"/>
                </a:solidFill>
              </a:defRPr>
            </a:pPr>
            <a:r>
              <a:rPr sz="1350" b="0">
                <a:solidFill>
                  <a:srgbClr val="607487"/>
                </a:solidFill>
                <a:latin typeface="Inter"/>
                <a:ea typeface="Inter"/>
                <a:cs typeface="Inter"/>
              </a:rPr>
              <a:t>Lower loss is better. Points average the worst eligible attack in each held-out demand scenario.</a:t>
            </a:r>
          </a:p>
        </p:txBody>
      </p:sp>
    </p:spTree>
    <p:extLst>
      <p:ext uri="{BB962C8B-B14F-4D97-AF65-F5344CB8AC3E}">
        <p14:creationId xmlns:p14="http://schemas.microsoft.com/office/powerpoint/2010/main" val="2697624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riginal black template tab">
            <a:extLst>
              <a:ext uri="{FF2B5EF4-FFF2-40B4-BE49-F238E27FC236}">
                <a16:creationId xmlns:a16="http://schemas.microsoft.com/office/drawing/2014/main" id="{D10A9B98-BA33-4556-A4CB-9E03D4B8225C}"/>
              </a:ext>
            </a:extLst>
          </p:cNvPr>
          <p:cNvSpPr>
            <a:spLocks noGrp="1"/>
          </p:cNvSpPr>
          <p:nvPr/>
        </p:nvSpPr>
        <p:spPr>
          <a:xfrm>
            <a:off x="129521" y="0"/>
            <a:ext cx="2749481" cy="1364786"/>
          </a:xfrm>
          <a:custGeom>
            <a:avLst/>
            <a:gdLst/>
            <a:ahLst/>
            <a:cxnLst/>
            <a:rect l="0" t="0" r="0" b="0"/>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rgbClr val="000000"/>
          </a:solidFill>
          <a:ln w="0">
            <a:noFill/>
          </a:ln>
        </p:spPr>
      </p:sp>
      <p:sp>
        <p:nvSpPr>
          <p:cNvPr id="3" name="ROBUSTNESS">
            <a:extLst>
              <a:ext uri="{FF2B5EF4-FFF2-40B4-BE49-F238E27FC236}">
                <a16:creationId xmlns:a16="http://schemas.microsoft.com/office/drawing/2014/main" id="{3B497224-2A7B-40D0-8E9E-9D77CBD0C0DA}"/>
              </a:ext>
            </a:extLst>
          </p:cNvPr>
          <p:cNvSpPr>
            <a:spLocks noGrp="1"/>
          </p:cNvSpPr>
          <p:nvPr/>
        </p:nvSpPr>
        <p:spPr>
          <a:xfrm>
            <a:off x="295275" y="409575"/>
            <a:ext cx="2381250" cy="666750"/>
          </a:xfrm>
          <a:prstGeom prst="rect">
            <a:avLst/>
          </a:prstGeom>
          <a:noFill/>
          <a:ln w="0">
            <a:noFill/>
          </a:ln>
        </p:spPr>
        <p:txBody>
          <a:bodyPr lIns="0" tIns="0" rIns="0" bIns="0"/>
          <a:lstStyle>
            <a:defPPr algn="ctr">
              <a:defRPr sz="2250" b="0">
                <a:solidFill>
                  <a:srgbClr val="FFFFFF"/>
                </a:solidFill>
              </a:defRPr>
            </a:defPPr>
            <a:lvl1pPr algn="ctr">
              <a:defRPr sz="2250" b="0">
                <a:solidFill>
                  <a:srgbClr val="FFFFFF"/>
                </a:solidFill>
              </a:defRPr>
            </a:lvl1pPr>
            <a:lvl2pPr algn="ctr">
              <a:defRPr sz="2250" b="0">
                <a:solidFill>
                  <a:srgbClr val="FFFFFF"/>
                </a:solidFill>
              </a:defRPr>
            </a:lvl2pPr>
            <a:lvl3pPr algn="ctr">
              <a:defRPr sz="2250" b="0">
                <a:solidFill>
                  <a:srgbClr val="FFFFFF"/>
                </a:solidFill>
              </a:defRPr>
            </a:lvl3pPr>
            <a:lvl4pPr algn="ctr">
              <a:defRPr sz="2250" b="0">
                <a:solidFill>
                  <a:srgbClr val="FFFFFF"/>
                </a:solidFill>
              </a:defRPr>
            </a:lvl4pPr>
            <a:lvl5pPr algn="ctr">
              <a:defRPr sz="2250" b="0">
                <a:solidFill>
                  <a:srgbClr val="FFFFFF"/>
                </a:solidFill>
              </a:defRPr>
            </a:lvl5pPr>
            <a:lvl6pPr algn="ctr">
              <a:defRPr sz="2250" b="0">
                <a:solidFill>
                  <a:srgbClr val="FFFFFF"/>
                </a:solidFill>
              </a:defRPr>
            </a:lvl6pPr>
            <a:lvl7pPr algn="ctr">
              <a:defRPr sz="2250" b="0">
                <a:solidFill>
                  <a:srgbClr val="FFFFFF"/>
                </a:solidFill>
              </a:defRPr>
            </a:lvl7pPr>
            <a:lvl8pPr algn="ctr">
              <a:defRPr sz="2250" b="0">
                <a:solidFill>
                  <a:srgbClr val="FFFFFF"/>
                </a:solidFill>
              </a:defRPr>
            </a:lvl8pPr>
            <a:lvl9pPr algn="ctr">
              <a:defRPr sz="2250" b="0">
                <a:solidFill>
                  <a:srgbClr val="FFFFFF"/>
                </a:solidFill>
              </a:defRPr>
            </a:lvl9pPr>
          </a:lstStyle>
          <a:p>
            <a:pPr algn="ctr">
              <a:defRPr sz="2250" b="0">
                <a:solidFill>
                  <a:srgbClr val="FFFFFF"/>
                </a:solidFill>
              </a:defRPr>
            </a:pPr>
            <a:r>
              <a:rPr sz="2250" b="0">
                <a:solidFill>
                  <a:srgbClr val="FFFFFF"/>
                </a:solidFill>
                <a:latin typeface="Inter"/>
                <a:ea typeface="Inter"/>
                <a:cs typeface="Inter"/>
              </a:rPr>
              <a:t>ROBUSTNESS</a:t>
            </a:r>
          </a:p>
        </p:txBody>
      </p:sp>
      <p:sp>
        <p:nvSpPr>
          <p:cNvPr id="4" name="Protection under shifted conditions">
            <a:extLst>
              <a:ext uri="{FF2B5EF4-FFF2-40B4-BE49-F238E27FC236}">
                <a16:creationId xmlns:a16="http://schemas.microsoft.com/office/drawing/2014/main" id="{07B79F41-08E2-4FA0-B49E-C828198A4916}"/>
              </a:ext>
            </a:extLst>
          </p:cNvPr>
          <p:cNvSpPr>
            <a:spLocks noGrp="1"/>
          </p:cNvSpPr>
          <p:nvPr/>
        </p:nvSpPr>
        <p:spPr>
          <a:xfrm>
            <a:off x="3057525" y="381000"/>
            <a:ext cx="8572500" cy="1000125"/>
          </a:xfrm>
          <a:prstGeom prst="rect">
            <a:avLst/>
          </a:prstGeom>
          <a:noFill/>
          <a:ln w="0">
            <a:noFill/>
          </a:ln>
        </p:spPr>
        <p:txBody>
          <a:bodyPr lIns="0" tIns="0" rIns="0" bIns="0"/>
          <a:lstStyle>
            <a:defPPr algn="l">
              <a:defRPr sz="2700" b="1">
                <a:solidFill>
                  <a:srgbClr val="102235"/>
                </a:solidFill>
              </a:defRPr>
            </a:defPPr>
            <a:lvl1pPr algn="l">
              <a:defRPr sz="2700" b="1">
                <a:solidFill>
                  <a:srgbClr val="102235"/>
                </a:solidFill>
              </a:defRPr>
            </a:lvl1pPr>
            <a:lvl2pPr algn="l">
              <a:defRPr sz="2700" b="1">
                <a:solidFill>
                  <a:srgbClr val="102235"/>
                </a:solidFill>
              </a:defRPr>
            </a:lvl2pPr>
            <a:lvl3pPr algn="l">
              <a:defRPr sz="2700" b="1">
                <a:solidFill>
                  <a:srgbClr val="102235"/>
                </a:solidFill>
              </a:defRPr>
            </a:lvl3pPr>
            <a:lvl4pPr algn="l">
              <a:defRPr sz="2700" b="1">
                <a:solidFill>
                  <a:srgbClr val="102235"/>
                </a:solidFill>
              </a:defRPr>
            </a:lvl4pPr>
            <a:lvl5pPr algn="l">
              <a:defRPr sz="2700" b="1">
                <a:solidFill>
                  <a:srgbClr val="102235"/>
                </a:solidFill>
              </a:defRPr>
            </a:lvl5pPr>
            <a:lvl6pPr algn="l">
              <a:defRPr sz="2700" b="1">
                <a:solidFill>
                  <a:srgbClr val="102235"/>
                </a:solidFill>
              </a:defRPr>
            </a:lvl6pPr>
            <a:lvl7pPr algn="l">
              <a:defRPr sz="2700" b="1">
                <a:solidFill>
                  <a:srgbClr val="102235"/>
                </a:solidFill>
              </a:defRPr>
            </a:lvl7pPr>
            <a:lvl8pPr algn="l">
              <a:defRPr sz="2700" b="1">
                <a:solidFill>
                  <a:srgbClr val="102235"/>
                </a:solidFill>
              </a:defRPr>
            </a:lvl8pPr>
            <a:lvl9pPr algn="l">
              <a:defRPr sz="2700" b="1">
                <a:solidFill>
                  <a:srgbClr val="102235"/>
                </a:solidFill>
              </a:defRPr>
            </a:lvl9pPr>
          </a:lstStyle>
          <a:p>
            <a:pPr algn="l">
              <a:defRPr sz="2700" b="1">
                <a:solidFill>
                  <a:srgbClr val="102235"/>
                </a:solidFill>
              </a:defRPr>
            </a:pPr>
            <a:r>
              <a:rPr>
                <a:latin typeface="Inter Display"/>
                <a:ea typeface="Inter Display"/>
                <a:cs typeface="Inter Display"/>
              </a:rPr>
              <a:t>Protection under shifted conditions</a:t>
            </a:r>
          </a:p>
        </p:txBody>
      </p:sp>
      <p:sp>
        <p:nvSpPr>
          <p:cNvPr id="5" name="19">
            <a:extLst>
              <a:ext uri="{FF2B5EF4-FFF2-40B4-BE49-F238E27FC236}">
                <a16:creationId xmlns:a16="http://schemas.microsoft.com/office/drawing/2014/main" id="{4DB2361B-146D-4A13-AF46-180DCF828D9E}"/>
              </a:ext>
            </a:extLst>
          </p:cNvPr>
          <p:cNvSpPr>
            <a:spLocks noGrp="1"/>
          </p:cNvSpPr>
          <p:nvPr/>
        </p:nvSpPr>
        <p:spPr>
          <a:xfrm>
            <a:off x="11477625" y="6486525"/>
            <a:ext cx="361950" cy="209550"/>
          </a:xfrm>
          <a:prstGeom prst="rect">
            <a:avLst/>
          </a:prstGeom>
          <a:noFill/>
          <a:ln w="0">
            <a:noFill/>
          </a:ln>
        </p:spPr>
        <p:txBody>
          <a:bodyPr lIns="0" tIns="0" rIns="0" bIns="0"/>
          <a:lstStyle>
            <a:defPPr algn="r">
              <a:defRPr sz="1050" b="0">
                <a:solidFill>
                  <a:srgbClr val="0074AF"/>
                </a:solidFill>
              </a:defRPr>
            </a:defPPr>
            <a:lvl1pPr algn="r">
              <a:defRPr sz="1050" b="0">
                <a:solidFill>
                  <a:srgbClr val="0074AF"/>
                </a:solidFill>
              </a:defRPr>
            </a:lvl1pPr>
            <a:lvl2pPr algn="r">
              <a:defRPr sz="1050" b="0">
                <a:solidFill>
                  <a:srgbClr val="0074AF"/>
                </a:solidFill>
              </a:defRPr>
            </a:lvl2pPr>
            <a:lvl3pPr algn="r">
              <a:defRPr sz="1050" b="0">
                <a:solidFill>
                  <a:srgbClr val="0074AF"/>
                </a:solidFill>
              </a:defRPr>
            </a:lvl3pPr>
            <a:lvl4pPr algn="r">
              <a:defRPr sz="1050" b="0">
                <a:solidFill>
                  <a:srgbClr val="0074AF"/>
                </a:solidFill>
              </a:defRPr>
            </a:lvl4pPr>
            <a:lvl5pPr algn="r">
              <a:defRPr sz="1050" b="0">
                <a:solidFill>
                  <a:srgbClr val="0074AF"/>
                </a:solidFill>
              </a:defRPr>
            </a:lvl5pPr>
            <a:lvl6pPr algn="r">
              <a:defRPr sz="1050" b="0">
                <a:solidFill>
                  <a:srgbClr val="0074AF"/>
                </a:solidFill>
              </a:defRPr>
            </a:lvl6pPr>
            <a:lvl7pPr algn="r">
              <a:defRPr sz="1050" b="0">
                <a:solidFill>
                  <a:srgbClr val="0074AF"/>
                </a:solidFill>
              </a:defRPr>
            </a:lvl7pPr>
            <a:lvl8pPr algn="r">
              <a:defRPr sz="1050" b="0">
                <a:solidFill>
                  <a:srgbClr val="0074AF"/>
                </a:solidFill>
              </a:defRPr>
            </a:lvl8pPr>
            <a:lvl9pPr algn="r">
              <a:defRPr sz="1050" b="0">
                <a:solidFill>
                  <a:srgbClr val="0074AF"/>
                </a:solidFill>
              </a:defRPr>
            </a:lvl9pPr>
          </a:lstStyle>
          <a:p>
            <a:pPr algn="r">
              <a:defRPr sz="1050" b="0">
                <a:solidFill>
                  <a:srgbClr val="0074AF"/>
                </a:solidFill>
              </a:defRPr>
            </a:pPr>
            <a:r>
              <a:rPr sz="1050" b="0">
                <a:solidFill>
                  <a:srgbClr val="0074AF"/>
                </a:solidFill>
                <a:latin typeface="Inter"/>
                <a:ea typeface="Inter"/>
                <a:cs typeface="Inter"/>
              </a:rPr>
              <a:t>19</a:t>
            </a:r>
          </a:p>
        </p:txBody>
      </p:sp>
      <p:graphicFrame>
        <p:nvGraphicFramePr>
          <p:cNvPr id="6" name="Chart">
            <a:extLst>
              <a:ext uri="{FF2B5EF4-FFF2-40B4-BE49-F238E27FC236}">
                <a16:creationId xmlns:a16="http://schemas.microsoft.com/office/drawing/2014/main" id="{477D514E-C0CB-4E0A-94E6-46400652A9B1}"/>
              </a:ext>
            </a:extLst>
          </p:cNvPr>
          <p:cNvGraphicFramePr/>
          <p:nvPr/>
        </p:nvGraphicFramePr>
        <p:xfrm>
          <a:off x="571500" y="1704975"/>
          <a:ext cx="7334250" cy="4048125"/>
        </p:xfrm>
        <a:graphic>
          <a:graphicData uri="http://schemas.openxmlformats.org/drawingml/2006/chart">
            <c:chart xmlns:c="http://schemas.openxmlformats.org/drawingml/2006/chart" xmlns:r="http://schemas.openxmlformats.org/officeDocument/2006/relationships" r:id="rId3"/>
          </a:graphicData>
        </a:graphic>
      </p:graphicFrame>
      <p:sp>
        <p:nvSpPr>
          <p:cNvPr id="7" name="10 / 36">
            <a:extLst>
              <a:ext uri="{FF2B5EF4-FFF2-40B4-BE49-F238E27FC236}">
                <a16:creationId xmlns:a16="http://schemas.microsoft.com/office/drawing/2014/main" id="{E05A1DA5-07E7-4AA4-82EF-DEABBE3B332F}"/>
              </a:ext>
            </a:extLst>
          </p:cNvPr>
          <p:cNvSpPr>
            <a:spLocks noGrp="1"/>
          </p:cNvSpPr>
          <p:nvPr/>
        </p:nvSpPr>
        <p:spPr>
          <a:xfrm>
            <a:off x="8296275" y="1952625"/>
            <a:ext cx="3143250" cy="609600"/>
          </a:xfrm>
          <a:prstGeom prst="rect">
            <a:avLst/>
          </a:prstGeom>
          <a:noFill/>
          <a:ln w="0">
            <a:noFill/>
          </a:ln>
        </p:spPr>
        <p:txBody>
          <a:bodyPr lIns="0" tIns="0" rIns="0" bIns="0"/>
          <a:lstStyle>
            <a:defPPr algn="l">
              <a:defRPr sz="3675" b="1">
                <a:solidFill>
                  <a:srgbClr val="F28C35"/>
                </a:solidFill>
              </a:defRPr>
            </a:defPPr>
            <a:lvl1pPr algn="l">
              <a:defRPr sz="3675" b="1">
                <a:solidFill>
                  <a:srgbClr val="F28C35"/>
                </a:solidFill>
              </a:defRPr>
            </a:lvl1pPr>
            <a:lvl2pPr algn="l">
              <a:defRPr sz="3675" b="1">
                <a:solidFill>
                  <a:srgbClr val="F28C35"/>
                </a:solidFill>
              </a:defRPr>
            </a:lvl2pPr>
            <a:lvl3pPr algn="l">
              <a:defRPr sz="3675" b="1">
                <a:solidFill>
                  <a:srgbClr val="F28C35"/>
                </a:solidFill>
              </a:defRPr>
            </a:lvl3pPr>
            <a:lvl4pPr algn="l">
              <a:defRPr sz="3675" b="1">
                <a:solidFill>
                  <a:srgbClr val="F28C35"/>
                </a:solidFill>
              </a:defRPr>
            </a:lvl4pPr>
            <a:lvl5pPr algn="l">
              <a:defRPr sz="3675" b="1">
                <a:solidFill>
                  <a:srgbClr val="F28C35"/>
                </a:solidFill>
              </a:defRPr>
            </a:lvl5pPr>
            <a:lvl6pPr algn="l">
              <a:defRPr sz="3675" b="1">
                <a:solidFill>
                  <a:srgbClr val="F28C35"/>
                </a:solidFill>
              </a:defRPr>
            </a:lvl6pPr>
            <a:lvl7pPr algn="l">
              <a:defRPr sz="3675" b="1">
                <a:solidFill>
                  <a:srgbClr val="F28C35"/>
                </a:solidFill>
              </a:defRPr>
            </a:lvl7pPr>
            <a:lvl8pPr algn="l">
              <a:defRPr sz="3675" b="1">
                <a:solidFill>
                  <a:srgbClr val="F28C35"/>
                </a:solidFill>
              </a:defRPr>
            </a:lvl8pPr>
            <a:lvl9pPr algn="l">
              <a:defRPr sz="3675" b="1">
                <a:solidFill>
                  <a:srgbClr val="F28C35"/>
                </a:solidFill>
              </a:defRPr>
            </a:lvl9pPr>
          </a:lstStyle>
          <a:p>
            <a:pPr algn="l">
              <a:defRPr sz="3675" b="1">
                <a:solidFill>
                  <a:srgbClr val="F28C35"/>
                </a:solidFill>
              </a:defRPr>
            </a:pPr>
            <a:r>
              <a:rPr sz="3675" b="1">
                <a:solidFill>
                  <a:srgbClr val="F28C35"/>
                </a:solidFill>
                <a:latin typeface="Inter"/>
                <a:ea typeface="Inter"/>
                <a:cs typeface="Inter"/>
              </a:rPr>
              <a:t>10 / 36</a:t>
            </a:r>
          </a:p>
        </p:txBody>
      </p:sp>
      <p:sp>
        <p:nvSpPr>
          <p:cNvPr id="8" name="Feasible comparisons where scenario design loses to flo">
            <a:extLst>
              <a:ext uri="{FF2B5EF4-FFF2-40B4-BE49-F238E27FC236}">
                <a16:creationId xmlns:a16="http://schemas.microsoft.com/office/drawing/2014/main" id="{A46B3D93-F32F-4154-A25C-8709C0CE7A62}"/>
              </a:ext>
            </a:extLst>
          </p:cNvPr>
          <p:cNvSpPr>
            <a:spLocks noGrp="1"/>
          </p:cNvSpPr>
          <p:nvPr/>
        </p:nvSpPr>
        <p:spPr>
          <a:xfrm>
            <a:off x="8296275" y="2638425"/>
            <a:ext cx="3143250" cy="666750"/>
          </a:xfrm>
          <a:prstGeom prst="rect">
            <a:avLst/>
          </a:prstGeom>
          <a:noFill/>
          <a:ln w="0">
            <a:noFill/>
          </a:ln>
        </p:spPr>
        <p:txBody>
          <a:bodyPr lIns="0" tIns="0" rIns="0" bIns="0"/>
          <a:lstStyle>
            <a:defPPr algn="l">
              <a:defRPr sz="1725" b="0">
                <a:solidFill>
                  <a:srgbClr val="102235"/>
                </a:solidFill>
              </a:defRPr>
            </a:defPPr>
            <a:lvl1pPr algn="l">
              <a:defRPr sz="1725" b="0">
                <a:solidFill>
                  <a:srgbClr val="102235"/>
                </a:solidFill>
              </a:defRPr>
            </a:lvl1pPr>
            <a:lvl2pPr algn="l">
              <a:defRPr sz="1725" b="0">
                <a:solidFill>
                  <a:srgbClr val="102235"/>
                </a:solidFill>
              </a:defRPr>
            </a:lvl2pPr>
            <a:lvl3pPr algn="l">
              <a:defRPr sz="1725" b="0">
                <a:solidFill>
                  <a:srgbClr val="102235"/>
                </a:solidFill>
              </a:defRPr>
            </a:lvl3pPr>
            <a:lvl4pPr algn="l">
              <a:defRPr sz="1725" b="0">
                <a:solidFill>
                  <a:srgbClr val="102235"/>
                </a:solidFill>
              </a:defRPr>
            </a:lvl4pPr>
            <a:lvl5pPr algn="l">
              <a:defRPr sz="1725" b="0">
                <a:solidFill>
                  <a:srgbClr val="102235"/>
                </a:solidFill>
              </a:defRPr>
            </a:lvl5pPr>
            <a:lvl6pPr algn="l">
              <a:defRPr sz="1725" b="0">
                <a:solidFill>
                  <a:srgbClr val="102235"/>
                </a:solidFill>
              </a:defRPr>
            </a:lvl6pPr>
            <a:lvl7pPr algn="l">
              <a:defRPr sz="1725" b="0">
                <a:solidFill>
                  <a:srgbClr val="102235"/>
                </a:solidFill>
              </a:defRPr>
            </a:lvl7pPr>
            <a:lvl8pPr algn="l">
              <a:defRPr sz="1725" b="0">
                <a:solidFill>
                  <a:srgbClr val="102235"/>
                </a:solidFill>
              </a:defRPr>
            </a:lvl8pPr>
            <a:lvl9pPr algn="l">
              <a:defRPr sz="1725" b="0">
                <a:solidFill>
                  <a:srgbClr val="102235"/>
                </a:solidFill>
              </a:defRPr>
            </a:lvl9pPr>
          </a:lstStyle>
          <a:p>
            <a:pPr algn="l">
              <a:defRPr sz="1725" b="0">
                <a:solidFill>
                  <a:srgbClr val="102235"/>
                </a:solidFill>
              </a:defRPr>
            </a:pPr>
            <a:r>
              <a:rPr sz="1725" b="0">
                <a:solidFill>
                  <a:srgbClr val="102235"/>
                </a:solidFill>
                <a:latin typeface="Inter"/>
                <a:ea typeface="Inter"/>
                <a:cs typeface="Inter"/>
              </a:rPr>
              <a:t>Feasible comparisons where scenario design loses to flow</a:t>
            </a:r>
          </a:p>
        </p:txBody>
      </p:sp>
      <p:sp>
        <p:nvSpPr>
          <p:cNvPr id="9" name="35.48 pp">
            <a:extLst>
              <a:ext uri="{FF2B5EF4-FFF2-40B4-BE49-F238E27FC236}">
                <a16:creationId xmlns:a16="http://schemas.microsoft.com/office/drawing/2014/main" id="{0DE70540-5A3C-4933-9793-40301C0805EF}"/>
              </a:ext>
            </a:extLst>
          </p:cNvPr>
          <p:cNvSpPr>
            <a:spLocks noGrp="1"/>
          </p:cNvSpPr>
          <p:nvPr/>
        </p:nvSpPr>
        <p:spPr>
          <a:xfrm>
            <a:off x="8296275" y="4019550"/>
            <a:ext cx="3143250" cy="609600"/>
          </a:xfrm>
          <a:prstGeom prst="rect">
            <a:avLst/>
          </a:prstGeom>
          <a:noFill/>
          <a:ln w="0">
            <a:noFill/>
          </a:ln>
        </p:spPr>
        <p:txBody>
          <a:bodyPr lIns="0" tIns="0" rIns="0" bIns="0"/>
          <a:lstStyle>
            <a:defPPr algn="l">
              <a:defRPr sz="3675" b="1">
                <a:solidFill>
                  <a:srgbClr val="DF5540"/>
                </a:solidFill>
              </a:defRPr>
            </a:defPPr>
            <a:lvl1pPr algn="l">
              <a:defRPr sz="3675" b="1">
                <a:solidFill>
                  <a:srgbClr val="DF5540"/>
                </a:solidFill>
              </a:defRPr>
            </a:lvl1pPr>
            <a:lvl2pPr algn="l">
              <a:defRPr sz="3675" b="1">
                <a:solidFill>
                  <a:srgbClr val="DF5540"/>
                </a:solidFill>
              </a:defRPr>
            </a:lvl2pPr>
            <a:lvl3pPr algn="l">
              <a:defRPr sz="3675" b="1">
                <a:solidFill>
                  <a:srgbClr val="DF5540"/>
                </a:solidFill>
              </a:defRPr>
            </a:lvl3pPr>
            <a:lvl4pPr algn="l">
              <a:defRPr sz="3675" b="1">
                <a:solidFill>
                  <a:srgbClr val="DF5540"/>
                </a:solidFill>
              </a:defRPr>
            </a:lvl4pPr>
            <a:lvl5pPr algn="l">
              <a:defRPr sz="3675" b="1">
                <a:solidFill>
                  <a:srgbClr val="DF5540"/>
                </a:solidFill>
              </a:defRPr>
            </a:lvl5pPr>
            <a:lvl6pPr algn="l">
              <a:defRPr sz="3675" b="1">
                <a:solidFill>
                  <a:srgbClr val="DF5540"/>
                </a:solidFill>
              </a:defRPr>
            </a:lvl6pPr>
            <a:lvl7pPr algn="l">
              <a:defRPr sz="3675" b="1">
                <a:solidFill>
                  <a:srgbClr val="DF5540"/>
                </a:solidFill>
              </a:defRPr>
            </a:lvl7pPr>
            <a:lvl8pPr algn="l">
              <a:defRPr sz="3675" b="1">
                <a:solidFill>
                  <a:srgbClr val="DF5540"/>
                </a:solidFill>
              </a:defRPr>
            </a:lvl8pPr>
            <a:lvl9pPr algn="l">
              <a:defRPr sz="3675" b="1">
                <a:solidFill>
                  <a:srgbClr val="DF5540"/>
                </a:solidFill>
              </a:defRPr>
            </a:lvl9pPr>
          </a:lstStyle>
          <a:p>
            <a:pPr algn="l">
              <a:defRPr sz="3675" b="1">
                <a:solidFill>
                  <a:srgbClr val="DF5540"/>
                </a:solidFill>
              </a:defRPr>
            </a:pPr>
            <a:r>
              <a:rPr sz="3675" b="1">
                <a:solidFill>
                  <a:srgbClr val="DF5540"/>
                </a:solidFill>
                <a:latin typeface="Inter"/>
                <a:ea typeface="Inter"/>
                <a:cs typeface="Inter"/>
              </a:rPr>
              <a:t>35.48 pp</a:t>
            </a:r>
          </a:p>
        </p:txBody>
      </p:sp>
      <p:sp>
        <p:nvSpPr>
          <p:cNvPr id="10" name="Largest excess loss against flow">
            <a:extLst>
              <a:ext uri="{FF2B5EF4-FFF2-40B4-BE49-F238E27FC236}">
                <a16:creationId xmlns:a16="http://schemas.microsoft.com/office/drawing/2014/main" id="{C9681B5D-D1CE-4A57-836F-670138A5F6A2}"/>
              </a:ext>
            </a:extLst>
          </p:cNvPr>
          <p:cNvSpPr>
            <a:spLocks noGrp="1"/>
          </p:cNvSpPr>
          <p:nvPr/>
        </p:nvSpPr>
        <p:spPr>
          <a:xfrm>
            <a:off x="8296275" y="4705350"/>
            <a:ext cx="3143250" cy="666750"/>
          </a:xfrm>
          <a:prstGeom prst="rect">
            <a:avLst/>
          </a:prstGeom>
          <a:noFill/>
          <a:ln w="0">
            <a:noFill/>
          </a:ln>
        </p:spPr>
        <p:txBody>
          <a:bodyPr lIns="0" tIns="0" rIns="0" bIns="0"/>
          <a:lstStyle>
            <a:defPPr algn="l">
              <a:defRPr sz="1725" b="0">
                <a:solidFill>
                  <a:srgbClr val="102235"/>
                </a:solidFill>
              </a:defRPr>
            </a:defPPr>
            <a:lvl1pPr algn="l">
              <a:defRPr sz="1725" b="0">
                <a:solidFill>
                  <a:srgbClr val="102235"/>
                </a:solidFill>
              </a:defRPr>
            </a:lvl1pPr>
            <a:lvl2pPr algn="l">
              <a:defRPr sz="1725" b="0">
                <a:solidFill>
                  <a:srgbClr val="102235"/>
                </a:solidFill>
              </a:defRPr>
            </a:lvl2pPr>
            <a:lvl3pPr algn="l">
              <a:defRPr sz="1725" b="0">
                <a:solidFill>
                  <a:srgbClr val="102235"/>
                </a:solidFill>
              </a:defRPr>
            </a:lvl3pPr>
            <a:lvl4pPr algn="l">
              <a:defRPr sz="1725" b="0">
                <a:solidFill>
                  <a:srgbClr val="102235"/>
                </a:solidFill>
              </a:defRPr>
            </a:lvl4pPr>
            <a:lvl5pPr algn="l">
              <a:defRPr sz="1725" b="0">
                <a:solidFill>
                  <a:srgbClr val="102235"/>
                </a:solidFill>
              </a:defRPr>
            </a:lvl5pPr>
            <a:lvl6pPr algn="l">
              <a:defRPr sz="1725" b="0">
                <a:solidFill>
                  <a:srgbClr val="102235"/>
                </a:solidFill>
              </a:defRPr>
            </a:lvl6pPr>
            <a:lvl7pPr algn="l">
              <a:defRPr sz="1725" b="0">
                <a:solidFill>
                  <a:srgbClr val="102235"/>
                </a:solidFill>
              </a:defRPr>
            </a:lvl7pPr>
            <a:lvl8pPr algn="l">
              <a:defRPr sz="1725" b="0">
                <a:solidFill>
                  <a:srgbClr val="102235"/>
                </a:solidFill>
              </a:defRPr>
            </a:lvl8pPr>
            <a:lvl9pPr algn="l">
              <a:defRPr sz="1725" b="0">
                <a:solidFill>
                  <a:srgbClr val="102235"/>
                </a:solidFill>
              </a:defRPr>
            </a:lvl9pPr>
          </a:lstStyle>
          <a:p>
            <a:pPr algn="l">
              <a:defRPr sz="1725" b="0">
                <a:solidFill>
                  <a:srgbClr val="102235"/>
                </a:solidFill>
              </a:defRPr>
            </a:pPr>
            <a:r>
              <a:rPr sz="1725" b="0">
                <a:solidFill>
                  <a:srgbClr val="102235"/>
                </a:solidFill>
                <a:latin typeface="Inter"/>
                <a:ea typeface="Inter"/>
                <a:cs typeface="Inter"/>
              </a:rPr>
              <a:t>Largest excess loss against flow</a:t>
            </a:r>
          </a:p>
        </p:txBody>
      </p:sp>
      <p:sp>
        <p:nvSpPr>
          <p:cNvPr id="11" name="Plans stay fixed. 36 policy rows have infeasible intact">
            <a:extLst>
              <a:ext uri="{FF2B5EF4-FFF2-40B4-BE49-F238E27FC236}">
                <a16:creationId xmlns:a16="http://schemas.microsoft.com/office/drawing/2014/main" id="{5C183BDF-700F-4F3A-AF6B-BCD5E164B11E}"/>
              </a:ext>
            </a:extLst>
          </p:cNvPr>
          <p:cNvSpPr>
            <a:spLocks noGrp="1"/>
          </p:cNvSpPr>
          <p:nvPr/>
        </p:nvSpPr>
        <p:spPr>
          <a:xfrm>
            <a:off x="590550" y="6134100"/>
            <a:ext cx="10858500" cy="428625"/>
          </a:xfrm>
          <a:prstGeom prst="rect">
            <a:avLst/>
          </a:prstGeom>
          <a:noFill/>
          <a:ln w="0">
            <a:noFill/>
          </a:ln>
        </p:spPr>
        <p:txBody>
          <a:bodyPr lIns="0" tIns="0" rIns="0" bIns="0"/>
          <a:lstStyle>
            <a:defPPr algn="l">
              <a:defRPr sz="1350" b="0">
                <a:solidFill>
                  <a:srgbClr val="607487"/>
                </a:solidFill>
              </a:defRPr>
            </a:defPPr>
            <a:lvl1pPr algn="l">
              <a:defRPr sz="1350" b="0">
                <a:solidFill>
                  <a:srgbClr val="607487"/>
                </a:solidFill>
              </a:defRPr>
            </a:lvl1pPr>
            <a:lvl2pPr algn="l">
              <a:defRPr sz="1350" b="0">
                <a:solidFill>
                  <a:srgbClr val="607487"/>
                </a:solidFill>
              </a:defRPr>
            </a:lvl2pPr>
            <a:lvl3pPr algn="l">
              <a:defRPr sz="1350" b="0">
                <a:solidFill>
                  <a:srgbClr val="607487"/>
                </a:solidFill>
              </a:defRPr>
            </a:lvl3pPr>
            <a:lvl4pPr algn="l">
              <a:defRPr sz="1350" b="0">
                <a:solidFill>
                  <a:srgbClr val="607487"/>
                </a:solidFill>
              </a:defRPr>
            </a:lvl4pPr>
            <a:lvl5pPr algn="l">
              <a:defRPr sz="1350" b="0">
                <a:solidFill>
                  <a:srgbClr val="607487"/>
                </a:solidFill>
              </a:defRPr>
            </a:lvl5pPr>
            <a:lvl6pPr algn="l">
              <a:defRPr sz="1350" b="0">
                <a:solidFill>
                  <a:srgbClr val="607487"/>
                </a:solidFill>
              </a:defRPr>
            </a:lvl6pPr>
            <a:lvl7pPr algn="l">
              <a:defRPr sz="1350" b="0">
                <a:solidFill>
                  <a:srgbClr val="607487"/>
                </a:solidFill>
              </a:defRPr>
            </a:lvl7pPr>
            <a:lvl8pPr algn="l">
              <a:defRPr sz="1350" b="0">
                <a:solidFill>
                  <a:srgbClr val="607487"/>
                </a:solidFill>
              </a:defRPr>
            </a:lvl8pPr>
            <a:lvl9pPr algn="l">
              <a:defRPr sz="1350" b="0">
                <a:solidFill>
                  <a:srgbClr val="607487"/>
                </a:solidFill>
              </a:defRPr>
            </a:lvl9pPr>
          </a:lstStyle>
          <a:p>
            <a:pPr algn="l">
              <a:defRPr sz="1350" b="0">
                <a:solidFill>
                  <a:srgbClr val="607487"/>
                </a:solidFill>
              </a:defRPr>
            </a:pPr>
            <a:r>
              <a:rPr sz="1350" b="0">
                <a:solidFill>
                  <a:srgbClr val="607487"/>
                </a:solidFill>
                <a:latin typeface="Inter"/>
                <a:ea typeface="Inter"/>
                <a:cs typeface="Inter"/>
              </a:rPr>
              <a:t>Plans stay fixed. 36 policy rows have infeasible intact starts and remain separate from attack losses.</a:t>
            </a:r>
          </a:p>
        </p:txBody>
      </p:sp>
    </p:spTree>
    <p:extLst>
      <p:ext uri="{BB962C8B-B14F-4D97-AF65-F5344CB8AC3E}">
        <p14:creationId xmlns:p14="http://schemas.microsoft.com/office/powerpoint/2010/main" val="587910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riginal black template tab">
            <a:extLst>
              <a:ext uri="{FF2B5EF4-FFF2-40B4-BE49-F238E27FC236}">
                <a16:creationId xmlns:a16="http://schemas.microsoft.com/office/drawing/2014/main" id="{1C344ABA-E845-4C52-8700-F7924CE3D449}"/>
              </a:ext>
            </a:extLst>
          </p:cNvPr>
          <p:cNvSpPr>
            <a:spLocks noGrp="1"/>
          </p:cNvSpPr>
          <p:nvPr/>
        </p:nvSpPr>
        <p:spPr>
          <a:xfrm>
            <a:off x="129521" y="0"/>
            <a:ext cx="2749481" cy="1364786"/>
          </a:xfrm>
          <a:custGeom>
            <a:avLst/>
            <a:gdLst/>
            <a:ahLst/>
            <a:cxnLst/>
            <a:rect l="0" t="0" r="0" b="0"/>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rgbClr val="000000"/>
          </a:solidFill>
          <a:ln w="0">
            <a:noFill/>
          </a:ln>
        </p:spPr>
      </p:sp>
      <p:sp>
        <p:nvSpPr>
          <p:cNvPr id="3" name="EXTENSION 2">
            <a:extLst>
              <a:ext uri="{FF2B5EF4-FFF2-40B4-BE49-F238E27FC236}">
                <a16:creationId xmlns:a16="http://schemas.microsoft.com/office/drawing/2014/main" id="{4AF2D0A4-DB5F-462F-B088-7716A24D591A}"/>
              </a:ext>
            </a:extLst>
          </p:cNvPr>
          <p:cNvSpPr>
            <a:spLocks noGrp="1"/>
          </p:cNvSpPr>
          <p:nvPr/>
        </p:nvSpPr>
        <p:spPr>
          <a:xfrm>
            <a:off x="295275" y="409575"/>
            <a:ext cx="2381250" cy="666750"/>
          </a:xfrm>
          <a:prstGeom prst="rect">
            <a:avLst/>
          </a:prstGeom>
          <a:noFill/>
          <a:ln w="0">
            <a:noFill/>
          </a:ln>
        </p:spPr>
        <p:txBody>
          <a:bodyPr lIns="0" tIns="0" rIns="0" bIns="0"/>
          <a:lstStyle>
            <a:defPPr algn="ctr">
              <a:defRPr sz="2250" b="0">
                <a:solidFill>
                  <a:srgbClr val="FFFFFF"/>
                </a:solidFill>
              </a:defRPr>
            </a:defPPr>
            <a:lvl1pPr algn="ctr">
              <a:defRPr sz="2250" b="0">
                <a:solidFill>
                  <a:srgbClr val="FFFFFF"/>
                </a:solidFill>
              </a:defRPr>
            </a:lvl1pPr>
            <a:lvl2pPr algn="ctr">
              <a:defRPr sz="2250" b="0">
                <a:solidFill>
                  <a:srgbClr val="FFFFFF"/>
                </a:solidFill>
              </a:defRPr>
            </a:lvl2pPr>
            <a:lvl3pPr algn="ctr">
              <a:defRPr sz="2250" b="0">
                <a:solidFill>
                  <a:srgbClr val="FFFFFF"/>
                </a:solidFill>
              </a:defRPr>
            </a:lvl3pPr>
            <a:lvl4pPr algn="ctr">
              <a:defRPr sz="2250" b="0">
                <a:solidFill>
                  <a:srgbClr val="FFFFFF"/>
                </a:solidFill>
              </a:defRPr>
            </a:lvl4pPr>
            <a:lvl5pPr algn="ctr">
              <a:defRPr sz="2250" b="0">
                <a:solidFill>
                  <a:srgbClr val="FFFFFF"/>
                </a:solidFill>
              </a:defRPr>
            </a:lvl5pPr>
            <a:lvl6pPr algn="ctr">
              <a:defRPr sz="2250" b="0">
                <a:solidFill>
                  <a:srgbClr val="FFFFFF"/>
                </a:solidFill>
              </a:defRPr>
            </a:lvl6pPr>
            <a:lvl7pPr algn="ctr">
              <a:defRPr sz="2250" b="0">
                <a:solidFill>
                  <a:srgbClr val="FFFFFF"/>
                </a:solidFill>
              </a:defRPr>
            </a:lvl7pPr>
            <a:lvl8pPr algn="ctr">
              <a:defRPr sz="2250" b="0">
                <a:solidFill>
                  <a:srgbClr val="FFFFFF"/>
                </a:solidFill>
              </a:defRPr>
            </a:lvl8pPr>
            <a:lvl9pPr algn="ctr">
              <a:defRPr sz="2250" b="0">
                <a:solidFill>
                  <a:srgbClr val="FFFFFF"/>
                </a:solidFill>
              </a:defRPr>
            </a:lvl9pPr>
          </a:lstStyle>
          <a:p>
            <a:pPr algn="ctr">
              <a:defRPr sz="2250" b="0">
                <a:solidFill>
                  <a:srgbClr val="FFFFFF"/>
                </a:solidFill>
              </a:defRPr>
            </a:pPr>
            <a:r>
              <a:rPr sz="2250" b="0">
                <a:solidFill>
                  <a:srgbClr val="FFFFFF"/>
                </a:solidFill>
                <a:latin typeface="Inter"/>
                <a:ea typeface="Inter"/>
                <a:cs typeface="Inter"/>
              </a:rPr>
              <a:t>EXTENSION 2</a:t>
            </a:r>
          </a:p>
        </p:txBody>
      </p:sp>
      <p:sp>
        <p:nvSpPr>
          <p:cNvPr id="4" name="Variable response windows">
            <a:extLst>
              <a:ext uri="{FF2B5EF4-FFF2-40B4-BE49-F238E27FC236}">
                <a16:creationId xmlns:a16="http://schemas.microsoft.com/office/drawing/2014/main" id="{7570360D-880C-4809-B23A-88FDDB891030}"/>
              </a:ext>
            </a:extLst>
          </p:cNvPr>
          <p:cNvSpPr>
            <a:spLocks noGrp="1"/>
          </p:cNvSpPr>
          <p:nvPr/>
        </p:nvSpPr>
        <p:spPr>
          <a:xfrm>
            <a:off x="3057525" y="381000"/>
            <a:ext cx="8572500" cy="1000125"/>
          </a:xfrm>
          <a:prstGeom prst="rect">
            <a:avLst/>
          </a:prstGeom>
          <a:noFill/>
          <a:ln w="0">
            <a:noFill/>
          </a:ln>
        </p:spPr>
        <p:txBody>
          <a:bodyPr lIns="0" tIns="0" rIns="0" bIns="0"/>
          <a:lstStyle>
            <a:defPPr algn="l">
              <a:defRPr sz="2700" b="1">
                <a:solidFill>
                  <a:srgbClr val="102235"/>
                </a:solidFill>
              </a:defRPr>
            </a:defPPr>
            <a:lvl1pPr algn="l">
              <a:defRPr sz="2700" b="1">
                <a:solidFill>
                  <a:srgbClr val="102235"/>
                </a:solidFill>
              </a:defRPr>
            </a:lvl1pPr>
            <a:lvl2pPr algn="l">
              <a:defRPr sz="2700" b="1">
                <a:solidFill>
                  <a:srgbClr val="102235"/>
                </a:solidFill>
              </a:defRPr>
            </a:lvl2pPr>
            <a:lvl3pPr algn="l">
              <a:defRPr sz="2700" b="1">
                <a:solidFill>
                  <a:srgbClr val="102235"/>
                </a:solidFill>
              </a:defRPr>
            </a:lvl3pPr>
            <a:lvl4pPr algn="l">
              <a:defRPr sz="2700" b="1">
                <a:solidFill>
                  <a:srgbClr val="102235"/>
                </a:solidFill>
              </a:defRPr>
            </a:lvl4pPr>
            <a:lvl5pPr algn="l">
              <a:defRPr sz="2700" b="1">
                <a:solidFill>
                  <a:srgbClr val="102235"/>
                </a:solidFill>
              </a:defRPr>
            </a:lvl5pPr>
            <a:lvl6pPr algn="l">
              <a:defRPr sz="2700" b="1">
                <a:solidFill>
                  <a:srgbClr val="102235"/>
                </a:solidFill>
              </a:defRPr>
            </a:lvl6pPr>
            <a:lvl7pPr algn="l">
              <a:defRPr sz="2700" b="1">
                <a:solidFill>
                  <a:srgbClr val="102235"/>
                </a:solidFill>
              </a:defRPr>
            </a:lvl7pPr>
            <a:lvl8pPr algn="l">
              <a:defRPr sz="2700" b="1">
                <a:solidFill>
                  <a:srgbClr val="102235"/>
                </a:solidFill>
              </a:defRPr>
            </a:lvl8pPr>
            <a:lvl9pPr algn="l">
              <a:defRPr sz="2700" b="1">
                <a:solidFill>
                  <a:srgbClr val="102235"/>
                </a:solidFill>
              </a:defRPr>
            </a:lvl9pPr>
          </a:lstStyle>
          <a:p>
            <a:pPr algn="l">
              <a:defRPr sz="2700" b="1">
                <a:solidFill>
                  <a:srgbClr val="102235"/>
                </a:solidFill>
              </a:defRPr>
            </a:pPr>
            <a:r>
              <a:rPr>
                <a:latin typeface="Inter Display"/>
                <a:ea typeface="Inter Display"/>
                <a:cs typeface="Inter Display"/>
              </a:rPr>
              <a:t>Variable response windows</a:t>
            </a:r>
          </a:p>
        </p:txBody>
      </p:sp>
      <p:sp>
        <p:nvSpPr>
          <p:cNvPr id="5" name="20">
            <a:extLst>
              <a:ext uri="{FF2B5EF4-FFF2-40B4-BE49-F238E27FC236}">
                <a16:creationId xmlns:a16="http://schemas.microsoft.com/office/drawing/2014/main" id="{00B202B2-159D-4F00-A977-5A612F2E290A}"/>
              </a:ext>
            </a:extLst>
          </p:cNvPr>
          <p:cNvSpPr>
            <a:spLocks noGrp="1"/>
          </p:cNvSpPr>
          <p:nvPr/>
        </p:nvSpPr>
        <p:spPr>
          <a:xfrm>
            <a:off x="11477625" y="6486525"/>
            <a:ext cx="361950" cy="209550"/>
          </a:xfrm>
          <a:prstGeom prst="rect">
            <a:avLst/>
          </a:prstGeom>
          <a:noFill/>
          <a:ln w="0">
            <a:noFill/>
          </a:ln>
        </p:spPr>
        <p:txBody>
          <a:bodyPr lIns="0" tIns="0" rIns="0" bIns="0"/>
          <a:lstStyle>
            <a:defPPr algn="r">
              <a:defRPr sz="1050" b="0">
                <a:solidFill>
                  <a:srgbClr val="0074AF"/>
                </a:solidFill>
              </a:defRPr>
            </a:defPPr>
            <a:lvl1pPr algn="r">
              <a:defRPr sz="1050" b="0">
                <a:solidFill>
                  <a:srgbClr val="0074AF"/>
                </a:solidFill>
              </a:defRPr>
            </a:lvl1pPr>
            <a:lvl2pPr algn="r">
              <a:defRPr sz="1050" b="0">
                <a:solidFill>
                  <a:srgbClr val="0074AF"/>
                </a:solidFill>
              </a:defRPr>
            </a:lvl2pPr>
            <a:lvl3pPr algn="r">
              <a:defRPr sz="1050" b="0">
                <a:solidFill>
                  <a:srgbClr val="0074AF"/>
                </a:solidFill>
              </a:defRPr>
            </a:lvl3pPr>
            <a:lvl4pPr algn="r">
              <a:defRPr sz="1050" b="0">
                <a:solidFill>
                  <a:srgbClr val="0074AF"/>
                </a:solidFill>
              </a:defRPr>
            </a:lvl4pPr>
            <a:lvl5pPr algn="r">
              <a:defRPr sz="1050" b="0">
                <a:solidFill>
                  <a:srgbClr val="0074AF"/>
                </a:solidFill>
              </a:defRPr>
            </a:lvl5pPr>
            <a:lvl6pPr algn="r">
              <a:defRPr sz="1050" b="0">
                <a:solidFill>
                  <a:srgbClr val="0074AF"/>
                </a:solidFill>
              </a:defRPr>
            </a:lvl6pPr>
            <a:lvl7pPr algn="r">
              <a:defRPr sz="1050" b="0">
                <a:solidFill>
                  <a:srgbClr val="0074AF"/>
                </a:solidFill>
              </a:defRPr>
            </a:lvl7pPr>
            <a:lvl8pPr algn="r">
              <a:defRPr sz="1050" b="0">
                <a:solidFill>
                  <a:srgbClr val="0074AF"/>
                </a:solidFill>
              </a:defRPr>
            </a:lvl8pPr>
            <a:lvl9pPr algn="r">
              <a:defRPr sz="1050" b="0">
                <a:solidFill>
                  <a:srgbClr val="0074AF"/>
                </a:solidFill>
              </a:defRPr>
            </a:lvl9pPr>
          </a:lstStyle>
          <a:p>
            <a:pPr algn="r">
              <a:defRPr sz="1050" b="0">
                <a:solidFill>
                  <a:srgbClr val="0074AF"/>
                </a:solidFill>
              </a:defRPr>
            </a:pPr>
            <a:r>
              <a:rPr sz="1050" b="0">
                <a:solidFill>
                  <a:srgbClr val="0074AF"/>
                </a:solidFill>
                <a:latin typeface="Inter"/>
                <a:ea typeface="Inter"/>
                <a:cs typeface="Inter"/>
              </a:rPr>
              <a:t>20</a:t>
            </a:r>
          </a:p>
        </p:txBody>
      </p:sp>
      <p:graphicFrame>
        <p:nvGraphicFramePr>
          <p:cNvPr id="6" name="Chart">
            <a:extLst>
              <a:ext uri="{FF2B5EF4-FFF2-40B4-BE49-F238E27FC236}">
                <a16:creationId xmlns:a16="http://schemas.microsoft.com/office/drawing/2014/main" id="{13347D6F-BE26-4FA0-93D3-7EA001EB2A77}"/>
              </a:ext>
            </a:extLst>
          </p:cNvPr>
          <p:cNvGraphicFramePr/>
          <p:nvPr/>
        </p:nvGraphicFramePr>
        <p:xfrm>
          <a:off x="590550" y="1752600"/>
          <a:ext cx="7334250" cy="4010025"/>
        </p:xfrm>
        <a:graphic>
          <a:graphicData uri="http://schemas.openxmlformats.org/drawingml/2006/chart">
            <c:chart xmlns:c="http://schemas.openxmlformats.org/drawingml/2006/chart" xmlns:r="http://schemas.openxmlformats.org/officeDocument/2006/relationships" r:id="rId3"/>
          </a:graphicData>
        </a:graphic>
      </p:graphicFrame>
      <p:sp>
        <p:nvSpPr>
          <p:cNvPr id="7" name="Three decisions each">
            <a:extLst>
              <a:ext uri="{FF2B5EF4-FFF2-40B4-BE49-F238E27FC236}">
                <a16:creationId xmlns:a16="http://schemas.microsoft.com/office/drawing/2014/main" id="{83414824-B328-4A66-81C8-64F98154ABCD}"/>
              </a:ext>
            </a:extLst>
          </p:cNvPr>
          <p:cNvSpPr>
            <a:spLocks noGrp="1"/>
          </p:cNvSpPr>
          <p:nvPr/>
        </p:nvSpPr>
        <p:spPr>
          <a:xfrm>
            <a:off x="8296275" y="2133600"/>
            <a:ext cx="3238500" cy="476250"/>
          </a:xfrm>
          <a:prstGeom prst="rect">
            <a:avLst/>
          </a:prstGeom>
          <a:noFill/>
          <a:ln w="0">
            <a:noFill/>
          </a:ln>
        </p:spPr>
        <p:txBody>
          <a:bodyPr lIns="0" tIns="0" rIns="0" bIns="0"/>
          <a:lstStyle>
            <a:defPPr algn="l">
              <a:defRPr sz="2175" b="1">
                <a:solidFill>
                  <a:srgbClr val="0074AF"/>
                </a:solidFill>
              </a:defRPr>
            </a:defPPr>
            <a:lvl1pPr algn="l">
              <a:defRPr sz="2175" b="1">
                <a:solidFill>
                  <a:srgbClr val="0074AF"/>
                </a:solidFill>
              </a:defRPr>
            </a:lvl1pPr>
            <a:lvl2pPr algn="l">
              <a:defRPr sz="2175" b="1">
                <a:solidFill>
                  <a:srgbClr val="0074AF"/>
                </a:solidFill>
              </a:defRPr>
            </a:lvl2pPr>
            <a:lvl3pPr algn="l">
              <a:defRPr sz="2175" b="1">
                <a:solidFill>
                  <a:srgbClr val="0074AF"/>
                </a:solidFill>
              </a:defRPr>
            </a:lvl3pPr>
            <a:lvl4pPr algn="l">
              <a:defRPr sz="2175" b="1">
                <a:solidFill>
                  <a:srgbClr val="0074AF"/>
                </a:solidFill>
              </a:defRPr>
            </a:lvl4pPr>
            <a:lvl5pPr algn="l">
              <a:defRPr sz="2175" b="1">
                <a:solidFill>
                  <a:srgbClr val="0074AF"/>
                </a:solidFill>
              </a:defRPr>
            </a:lvl5pPr>
            <a:lvl6pPr algn="l">
              <a:defRPr sz="2175" b="1">
                <a:solidFill>
                  <a:srgbClr val="0074AF"/>
                </a:solidFill>
              </a:defRPr>
            </a:lvl6pPr>
            <a:lvl7pPr algn="l">
              <a:defRPr sz="2175" b="1">
                <a:solidFill>
                  <a:srgbClr val="0074AF"/>
                </a:solidFill>
              </a:defRPr>
            </a:lvl7pPr>
            <a:lvl8pPr algn="l">
              <a:defRPr sz="2175" b="1">
                <a:solidFill>
                  <a:srgbClr val="0074AF"/>
                </a:solidFill>
              </a:defRPr>
            </a:lvl8pPr>
            <a:lvl9pPr algn="l">
              <a:defRPr sz="2175" b="1">
                <a:solidFill>
                  <a:srgbClr val="0074AF"/>
                </a:solidFill>
              </a:defRPr>
            </a:lvl9pPr>
          </a:lstStyle>
          <a:p>
            <a:pPr algn="l">
              <a:defRPr sz="2175" b="1">
                <a:solidFill>
                  <a:srgbClr val="0074AF"/>
                </a:solidFill>
              </a:defRPr>
            </a:pPr>
            <a:r>
              <a:rPr sz="2175" b="1">
                <a:solidFill>
                  <a:srgbClr val="0074AF"/>
                </a:solidFill>
                <a:latin typeface="Inter"/>
                <a:ea typeface="Inter"/>
                <a:cs typeface="Inter"/>
              </a:rPr>
              <a:t>Three decisions each</a:t>
            </a:r>
          </a:p>
        </p:txBody>
      </p:sp>
      <p:sp>
        <p:nvSpPr>
          <p:cNvPr id="8" name="Sequential: one new failure in each window.">
            <a:extLst>
              <a:ext uri="{FF2B5EF4-FFF2-40B4-BE49-F238E27FC236}">
                <a16:creationId xmlns:a16="http://schemas.microsoft.com/office/drawing/2014/main" id="{D726C928-DD2C-4731-B9AE-43D0B213C0B3}"/>
              </a:ext>
            </a:extLst>
          </p:cNvPr>
          <p:cNvSpPr>
            <a:spLocks noGrp="1"/>
          </p:cNvSpPr>
          <p:nvPr/>
        </p:nvSpPr>
        <p:spPr>
          <a:xfrm>
            <a:off x="8296275" y="2886075"/>
            <a:ext cx="3143250" cy="876300"/>
          </a:xfrm>
          <a:prstGeom prst="rect">
            <a:avLst/>
          </a:prstGeom>
          <a:noFill/>
          <a:ln w="0">
            <a:noFill/>
          </a:ln>
        </p:spPr>
        <p:txBody>
          <a:bodyPr lIns="0" tIns="0" rIns="0" bIns="0"/>
          <a:lstStyle>
            <a:defPPr algn="l">
              <a:defRPr sz="1950" b="0">
                <a:solidFill>
                  <a:srgbClr val="102235"/>
                </a:solidFill>
              </a:defRPr>
            </a:defPPr>
            <a:lvl1pPr algn="l">
              <a:defRPr sz="1950" b="0">
                <a:solidFill>
                  <a:srgbClr val="102235"/>
                </a:solidFill>
              </a:defRPr>
            </a:lvl1pPr>
            <a:lvl2pPr algn="l">
              <a:defRPr sz="1950" b="0">
                <a:solidFill>
                  <a:srgbClr val="102235"/>
                </a:solidFill>
              </a:defRPr>
            </a:lvl2pPr>
            <a:lvl3pPr algn="l">
              <a:defRPr sz="1950" b="0">
                <a:solidFill>
                  <a:srgbClr val="102235"/>
                </a:solidFill>
              </a:defRPr>
            </a:lvl3pPr>
            <a:lvl4pPr algn="l">
              <a:defRPr sz="1950" b="0">
                <a:solidFill>
                  <a:srgbClr val="102235"/>
                </a:solidFill>
              </a:defRPr>
            </a:lvl4pPr>
            <a:lvl5pPr algn="l">
              <a:defRPr sz="1950" b="0">
                <a:solidFill>
                  <a:srgbClr val="102235"/>
                </a:solidFill>
              </a:defRPr>
            </a:lvl5pPr>
            <a:lvl6pPr algn="l">
              <a:defRPr sz="1950" b="0">
                <a:solidFill>
                  <a:srgbClr val="102235"/>
                </a:solidFill>
              </a:defRPr>
            </a:lvl6pPr>
            <a:lvl7pPr algn="l">
              <a:defRPr sz="1950" b="0">
                <a:solidFill>
                  <a:srgbClr val="102235"/>
                </a:solidFill>
              </a:defRPr>
            </a:lvl7pPr>
            <a:lvl8pPr algn="l">
              <a:defRPr sz="1950" b="0">
                <a:solidFill>
                  <a:srgbClr val="102235"/>
                </a:solidFill>
              </a:defRPr>
            </a:lvl8pPr>
            <a:lvl9pPr algn="l">
              <a:defRPr sz="1950" b="0">
                <a:solidFill>
                  <a:srgbClr val="102235"/>
                </a:solidFill>
              </a:defRPr>
            </a:lvl9pPr>
          </a:lstStyle>
          <a:p>
            <a:pPr algn="l">
              <a:defRPr sz="1950" b="0">
                <a:solidFill>
                  <a:srgbClr val="102235"/>
                </a:solidFill>
              </a:defRPr>
            </a:pPr>
            <a:r>
              <a:rPr sz="1950" b="0">
                <a:solidFill>
                  <a:srgbClr val="102235"/>
                </a:solidFill>
                <a:latin typeface="Inter"/>
                <a:ea typeface="Inter"/>
                <a:cs typeface="Inter"/>
              </a:rPr>
              <a:t>Sequential: one new failure in each window.</a:t>
            </a:r>
          </a:p>
        </p:txBody>
      </p:sp>
      <p:sp>
        <p:nvSpPr>
          <p:cNvPr id="9" name="Simultaneous: all failures in the first window, then tw">
            <a:extLst>
              <a:ext uri="{FF2B5EF4-FFF2-40B4-BE49-F238E27FC236}">
                <a16:creationId xmlns:a16="http://schemas.microsoft.com/office/drawing/2014/main" id="{E5975827-9A03-48CB-AE0E-9E902D995B35}"/>
              </a:ext>
            </a:extLst>
          </p:cNvPr>
          <p:cNvSpPr>
            <a:spLocks noGrp="1"/>
          </p:cNvSpPr>
          <p:nvPr/>
        </p:nvSpPr>
        <p:spPr>
          <a:xfrm>
            <a:off x="8296275" y="3990975"/>
            <a:ext cx="3143250" cy="1276350"/>
          </a:xfrm>
          <a:prstGeom prst="rect">
            <a:avLst/>
          </a:prstGeom>
          <a:noFill/>
          <a:ln w="0">
            <a:noFill/>
          </a:ln>
        </p:spPr>
        <p:txBody>
          <a:bodyPr lIns="0" tIns="0" rIns="0" bIns="0"/>
          <a:lstStyle>
            <a:defPPr algn="l">
              <a:defRPr sz="1950" b="0">
                <a:solidFill>
                  <a:srgbClr val="102235"/>
                </a:solidFill>
              </a:defRPr>
            </a:defPPr>
            <a:lvl1pPr algn="l">
              <a:defRPr sz="1950" b="0">
                <a:solidFill>
                  <a:srgbClr val="102235"/>
                </a:solidFill>
              </a:defRPr>
            </a:lvl1pPr>
            <a:lvl2pPr algn="l">
              <a:defRPr sz="1950" b="0">
                <a:solidFill>
                  <a:srgbClr val="102235"/>
                </a:solidFill>
              </a:defRPr>
            </a:lvl2pPr>
            <a:lvl3pPr algn="l">
              <a:defRPr sz="1950" b="0">
                <a:solidFill>
                  <a:srgbClr val="102235"/>
                </a:solidFill>
              </a:defRPr>
            </a:lvl3pPr>
            <a:lvl4pPr algn="l">
              <a:defRPr sz="1950" b="0">
                <a:solidFill>
                  <a:srgbClr val="102235"/>
                </a:solidFill>
              </a:defRPr>
            </a:lvl4pPr>
            <a:lvl5pPr algn="l">
              <a:defRPr sz="1950" b="0">
                <a:solidFill>
                  <a:srgbClr val="102235"/>
                </a:solidFill>
              </a:defRPr>
            </a:lvl5pPr>
            <a:lvl6pPr algn="l">
              <a:defRPr sz="1950" b="0">
                <a:solidFill>
                  <a:srgbClr val="102235"/>
                </a:solidFill>
              </a:defRPr>
            </a:lvl6pPr>
            <a:lvl7pPr algn="l">
              <a:defRPr sz="1950" b="0">
                <a:solidFill>
                  <a:srgbClr val="102235"/>
                </a:solidFill>
              </a:defRPr>
            </a:lvl7pPr>
            <a:lvl8pPr algn="l">
              <a:defRPr sz="1950" b="0">
                <a:solidFill>
                  <a:srgbClr val="102235"/>
                </a:solidFill>
              </a:defRPr>
            </a:lvl8pPr>
            <a:lvl9pPr algn="l">
              <a:defRPr sz="1950" b="0">
                <a:solidFill>
                  <a:srgbClr val="102235"/>
                </a:solidFill>
              </a:defRPr>
            </a:lvl9pPr>
          </a:lstStyle>
          <a:p>
            <a:pPr algn="l">
              <a:defRPr sz="1950" b="0">
                <a:solidFill>
                  <a:srgbClr val="102235"/>
                </a:solidFill>
              </a:defRPr>
            </a:pPr>
            <a:r>
              <a:rPr sz="1950" b="0">
                <a:solidFill>
                  <a:srgbClr val="102235"/>
                </a:solidFill>
                <a:latin typeface="Inter"/>
                <a:ea typeface="Inter"/>
                <a:cs typeface="Inter"/>
              </a:rPr>
              <a:t>Simultaneous: all failures in the first window, then two more responses.</a:t>
            </a:r>
          </a:p>
        </p:txBody>
      </p:sp>
      <p:sp>
        <p:nvSpPr>
          <p:cNvPr id="10" name="Longer windows allow more generator adjustment. Sensiti">
            <a:extLst>
              <a:ext uri="{FF2B5EF4-FFF2-40B4-BE49-F238E27FC236}">
                <a16:creationId xmlns:a16="http://schemas.microsoft.com/office/drawing/2014/main" id="{F7246D1E-2155-488E-9982-010B49319B2C}"/>
              </a:ext>
            </a:extLst>
          </p:cNvPr>
          <p:cNvSpPr>
            <a:spLocks noGrp="1"/>
          </p:cNvSpPr>
          <p:nvPr/>
        </p:nvSpPr>
        <p:spPr>
          <a:xfrm>
            <a:off x="590550" y="6134100"/>
            <a:ext cx="10858500" cy="428625"/>
          </a:xfrm>
          <a:prstGeom prst="rect">
            <a:avLst/>
          </a:prstGeom>
          <a:noFill/>
          <a:ln w="0">
            <a:noFill/>
          </a:ln>
        </p:spPr>
        <p:txBody>
          <a:bodyPr lIns="0" tIns="0" rIns="0" bIns="0"/>
          <a:lstStyle>
            <a:defPPr algn="l">
              <a:defRPr sz="1350" b="0">
                <a:solidFill>
                  <a:srgbClr val="607487"/>
                </a:solidFill>
              </a:defRPr>
            </a:defPPr>
            <a:lvl1pPr algn="l">
              <a:defRPr sz="1350" b="0">
                <a:solidFill>
                  <a:srgbClr val="607487"/>
                </a:solidFill>
              </a:defRPr>
            </a:lvl1pPr>
            <a:lvl2pPr algn="l">
              <a:defRPr sz="1350" b="0">
                <a:solidFill>
                  <a:srgbClr val="607487"/>
                </a:solidFill>
              </a:defRPr>
            </a:lvl2pPr>
            <a:lvl3pPr algn="l">
              <a:defRPr sz="1350" b="0">
                <a:solidFill>
                  <a:srgbClr val="607487"/>
                </a:solidFill>
              </a:defRPr>
            </a:lvl3pPr>
            <a:lvl4pPr algn="l">
              <a:defRPr sz="1350" b="0">
                <a:solidFill>
                  <a:srgbClr val="607487"/>
                </a:solidFill>
              </a:defRPr>
            </a:lvl4pPr>
            <a:lvl5pPr algn="l">
              <a:defRPr sz="1350" b="0">
                <a:solidFill>
                  <a:srgbClr val="607487"/>
                </a:solidFill>
              </a:defRPr>
            </a:lvl5pPr>
            <a:lvl6pPr algn="l">
              <a:defRPr sz="1350" b="0">
                <a:solidFill>
                  <a:srgbClr val="607487"/>
                </a:solidFill>
              </a:defRPr>
            </a:lvl6pPr>
            <a:lvl7pPr algn="l">
              <a:defRPr sz="1350" b="0">
                <a:solidFill>
                  <a:srgbClr val="607487"/>
                </a:solidFill>
              </a:defRPr>
            </a:lvl7pPr>
            <a:lvl8pPr algn="l">
              <a:defRPr sz="1350" b="0">
                <a:solidFill>
                  <a:srgbClr val="607487"/>
                </a:solidFill>
              </a:defRPr>
            </a:lvl8pPr>
            <a:lvl9pPr algn="l">
              <a:defRPr sz="1350" b="0">
                <a:solidFill>
                  <a:srgbClr val="607487"/>
                </a:solidFill>
              </a:defRPr>
            </a:lvl9pPr>
          </a:lstStyle>
          <a:p>
            <a:pPr algn="l">
              <a:defRPr sz="1350" b="0">
                <a:solidFill>
                  <a:srgbClr val="607487"/>
                </a:solidFill>
              </a:defRPr>
            </a:pPr>
            <a:r>
              <a:rPr sz="1350" b="0">
                <a:solidFill>
                  <a:srgbClr val="607487"/>
                </a:solidFill>
                <a:latin typeface="Inter"/>
                <a:ea typeface="Inter"/>
                <a:cs typeface="Inter"/>
              </a:rPr>
              <a:t>Longer windows allow more generator adjustment. Sensitivity horizons: 7.5, 15 and 30 minutes.</a:t>
            </a:r>
          </a:p>
        </p:txBody>
      </p:sp>
    </p:spTree>
    <p:extLst>
      <p:ext uri="{BB962C8B-B14F-4D97-AF65-F5344CB8AC3E}">
        <p14:creationId xmlns:p14="http://schemas.microsoft.com/office/powerpoint/2010/main" val="22843891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riginal black template tab">
            <a:extLst>
              <a:ext uri="{FF2B5EF4-FFF2-40B4-BE49-F238E27FC236}">
                <a16:creationId xmlns:a16="http://schemas.microsoft.com/office/drawing/2014/main" id="{58392E2E-0705-4419-9244-1E1663A20896}"/>
              </a:ext>
            </a:extLst>
          </p:cNvPr>
          <p:cNvSpPr>
            <a:spLocks noGrp="1"/>
          </p:cNvSpPr>
          <p:nvPr/>
        </p:nvSpPr>
        <p:spPr>
          <a:xfrm>
            <a:off x="129521" y="0"/>
            <a:ext cx="2749481" cy="1364786"/>
          </a:xfrm>
          <a:custGeom>
            <a:avLst/>
            <a:gdLst/>
            <a:ahLst/>
            <a:cxnLst/>
            <a:rect l="0" t="0" r="0" b="0"/>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rgbClr val="000000"/>
          </a:solidFill>
          <a:ln w="0">
            <a:noFill/>
          </a:ln>
        </p:spPr>
      </p:sp>
      <p:sp>
        <p:nvSpPr>
          <p:cNvPr id="3" name="TIMING">
            <a:extLst>
              <a:ext uri="{FF2B5EF4-FFF2-40B4-BE49-F238E27FC236}">
                <a16:creationId xmlns:a16="http://schemas.microsoft.com/office/drawing/2014/main" id="{F39C1A45-81CE-4F6E-AFC3-11DE92189501}"/>
              </a:ext>
            </a:extLst>
          </p:cNvPr>
          <p:cNvSpPr>
            <a:spLocks noGrp="1"/>
          </p:cNvSpPr>
          <p:nvPr/>
        </p:nvSpPr>
        <p:spPr>
          <a:xfrm>
            <a:off x="295275" y="409575"/>
            <a:ext cx="2381250" cy="666750"/>
          </a:xfrm>
          <a:prstGeom prst="rect">
            <a:avLst/>
          </a:prstGeom>
          <a:noFill/>
          <a:ln w="0">
            <a:noFill/>
          </a:ln>
        </p:spPr>
        <p:txBody>
          <a:bodyPr lIns="0" tIns="0" rIns="0" bIns="0"/>
          <a:lstStyle>
            <a:defPPr algn="ctr">
              <a:defRPr sz="2250" b="0">
                <a:solidFill>
                  <a:srgbClr val="FFFFFF"/>
                </a:solidFill>
              </a:defRPr>
            </a:defPPr>
            <a:lvl1pPr algn="ctr">
              <a:defRPr sz="2250" b="0">
                <a:solidFill>
                  <a:srgbClr val="FFFFFF"/>
                </a:solidFill>
              </a:defRPr>
            </a:lvl1pPr>
            <a:lvl2pPr algn="ctr">
              <a:defRPr sz="2250" b="0">
                <a:solidFill>
                  <a:srgbClr val="FFFFFF"/>
                </a:solidFill>
              </a:defRPr>
            </a:lvl2pPr>
            <a:lvl3pPr algn="ctr">
              <a:defRPr sz="2250" b="0">
                <a:solidFill>
                  <a:srgbClr val="FFFFFF"/>
                </a:solidFill>
              </a:defRPr>
            </a:lvl3pPr>
            <a:lvl4pPr algn="ctr">
              <a:defRPr sz="2250" b="0">
                <a:solidFill>
                  <a:srgbClr val="FFFFFF"/>
                </a:solidFill>
              </a:defRPr>
            </a:lvl4pPr>
            <a:lvl5pPr algn="ctr">
              <a:defRPr sz="2250" b="0">
                <a:solidFill>
                  <a:srgbClr val="FFFFFF"/>
                </a:solidFill>
              </a:defRPr>
            </a:lvl5pPr>
            <a:lvl6pPr algn="ctr">
              <a:defRPr sz="2250" b="0">
                <a:solidFill>
                  <a:srgbClr val="FFFFFF"/>
                </a:solidFill>
              </a:defRPr>
            </a:lvl6pPr>
            <a:lvl7pPr algn="ctr">
              <a:defRPr sz="2250" b="0">
                <a:solidFill>
                  <a:srgbClr val="FFFFFF"/>
                </a:solidFill>
              </a:defRPr>
            </a:lvl7pPr>
            <a:lvl8pPr algn="ctr">
              <a:defRPr sz="2250" b="0">
                <a:solidFill>
                  <a:srgbClr val="FFFFFF"/>
                </a:solidFill>
              </a:defRPr>
            </a:lvl8pPr>
            <a:lvl9pPr algn="ctr">
              <a:defRPr sz="2250" b="0">
                <a:solidFill>
                  <a:srgbClr val="FFFFFF"/>
                </a:solidFill>
              </a:defRPr>
            </a:lvl9pPr>
          </a:lstStyle>
          <a:p>
            <a:pPr algn="ctr">
              <a:defRPr sz="2250" b="0">
                <a:solidFill>
                  <a:srgbClr val="FFFFFF"/>
                </a:solidFill>
              </a:defRPr>
            </a:pPr>
            <a:r>
              <a:rPr sz="2250" b="0">
                <a:solidFill>
                  <a:srgbClr val="FFFFFF"/>
                </a:solidFill>
                <a:latin typeface="Inter"/>
                <a:ea typeface="Inter"/>
                <a:cs typeface="Inter"/>
              </a:rPr>
              <a:t>TIMING</a:t>
            </a:r>
          </a:p>
        </p:txBody>
      </p:sp>
      <p:sp>
        <p:nvSpPr>
          <p:cNvPr id="4" name="Final loss and the energy proxy">
            <a:extLst>
              <a:ext uri="{FF2B5EF4-FFF2-40B4-BE49-F238E27FC236}">
                <a16:creationId xmlns:a16="http://schemas.microsoft.com/office/drawing/2014/main" id="{99AB9C76-F356-4FE6-8A27-467FF9660570}"/>
              </a:ext>
            </a:extLst>
          </p:cNvPr>
          <p:cNvSpPr>
            <a:spLocks noGrp="1"/>
          </p:cNvSpPr>
          <p:nvPr/>
        </p:nvSpPr>
        <p:spPr>
          <a:xfrm>
            <a:off x="3057525" y="381000"/>
            <a:ext cx="8572500" cy="1000125"/>
          </a:xfrm>
          <a:prstGeom prst="rect">
            <a:avLst/>
          </a:prstGeom>
          <a:noFill/>
          <a:ln w="0">
            <a:noFill/>
          </a:ln>
        </p:spPr>
        <p:txBody>
          <a:bodyPr lIns="0" tIns="0" rIns="0" bIns="0"/>
          <a:lstStyle>
            <a:defPPr algn="l">
              <a:defRPr sz="2700" b="1">
                <a:solidFill>
                  <a:srgbClr val="102235"/>
                </a:solidFill>
              </a:defRPr>
            </a:defPPr>
            <a:lvl1pPr algn="l">
              <a:defRPr sz="2700" b="1">
                <a:solidFill>
                  <a:srgbClr val="102235"/>
                </a:solidFill>
              </a:defRPr>
            </a:lvl1pPr>
            <a:lvl2pPr algn="l">
              <a:defRPr sz="2700" b="1">
                <a:solidFill>
                  <a:srgbClr val="102235"/>
                </a:solidFill>
              </a:defRPr>
            </a:lvl2pPr>
            <a:lvl3pPr algn="l">
              <a:defRPr sz="2700" b="1">
                <a:solidFill>
                  <a:srgbClr val="102235"/>
                </a:solidFill>
              </a:defRPr>
            </a:lvl3pPr>
            <a:lvl4pPr algn="l">
              <a:defRPr sz="2700" b="1">
                <a:solidFill>
                  <a:srgbClr val="102235"/>
                </a:solidFill>
              </a:defRPr>
            </a:lvl4pPr>
            <a:lvl5pPr algn="l">
              <a:defRPr sz="2700" b="1">
                <a:solidFill>
                  <a:srgbClr val="102235"/>
                </a:solidFill>
              </a:defRPr>
            </a:lvl5pPr>
            <a:lvl6pPr algn="l">
              <a:defRPr sz="2700" b="1">
                <a:solidFill>
                  <a:srgbClr val="102235"/>
                </a:solidFill>
              </a:defRPr>
            </a:lvl6pPr>
            <a:lvl7pPr algn="l">
              <a:defRPr sz="2700" b="1">
                <a:solidFill>
                  <a:srgbClr val="102235"/>
                </a:solidFill>
              </a:defRPr>
            </a:lvl7pPr>
            <a:lvl8pPr algn="l">
              <a:defRPr sz="2700" b="1">
                <a:solidFill>
                  <a:srgbClr val="102235"/>
                </a:solidFill>
              </a:defRPr>
            </a:lvl8pPr>
            <a:lvl9pPr algn="l">
              <a:defRPr sz="2700" b="1">
                <a:solidFill>
                  <a:srgbClr val="102235"/>
                </a:solidFill>
              </a:defRPr>
            </a:lvl9pPr>
          </a:lstStyle>
          <a:p>
            <a:pPr algn="l">
              <a:defRPr sz="2700" b="1">
                <a:solidFill>
                  <a:srgbClr val="102235"/>
                </a:solidFill>
              </a:defRPr>
            </a:pPr>
            <a:r>
              <a:rPr>
                <a:latin typeface="Inter Display"/>
                <a:ea typeface="Inter Display"/>
                <a:cs typeface="Inter Display"/>
              </a:rPr>
              <a:t>Final loss and the energy proxy</a:t>
            </a:r>
          </a:p>
        </p:txBody>
      </p:sp>
      <p:sp>
        <p:nvSpPr>
          <p:cNvPr id="5" name="21">
            <a:extLst>
              <a:ext uri="{FF2B5EF4-FFF2-40B4-BE49-F238E27FC236}">
                <a16:creationId xmlns:a16="http://schemas.microsoft.com/office/drawing/2014/main" id="{5C4C4DED-9094-4EF3-8101-7EC232095E5E}"/>
              </a:ext>
            </a:extLst>
          </p:cNvPr>
          <p:cNvSpPr>
            <a:spLocks noGrp="1"/>
          </p:cNvSpPr>
          <p:nvPr/>
        </p:nvSpPr>
        <p:spPr>
          <a:xfrm>
            <a:off x="11477625" y="6486525"/>
            <a:ext cx="361950" cy="209550"/>
          </a:xfrm>
          <a:prstGeom prst="rect">
            <a:avLst/>
          </a:prstGeom>
          <a:noFill/>
          <a:ln w="0">
            <a:noFill/>
          </a:ln>
        </p:spPr>
        <p:txBody>
          <a:bodyPr lIns="0" tIns="0" rIns="0" bIns="0"/>
          <a:lstStyle>
            <a:defPPr algn="r">
              <a:defRPr sz="1050" b="0">
                <a:solidFill>
                  <a:srgbClr val="0074AF"/>
                </a:solidFill>
              </a:defRPr>
            </a:defPPr>
            <a:lvl1pPr algn="r">
              <a:defRPr sz="1050" b="0">
                <a:solidFill>
                  <a:srgbClr val="0074AF"/>
                </a:solidFill>
              </a:defRPr>
            </a:lvl1pPr>
            <a:lvl2pPr algn="r">
              <a:defRPr sz="1050" b="0">
                <a:solidFill>
                  <a:srgbClr val="0074AF"/>
                </a:solidFill>
              </a:defRPr>
            </a:lvl2pPr>
            <a:lvl3pPr algn="r">
              <a:defRPr sz="1050" b="0">
                <a:solidFill>
                  <a:srgbClr val="0074AF"/>
                </a:solidFill>
              </a:defRPr>
            </a:lvl3pPr>
            <a:lvl4pPr algn="r">
              <a:defRPr sz="1050" b="0">
                <a:solidFill>
                  <a:srgbClr val="0074AF"/>
                </a:solidFill>
              </a:defRPr>
            </a:lvl4pPr>
            <a:lvl5pPr algn="r">
              <a:defRPr sz="1050" b="0">
                <a:solidFill>
                  <a:srgbClr val="0074AF"/>
                </a:solidFill>
              </a:defRPr>
            </a:lvl5pPr>
            <a:lvl6pPr algn="r">
              <a:defRPr sz="1050" b="0">
                <a:solidFill>
                  <a:srgbClr val="0074AF"/>
                </a:solidFill>
              </a:defRPr>
            </a:lvl6pPr>
            <a:lvl7pPr algn="r">
              <a:defRPr sz="1050" b="0">
                <a:solidFill>
                  <a:srgbClr val="0074AF"/>
                </a:solidFill>
              </a:defRPr>
            </a:lvl7pPr>
            <a:lvl8pPr algn="r">
              <a:defRPr sz="1050" b="0">
                <a:solidFill>
                  <a:srgbClr val="0074AF"/>
                </a:solidFill>
              </a:defRPr>
            </a:lvl8pPr>
            <a:lvl9pPr algn="r">
              <a:defRPr sz="1050" b="0">
                <a:solidFill>
                  <a:srgbClr val="0074AF"/>
                </a:solidFill>
              </a:defRPr>
            </a:lvl9pPr>
          </a:lstStyle>
          <a:p>
            <a:pPr algn="r">
              <a:defRPr sz="1050" b="0">
                <a:solidFill>
                  <a:srgbClr val="0074AF"/>
                </a:solidFill>
              </a:defRPr>
            </a:pPr>
            <a:r>
              <a:rPr sz="1050" b="0">
                <a:solidFill>
                  <a:srgbClr val="0074AF"/>
                </a:solidFill>
                <a:latin typeface="Inter"/>
                <a:ea typeface="Inter"/>
                <a:cs typeface="Inter"/>
              </a:rPr>
              <a:t>21</a:t>
            </a:r>
          </a:p>
        </p:txBody>
      </p:sp>
      <p:graphicFrame>
        <p:nvGraphicFramePr>
          <p:cNvPr id="6" name="Chart">
            <a:extLst>
              <a:ext uri="{FF2B5EF4-FFF2-40B4-BE49-F238E27FC236}">
                <a16:creationId xmlns:a16="http://schemas.microsoft.com/office/drawing/2014/main" id="{22AA78EE-18AF-41AE-906C-CDB36B9F4250}"/>
              </a:ext>
            </a:extLst>
          </p:cNvPr>
          <p:cNvGraphicFramePr/>
          <p:nvPr/>
        </p:nvGraphicFramePr>
        <p:xfrm>
          <a:off x="466725" y="1724025"/>
          <a:ext cx="5524500" cy="36671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a:extLst>
              <a:ext uri="{FF2B5EF4-FFF2-40B4-BE49-F238E27FC236}">
                <a16:creationId xmlns:a16="http://schemas.microsoft.com/office/drawing/2014/main" id="{781436BA-FE18-4EEE-BCF0-D3D5982E35C3}"/>
              </a:ext>
            </a:extLst>
          </p:cNvPr>
          <p:cNvGraphicFramePr/>
          <p:nvPr/>
        </p:nvGraphicFramePr>
        <p:xfrm>
          <a:off x="6219825" y="1724025"/>
          <a:ext cx="5524500" cy="3667125"/>
        </p:xfrm>
        <a:graphic>
          <a:graphicData uri="http://schemas.openxmlformats.org/drawingml/2006/chart">
            <c:chart xmlns:c="http://schemas.openxmlformats.org/drawingml/2006/chart" xmlns:r="http://schemas.openxmlformats.org/officeDocument/2006/relationships" r:id="rId4"/>
          </a:graphicData>
        </a:graphic>
      </p:graphicFrame>
      <p:sp>
        <p:nvSpPr>
          <p:cNvPr id="8" name="26.3% to 35.4%">
            <a:extLst>
              <a:ext uri="{FF2B5EF4-FFF2-40B4-BE49-F238E27FC236}">
                <a16:creationId xmlns:a16="http://schemas.microsoft.com/office/drawing/2014/main" id="{ADD78DC7-649D-4530-9E0C-E4E593467C00}"/>
              </a:ext>
            </a:extLst>
          </p:cNvPr>
          <p:cNvSpPr>
            <a:spLocks noGrp="1"/>
          </p:cNvSpPr>
          <p:nvPr/>
        </p:nvSpPr>
        <p:spPr>
          <a:xfrm>
            <a:off x="704850" y="5495925"/>
            <a:ext cx="5143500" cy="428625"/>
          </a:xfrm>
          <a:prstGeom prst="rect">
            <a:avLst/>
          </a:prstGeom>
          <a:noFill/>
          <a:ln w="0">
            <a:noFill/>
          </a:ln>
        </p:spPr>
        <p:txBody>
          <a:bodyPr lIns="0" tIns="0" rIns="0" bIns="0"/>
          <a:lstStyle>
            <a:defPPr algn="l">
              <a:defRPr sz="2250" b="1">
                <a:solidFill>
                  <a:srgbClr val="244BD6"/>
                </a:solidFill>
              </a:defRPr>
            </a:defPPr>
            <a:lvl1pPr algn="l">
              <a:defRPr sz="2250" b="1">
                <a:solidFill>
                  <a:srgbClr val="244BD6"/>
                </a:solidFill>
              </a:defRPr>
            </a:lvl1pPr>
            <a:lvl2pPr algn="l">
              <a:defRPr sz="2250" b="1">
                <a:solidFill>
                  <a:srgbClr val="244BD6"/>
                </a:solidFill>
              </a:defRPr>
            </a:lvl2pPr>
            <a:lvl3pPr algn="l">
              <a:defRPr sz="2250" b="1">
                <a:solidFill>
                  <a:srgbClr val="244BD6"/>
                </a:solidFill>
              </a:defRPr>
            </a:lvl3pPr>
            <a:lvl4pPr algn="l">
              <a:defRPr sz="2250" b="1">
                <a:solidFill>
                  <a:srgbClr val="244BD6"/>
                </a:solidFill>
              </a:defRPr>
            </a:lvl4pPr>
            <a:lvl5pPr algn="l">
              <a:defRPr sz="2250" b="1">
                <a:solidFill>
                  <a:srgbClr val="244BD6"/>
                </a:solidFill>
              </a:defRPr>
            </a:lvl5pPr>
            <a:lvl6pPr algn="l">
              <a:defRPr sz="2250" b="1">
                <a:solidFill>
                  <a:srgbClr val="244BD6"/>
                </a:solidFill>
              </a:defRPr>
            </a:lvl6pPr>
            <a:lvl7pPr algn="l">
              <a:defRPr sz="2250" b="1">
                <a:solidFill>
                  <a:srgbClr val="244BD6"/>
                </a:solidFill>
              </a:defRPr>
            </a:lvl7pPr>
            <a:lvl8pPr algn="l">
              <a:defRPr sz="2250" b="1">
                <a:solidFill>
                  <a:srgbClr val="244BD6"/>
                </a:solidFill>
              </a:defRPr>
            </a:lvl8pPr>
            <a:lvl9pPr algn="l">
              <a:defRPr sz="2250" b="1">
                <a:solidFill>
                  <a:srgbClr val="244BD6"/>
                </a:solidFill>
              </a:defRPr>
            </a:lvl9pPr>
          </a:lstStyle>
          <a:p>
            <a:pPr algn="l">
              <a:defRPr sz="2250" b="1">
                <a:solidFill>
                  <a:srgbClr val="244BD6"/>
                </a:solidFill>
              </a:defRPr>
            </a:pPr>
            <a:r>
              <a:rPr sz="2250" b="1">
                <a:solidFill>
                  <a:srgbClr val="244BD6"/>
                </a:solidFill>
                <a:latin typeface="Inter"/>
                <a:ea typeface="Inter"/>
                <a:cs typeface="Inter"/>
              </a:rPr>
              <a:t>26.3% to 35.4%</a:t>
            </a:r>
          </a:p>
        </p:txBody>
      </p:sp>
      <p:sp>
        <p:nvSpPr>
          <p:cNvPr id="9" name="Sequential final loss: even vs late">
            <a:extLst>
              <a:ext uri="{FF2B5EF4-FFF2-40B4-BE49-F238E27FC236}">
                <a16:creationId xmlns:a16="http://schemas.microsoft.com/office/drawing/2014/main" id="{2AD03523-2608-42E1-A975-C9461935D969}"/>
              </a:ext>
            </a:extLst>
          </p:cNvPr>
          <p:cNvSpPr>
            <a:spLocks noGrp="1"/>
          </p:cNvSpPr>
          <p:nvPr/>
        </p:nvSpPr>
        <p:spPr>
          <a:xfrm>
            <a:off x="704850" y="5886450"/>
            <a:ext cx="5143500" cy="276225"/>
          </a:xfrm>
          <a:prstGeom prst="rect">
            <a:avLst/>
          </a:prstGeom>
          <a:noFill/>
          <a:ln w="0">
            <a:noFill/>
          </a:ln>
        </p:spPr>
        <p:txBody>
          <a:bodyPr lIns="0" tIns="0" rIns="0" bIns="0"/>
          <a:lstStyle>
            <a:defPPr algn="l">
              <a:defRPr sz="1575" b="0">
                <a:solidFill>
                  <a:srgbClr val="607487"/>
                </a:solidFill>
              </a:defRPr>
            </a:defPPr>
            <a:lvl1pPr algn="l">
              <a:defRPr sz="1575" b="0">
                <a:solidFill>
                  <a:srgbClr val="607487"/>
                </a:solidFill>
              </a:defRPr>
            </a:lvl1pPr>
            <a:lvl2pPr algn="l">
              <a:defRPr sz="1575" b="0">
                <a:solidFill>
                  <a:srgbClr val="607487"/>
                </a:solidFill>
              </a:defRPr>
            </a:lvl2pPr>
            <a:lvl3pPr algn="l">
              <a:defRPr sz="1575" b="0">
                <a:solidFill>
                  <a:srgbClr val="607487"/>
                </a:solidFill>
              </a:defRPr>
            </a:lvl3pPr>
            <a:lvl4pPr algn="l">
              <a:defRPr sz="1575" b="0">
                <a:solidFill>
                  <a:srgbClr val="607487"/>
                </a:solidFill>
              </a:defRPr>
            </a:lvl4pPr>
            <a:lvl5pPr algn="l">
              <a:defRPr sz="1575" b="0">
                <a:solidFill>
                  <a:srgbClr val="607487"/>
                </a:solidFill>
              </a:defRPr>
            </a:lvl5pPr>
            <a:lvl6pPr algn="l">
              <a:defRPr sz="1575" b="0">
                <a:solidFill>
                  <a:srgbClr val="607487"/>
                </a:solidFill>
              </a:defRPr>
            </a:lvl6pPr>
            <a:lvl7pPr algn="l">
              <a:defRPr sz="1575" b="0">
                <a:solidFill>
                  <a:srgbClr val="607487"/>
                </a:solidFill>
              </a:defRPr>
            </a:lvl7pPr>
            <a:lvl8pPr algn="l">
              <a:defRPr sz="1575" b="0">
                <a:solidFill>
                  <a:srgbClr val="607487"/>
                </a:solidFill>
              </a:defRPr>
            </a:lvl8pPr>
            <a:lvl9pPr algn="l">
              <a:defRPr sz="1575" b="0">
                <a:solidFill>
                  <a:srgbClr val="607487"/>
                </a:solidFill>
              </a:defRPr>
            </a:lvl9pPr>
          </a:lstStyle>
          <a:p>
            <a:pPr algn="l">
              <a:defRPr sz="1575" b="0">
                <a:solidFill>
                  <a:srgbClr val="607487"/>
                </a:solidFill>
              </a:defRPr>
            </a:pPr>
            <a:r>
              <a:rPr sz="1575" b="0">
                <a:solidFill>
                  <a:srgbClr val="607487"/>
                </a:solidFill>
                <a:latin typeface="Inter"/>
                <a:ea typeface="Inter"/>
                <a:cs typeface="Inter"/>
              </a:rPr>
              <a:t>Sequential final loss: even vs late</a:t>
            </a:r>
          </a:p>
        </p:txBody>
      </p:sp>
      <p:sp>
        <p:nvSpPr>
          <p:cNvPr id="10" name="16.0% to 7.1%">
            <a:extLst>
              <a:ext uri="{FF2B5EF4-FFF2-40B4-BE49-F238E27FC236}">
                <a16:creationId xmlns:a16="http://schemas.microsoft.com/office/drawing/2014/main" id="{7FDDA18C-3D58-4CBB-B74B-39C584E5A09F}"/>
              </a:ext>
            </a:extLst>
          </p:cNvPr>
          <p:cNvSpPr>
            <a:spLocks noGrp="1"/>
          </p:cNvSpPr>
          <p:nvPr/>
        </p:nvSpPr>
        <p:spPr>
          <a:xfrm>
            <a:off x="6477000" y="5495925"/>
            <a:ext cx="5143500" cy="428625"/>
          </a:xfrm>
          <a:prstGeom prst="rect">
            <a:avLst/>
          </a:prstGeom>
          <a:noFill/>
          <a:ln w="0">
            <a:noFill/>
          </a:ln>
        </p:spPr>
        <p:txBody>
          <a:bodyPr lIns="0" tIns="0" rIns="0" bIns="0"/>
          <a:lstStyle>
            <a:defPPr algn="l">
              <a:defRPr sz="2250" b="1">
                <a:solidFill>
                  <a:srgbClr val="F28C35"/>
                </a:solidFill>
              </a:defRPr>
            </a:defPPr>
            <a:lvl1pPr algn="l">
              <a:defRPr sz="2250" b="1">
                <a:solidFill>
                  <a:srgbClr val="F28C35"/>
                </a:solidFill>
              </a:defRPr>
            </a:lvl1pPr>
            <a:lvl2pPr algn="l">
              <a:defRPr sz="2250" b="1">
                <a:solidFill>
                  <a:srgbClr val="F28C35"/>
                </a:solidFill>
              </a:defRPr>
            </a:lvl2pPr>
            <a:lvl3pPr algn="l">
              <a:defRPr sz="2250" b="1">
                <a:solidFill>
                  <a:srgbClr val="F28C35"/>
                </a:solidFill>
              </a:defRPr>
            </a:lvl3pPr>
            <a:lvl4pPr algn="l">
              <a:defRPr sz="2250" b="1">
                <a:solidFill>
                  <a:srgbClr val="F28C35"/>
                </a:solidFill>
              </a:defRPr>
            </a:lvl4pPr>
            <a:lvl5pPr algn="l">
              <a:defRPr sz="2250" b="1">
                <a:solidFill>
                  <a:srgbClr val="F28C35"/>
                </a:solidFill>
              </a:defRPr>
            </a:lvl5pPr>
            <a:lvl6pPr algn="l">
              <a:defRPr sz="2250" b="1">
                <a:solidFill>
                  <a:srgbClr val="F28C35"/>
                </a:solidFill>
              </a:defRPr>
            </a:lvl6pPr>
            <a:lvl7pPr algn="l">
              <a:defRPr sz="2250" b="1">
                <a:solidFill>
                  <a:srgbClr val="F28C35"/>
                </a:solidFill>
              </a:defRPr>
            </a:lvl7pPr>
            <a:lvl8pPr algn="l">
              <a:defRPr sz="2250" b="1">
                <a:solidFill>
                  <a:srgbClr val="F28C35"/>
                </a:solidFill>
              </a:defRPr>
            </a:lvl8pPr>
            <a:lvl9pPr algn="l">
              <a:defRPr sz="2250" b="1">
                <a:solidFill>
                  <a:srgbClr val="F28C35"/>
                </a:solidFill>
              </a:defRPr>
            </a:lvl9pPr>
          </a:lstStyle>
          <a:p>
            <a:pPr algn="l">
              <a:defRPr sz="2250" b="1">
                <a:solidFill>
                  <a:srgbClr val="F28C35"/>
                </a:solidFill>
              </a:defRPr>
            </a:pPr>
            <a:r>
              <a:rPr sz="2250" b="1">
                <a:solidFill>
                  <a:srgbClr val="F28C35"/>
                </a:solidFill>
                <a:latin typeface="Inter"/>
                <a:ea typeface="Inter"/>
                <a:cs typeface="Inter"/>
              </a:rPr>
              <a:t>16.0% to 7.1%</a:t>
            </a:r>
          </a:p>
        </p:txBody>
      </p:sp>
      <p:sp>
        <p:nvSpPr>
          <p:cNvPr id="11" name="Sequential snapshot proxy: even vs late">
            <a:extLst>
              <a:ext uri="{FF2B5EF4-FFF2-40B4-BE49-F238E27FC236}">
                <a16:creationId xmlns:a16="http://schemas.microsoft.com/office/drawing/2014/main" id="{E09955AE-61C6-4A48-A0C8-1113C0BFA2D3}"/>
              </a:ext>
            </a:extLst>
          </p:cNvPr>
          <p:cNvSpPr>
            <a:spLocks noGrp="1"/>
          </p:cNvSpPr>
          <p:nvPr/>
        </p:nvSpPr>
        <p:spPr>
          <a:xfrm>
            <a:off x="6477000" y="5886450"/>
            <a:ext cx="5143500" cy="276225"/>
          </a:xfrm>
          <a:prstGeom prst="rect">
            <a:avLst/>
          </a:prstGeom>
          <a:noFill/>
          <a:ln w="0">
            <a:noFill/>
          </a:ln>
        </p:spPr>
        <p:txBody>
          <a:bodyPr lIns="0" tIns="0" rIns="0" bIns="0"/>
          <a:lstStyle>
            <a:defPPr algn="l">
              <a:defRPr sz="1575" b="0">
                <a:solidFill>
                  <a:srgbClr val="607487"/>
                </a:solidFill>
              </a:defRPr>
            </a:defPPr>
            <a:lvl1pPr algn="l">
              <a:defRPr sz="1575" b="0">
                <a:solidFill>
                  <a:srgbClr val="607487"/>
                </a:solidFill>
              </a:defRPr>
            </a:lvl1pPr>
            <a:lvl2pPr algn="l">
              <a:defRPr sz="1575" b="0">
                <a:solidFill>
                  <a:srgbClr val="607487"/>
                </a:solidFill>
              </a:defRPr>
            </a:lvl2pPr>
            <a:lvl3pPr algn="l">
              <a:defRPr sz="1575" b="0">
                <a:solidFill>
                  <a:srgbClr val="607487"/>
                </a:solidFill>
              </a:defRPr>
            </a:lvl3pPr>
            <a:lvl4pPr algn="l">
              <a:defRPr sz="1575" b="0">
                <a:solidFill>
                  <a:srgbClr val="607487"/>
                </a:solidFill>
              </a:defRPr>
            </a:lvl4pPr>
            <a:lvl5pPr algn="l">
              <a:defRPr sz="1575" b="0">
                <a:solidFill>
                  <a:srgbClr val="607487"/>
                </a:solidFill>
              </a:defRPr>
            </a:lvl5pPr>
            <a:lvl6pPr algn="l">
              <a:defRPr sz="1575" b="0">
                <a:solidFill>
                  <a:srgbClr val="607487"/>
                </a:solidFill>
              </a:defRPr>
            </a:lvl6pPr>
            <a:lvl7pPr algn="l">
              <a:defRPr sz="1575" b="0">
                <a:solidFill>
                  <a:srgbClr val="607487"/>
                </a:solidFill>
              </a:defRPr>
            </a:lvl7pPr>
            <a:lvl8pPr algn="l">
              <a:defRPr sz="1575" b="0">
                <a:solidFill>
                  <a:srgbClr val="607487"/>
                </a:solidFill>
              </a:defRPr>
            </a:lvl8pPr>
            <a:lvl9pPr algn="l">
              <a:defRPr sz="1575" b="0">
                <a:solidFill>
                  <a:srgbClr val="607487"/>
                </a:solidFill>
              </a:defRPr>
            </a:lvl9pPr>
          </a:lstStyle>
          <a:p>
            <a:pPr algn="l">
              <a:defRPr sz="1575" b="0">
                <a:solidFill>
                  <a:srgbClr val="607487"/>
                </a:solidFill>
              </a:defRPr>
            </a:pPr>
            <a:r>
              <a:rPr sz="1575" b="0">
                <a:solidFill>
                  <a:srgbClr val="607487"/>
                </a:solidFill>
                <a:latin typeface="Inter"/>
                <a:ea typeface="Inter"/>
                <a:cs typeface="Inter"/>
              </a:rPr>
              <a:t>Sequential snapshot proxy: even vs late</a:t>
            </a:r>
          </a:p>
        </p:txBody>
      </p:sp>
      <p:sp>
        <p:nvSpPr>
          <p:cNvPr id="12" name="Case 118, H = 15 min. Mean per-seed cohort maxima. The ">
            <a:extLst>
              <a:ext uri="{FF2B5EF4-FFF2-40B4-BE49-F238E27FC236}">
                <a16:creationId xmlns:a16="http://schemas.microsoft.com/office/drawing/2014/main" id="{AFA63384-E667-4550-B48A-268A41E2B6A4}"/>
              </a:ext>
            </a:extLst>
          </p:cNvPr>
          <p:cNvSpPr>
            <a:spLocks noGrp="1"/>
          </p:cNvSpPr>
          <p:nvPr/>
        </p:nvSpPr>
        <p:spPr>
          <a:xfrm>
            <a:off x="590550" y="6134100"/>
            <a:ext cx="10858500" cy="428625"/>
          </a:xfrm>
          <a:prstGeom prst="rect">
            <a:avLst/>
          </a:prstGeom>
          <a:noFill/>
          <a:ln w="0">
            <a:noFill/>
          </a:ln>
        </p:spPr>
        <p:txBody>
          <a:bodyPr lIns="0" tIns="0" rIns="0" bIns="0"/>
          <a:lstStyle>
            <a:defPPr algn="l">
              <a:defRPr sz="1350" b="0">
                <a:solidFill>
                  <a:srgbClr val="607487"/>
                </a:solidFill>
              </a:defRPr>
            </a:defPPr>
            <a:lvl1pPr algn="l">
              <a:defRPr sz="1350" b="0">
                <a:solidFill>
                  <a:srgbClr val="607487"/>
                </a:solidFill>
              </a:defRPr>
            </a:lvl1pPr>
            <a:lvl2pPr algn="l">
              <a:defRPr sz="1350" b="0">
                <a:solidFill>
                  <a:srgbClr val="607487"/>
                </a:solidFill>
              </a:defRPr>
            </a:lvl2pPr>
            <a:lvl3pPr algn="l">
              <a:defRPr sz="1350" b="0">
                <a:solidFill>
                  <a:srgbClr val="607487"/>
                </a:solidFill>
              </a:defRPr>
            </a:lvl3pPr>
            <a:lvl4pPr algn="l">
              <a:defRPr sz="1350" b="0">
                <a:solidFill>
                  <a:srgbClr val="607487"/>
                </a:solidFill>
              </a:defRPr>
            </a:lvl4pPr>
            <a:lvl5pPr algn="l">
              <a:defRPr sz="1350" b="0">
                <a:solidFill>
                  <a:srgbClr val="607487"/>
                </a:solidFill>
              </a:defRPr>
            </a:lvl5pPr>
            <a:lvl6pPr algn="l">
              <a:defRPr sz="1350" b="0">
                <a:solidFill>
                  <a:srgbClr val="607487"/>
                </a:solidFill>
              </a:defRPr>
            </a:lvl6pPr>
            <a:lvl7pPr algn="l">
              <a:defRPr sz="1350" b="0">
                <a:solidFill>
                  <a:srgbClr val="607487"/>
                </a:solidFill>
              </a:defRPr>
            </a:lvl7pPr>
            <a:lvl8pPr algn="l">
              <a:defRPr sz="1350" b="0">
                <a:solidFill>
                  <a:srgbClr val="607487"/>
                </a:solidFill>
              </a:defRPr>
            </a:lvl8pPr>
            <a:lvl9pPr algn="l">
              <a:defRPr sz="1350" b="0">
                <a:solidFill>
                  <a:srgbClr val="607487"/>
                </a:solidFill>
              </a:defRPr>
            </a:lvl9pPr>
          </a:lstStyle>
          <a:p>
            <a:pPr algn="l">
              <a:defRPr sz="1350" b="0">
                <a:solidFill>
                  <a:srgbClr val="607487"/>
                </a:solidFill>
              </a:defRPr>
            </a:pPr>
            <a:r>
              <a:rPr sz="1350" b="0">
                <a:solidFill>
                  <a:srgbClr val="607487"/>
                </a:solidFill>
                <a:latin typeface="Inter"/>
                <a:ea typeface="Inter"/>
                <a:cs typeface="Inter"/>
              </a:rPr>
              <a:t>Case 118, H = 15 min. Mean per-seed cohort maxima. The proxy does not integrate continuous ramps.</a:t>
            </a:r>
          </a:p>
        </p:txBody>
      </p:sp>
    </p:spTree>
    <p:extLst>
      <p:ext uri="{BB962C8B-B14F-4D97-AF65-F5344CB8AC3E}">
        <p14:creationId xmlns:p14="http://schemas.microsoft.com/office/powerpoint/2010/main" val="2810540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riginal black template tab">
            <a:extLst>
              <a:ext uri="{FF2B5EF4-FFF2-40B4-BE49-F238E27FC236}">
                <a16:creationId xmlns:a16="http://schemas.microsoft.com/office/drawing/2014/main" id="{6F6B4B29-D599-40E2-ADCE-38339902D232}"/>
              </a:ext>
            </a:extLst>
          </p:cNvPr>
          <p:cNvSpPr>
            <a:spLocks noGrp="1"/>
          </p:cNvSpPr>
          <p:nvPr/>
        </p:nvSpPr>
        <p:spPr>
          <a:xfrm>
            <a:off x="129521" y="0"/>
            <a:ext cx="2749481" cy="1364786"/>
          </a:xfrm>
          <a:custGeom>
            <a:avLst/>
            <a:gdLst/>
            <a:ahLst/>
            <a:cxnLst/>
            <a:rect l="0" t="0" r="0" b="0"/>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rgbClr val="000000"/>
          </a:solidFill>
          <a:ln w="0">
            <a:noFill/>
          </a:ln>
        </p:spPr>
      </p:sp>
      <p:sp>
        <p:nvSpPr>
          <p:cNvPr id="3" name="EXTENSION 3">
            <a:extLst>
              <a:ext uri="{FF2B5EF4-FFF2-40B4-BE49-F238E27FC236}">
                <a16:creationId xmlns:a16="http://schemas.microsoft.com/office/drawing/2014/main" id="{25343FC5-15DB-4620-8249-8BF5CFDCDA95}"/>
              </a:ext>
            </a:extLst>
          </p:cNvPr>
          <p:cNvSpPr>
            <a:spLocks noGrp="1"/>
          </p:cNvSpPr>
          <p:nvPr/>
        </p:nvSpPr>
        <p:spPr>
          <a:xfrm>
            <a:off x="295275" y="409575"/>
            <a:ext cx="2381250" cy="666750"/>
          </a:xfrm>
          <a:prstGeom prst="rect">
            <a:avLst/>
          </a:prstGeom>
          <a:noFill/>
          <a:ln w="0">
            <a:noFill/>
          </a:ln>
        </p:spPr>
        <p:txBody>
          <a:bodyPr lIns="0" tIns="0" rIns="0" bIns="0"/>
          <a:lstStyle>
            <a:defPPr algn="ctr">
              <a:defRPr sz="2250" b="0">
                <a:solidFill>
                  <a:srgbClr val="FFFFFF"/>
                </a:solidFill>
              </a:defRPr>
            </a:defPPr>
            <a:lvl1pPr algn="ctr">
              <a:defRPr sz="2250" b="0">
                <a:solidFill>
                  <a:srgbClr val="FFFFFF"/>
                </a:solidFill>
              </a:defRPr>
            </a:lvl1pPr>
            <a:lvl2pPr algn="ctr">
              <a:defRPr sz="2250" b="0">
                <a:solidFill>
                  <a:srgbClr val="FFFFFF"/>
                </a:solidFill>
              </a:defRPr>
            </a:lvl2pPr>
            <a:lvl3pPr algn="ctr">
              <a:defRPr sz="2250" b="0">
                <a:solidFill>
                  <a:srgbClr val="FFFFFF"/>
                </a:solidFill>
              </a:defRPr>
            </a:lvl3pPr>
            <a:lvl4pPr algn="ctr">
              <a:defRPr sz="2250" b="0">
                <a:solidFill>
                  <a:srgbClr val="FFFFFF"/>
                </a:solidFill>
              </a:defRPr>
            </a:lvl4pPr>
            <a:lvl5pPr algn="ctr">
              <a:defRPr sz="2250" b="0">
                <a:solidFill>
                  <a:srgbClr val="FFFFFF"/>
                </a:solidFill>
              </a:defRPr>
            </a:lvl5pPr>
            <a:lvl6pPr algn="ctr">
              <a:defRPr sz="2250" b="0">
                <a:solidFill>
                  <a:srgbClr val="FFFFFF"/>
                </a:solidFill>
              </a:defRPr>
            </a:lvl6pPr>
            <a:lvl7pPr algn="ctr">
              <a:defRPr sz="2250" b="0">
                <a:solidFill>
                  <a:srgbClr val="FFFFFF"/>
                </a:solidFill>
              </a:defRPr>
            </a:lvl7pPr>
            <a:lvl8pPr algn="ctr">
              <a:defRPr sz="2250" b="0">
                <a:solidFill>
                  <a:srgbClr val="FFFFFF"/>
                </a:solidFill>
              </a:defRPr>
            </a:lvl8pPr>
            <a:lvl9pPr algn="ctr">
              <a:defRPr sz="2250" b="0">
                <a:solidFill>
                  <a:srgbClr val="FFFFFF"/>
                </a:solidFill>
              </a:defRPr>
            </a:lvl9pPr>
          </a:lstStyle>
          <a:p>
            <a:pPr algn="ctr">
              <a:defRPr sz="2250" b="0">
                <a:solidFill>
                  <a:srgbClr val="FFFFFF"/>
                </a:solidFill>
              </a:defRPr>
            </a:pPr>
            <a:r>
              <a:rPr sz="2250" b="0">
                <a:solidFill>
                  <a:srgbClr val="FFFFFF"/>
                </a:solidFill>
                <a:latin typeface="Inter"/>
                <a:ea typeface="Inter"/>
                <a:cs typeface="Inter"/>
              </a:rPr>
              <a:t>EXTENSION 3</a:t>
            </a:r>
          </a:p>
        </p:txBody>
      </p:sp>
      <p:sp>
        <p:nvSpPr>
          <p:cNvPr id="4" name="Critical-service operating objectives">
            <a:extLst>
              <a:ext uri="{FF2B5EF4-FFF2-40B4-BE49-F238E27FC236}">
                <a16:creationId xmlns:a16="http://schemas.microsoft.com/office/drawing/2014/main" id="{8F3686AD-F84A-4193-AFB1-CF3E04583F8C}"/>
              </a:ext>
            </a:extLst>
          </p:cNvPr>
          <p:cNvSpPr>
            <a:spLocks noGrp="1"/>
          </p:cNvSpPr>
          <p:nvPr/>
        </p:nvSpPr>
        <p:spPr>
          <a:xfrm>
            <a:off x="3057525" y="381000"/>
            <a:ext cx="8572500" cy="1000125"/>
          </a:xfrm>
          <a:prstGeom prst="rect">
            <a:avLst/>
          </a:prstGeom>
          <a:noFill/>
          <a:ln w="0">
            <a:noFill/>
          </a:ln>
        </p:spPr>
        <p:txBody>
          <a:bodyPr lIns="0" tIns="0" rIns="0" bIns="0"/>
          <a:lstStyle>
            <a:defPPr algn="l">
              <a:defRPr sz="2700" b="1">
                <a:solidFill>
                  <a:srgbClr val="102235"/>
                </a:solidFill>
              </a:defRPr>
            </a:defPPr>
            <a:lvl1pPr algn="l">
              <a:defRPr sz="2700" b="1">
                <a:solidFill>
                  <a:srgbClr val="102235"/>
                </a:solidFill>
              </a:defRPr>
            </a:lvl1pPr>
            <a:lvl2pPr algn="l">
              <a:defRPr sz="2700" b="1">
                <a:solidFill>
                  <a:srgbClr val="102235"/>
                </a:solidFill>
              </a:defRPr>
            </a:lvl2pPr>
            <a:lvl3pPr algn="l">
              <a:defRPr sz="2700" b="1">
                <a:solidFill>
                  <a:srgbClr val="102235"/>
                </a:solidFill>
              </a:defRPr>
            </a:lvl3pPr>
            <a:lvl4pPr algn="l">
              <a:defRPr sz="2700" b="1">
                <a:solidFill>
                  <a:srgbClr val="102235"/>
                </a:solidFill>
              </a:defRPr>
            </a:lvl4pPr>
            <a:lvl5pPr algn="l">
              <a:defRPr sz="2700" b="1">
                <a:solidFill>
                  <a:srgbClr val="102235"/>
                </a:solidFill>
              </a:defRPr>
            </a:lvl5pPr>
            <a:lvl6pPr algn="l">
              <a:defRPr sz="2700" b="1">
                <a:solidFill>
                  <a:srgbClr val="102235"/>
                </a:solidFill>
              </a:defRPr>
            </a:lvl6pPr>
            <a:lvl7pPr algn="l">
              <a:defRPr sz="2700" b="1">
                <a:solidFill>
                  <a:srgbClr val="102235"/>
                </a:solidFill>
              </a:defRPr>
            </a:lvl7pPr>
            <a:lvl8pPr algn="l">
              <a:defRPr sz="2700" b="1">
                <a:solidFill>
                  <a:srgbClr val="102235"/>
                </a:solidFill>
              </a:defRPr>
            </a:lvl8pPr>
            <a:lvl9pPr algn="l">
              <a:defRPr sz="2700" b="1">
                <a:solidFill>
                  <a:srgbClr val="102235"/>
                </a:solidFill>
              </a:defRPr>
            </a:lvl9pPr>
          </a:lstStyle>
          <a:p>
            <a:pPr algn="l">
              <a:defRPr sz="2700" b="1">
                <a:solidFill>
                  <a:srgbClr val="102235"/>
                </a:solidFill>
              </a:defRPr>
            </a:pPr>
            <a:r>
              <a:rPr>
                <a:latin typeface="Inter Display"/>
                <a:ea typeface="Inter Display"/>
                <a:cs typeface="Inter Display"/>
              </a:rPr>
              <a:t>Critical-service operating objectives</a:t>
            </a:r>
          </a:p>
        </p:txBody>
      </p:sp>
      <p:sp>
        <p:nvSpPr>
          <p:cNvPr id="5" name="22">
            <a:extLst>
              <a:ext uri="{FF2B5EF4-FFF2-40B4-BE49-F238E27FC236}">
                <a16:creationId xmlns:a16="http://schemas.microsoft.com/office/drawing/2014/main" id="{85F94E35-1821-434C-B522-92DD96FAECBC}"/>
              </a:ext>
            </a:extLst>
          </p:cNvPr>
          <p:cNvSpPr>
            <a:spLocks noGrp="1"/>
          </p:cNvSpPr>
          <p:nvPr/>
        </p:nvSpPr>
        <p:spPr>
          <a:xfrm>
            <a:off x="11477625" y="6486525"/>
            <a:ext cx="361950" cy="209550"/>
          </a:xfrm>
          <a:prstGeom prst="rect">
            <a:avLst/>
          </a:prstGeom>
          <a:noFill/>
          <a:ln w="0">
            <a:noFill/>
          </a:ln>
        </p:spPr>
        <p:txBody>
          <a:bodyPr lIns="0" tIns="0" rIns="0" bIns="0"/>
          <a:lstStyle>
            <a:defPPr algn="r">
              <a:defRPr sz="1050" b="0">
                <a:solidFill>
                  <a:srgbClr val="0074AF"/>
                </a:solidFill>
              </a:defRPr>
            </a:defPPr>
            <a:lvl1pPr algn="r">
              <a:defRPr sz="1050" b="0">
                <a:solidFill>
                  <a:srgbClr val="0074AF"/>
                </a:solidFill>
              </a:defRPr>
            </a:lvl1pPr>
            <a:lvl2pPr algn="r">
              <a:defRPr sz="1050" b="0">
                <a:solidFill>
                  <a:srgbClr val="0074AF"/>
                </a:solidFill>
              </a:defRPr>
            </a:lvl2pPr>
            <a:lvl3pPr algn="r">
              <a:defRPr sz="1050" b="0">
                <a:solidFill>
                  <a:srgbClr val="0074AF"/>
                </a:solidFill>
              </a:defRPr>
            </a:lvl3pPr>
            <a:lvl4pPr algn="r">
              <a:defRPr sz="1050" b="0">
                <a:solidFill>
                  <a:srgbClr val="0074AF"/>
                </a:solidFill>
              </a:defRPr>
            </a:lvl4pPr>
            <a:lvl5pPr algn="r">
              <a:defRPr sz="1050" b="0">
                <a:solidFill>
                  <a:srgbClr val="0074AF"/>
                </a:solidFill>
              </a:defRPr>
            </a:lvl5pPr>
            <a:lvl6pPr algn="r">
              <a:defRPr sz="1050" b="0">
                <a:solidFill>
                  <a:srgbClr val="0074AF"/>
                </a:solidFill>
              </a:defRPr>
            </a:lvl6pPr>
            <a:lvl7pPr algn="r">
              <a:defRPr sz="1050" b="0">
                <a:solidFill>
                  <a:srgbClr val="0074AF"/>
                </a:solidFill>
              </a:defRPr>
            </a:lvl7pPr>
            <a:lvl8pPr algn="r">
              <a:defRPr sz="1050" b="0">
                <a:solidFill>
                  <a:srgbClr val="0074AF"/>
                </a:solidFill>
              </a:defRPr>
            </a:lvl8pPr>
            <a:lvl9pPr algn="r">
              <a:defRPr sz="1050" b="0">
                <a:solidFill>
                  <a:srgbClr val="0074AF"/>
                </a:solidFill>
              </a:defRPr>
            </a:lvl9pPr>
          </a:lstStyle>
          <a:p>
            <a:pPr algn="r">
              <a:defRPr sz="1050" b="0">
                <a:solidFill>
                  <a:srgbClr val="0074AF"/>
                </a:solidFill>
              </a:defRPr>
            </a:pPr>
            <a:r>
              <a:rPr sz="1050" b="0">
                <a:solidFill>
                  <a:srgbClr val="0074AF"/>
                </a:solidFill>
                <a:latin typeface="Inter"/>
                <a:ea typeface="Inter"/>
                <a:cs typeface="Inter"/>
              </a:rPr>
              <a:t>22</a:t>
            </a:r>
          </a:p>
        </p:txBody>
      </p:sp>
      <p:sp>
        <p:nvSpPr>
          <p:cNvPr id="6" name="Rectangle: Rounded Corners 5">
            <a:extLst>
              <a:ext uri="{FF2B5EF4-FFF2-40B4-BE49-F238E27FC236}">
                <a16:creationId xmlns:a16="http://schemas.microsoft.com/office/drawing/2014/main" id="{4413E146-603C-43F5-ACFC-56B971BAA610}"/>
              </a:ext>
            </a:extLst>
          </p:cNvPr>
          <p:cNvSpPr>
            <a:spLocks noGrp="1"/>
          </p:cNvSpPr>
          <p:nvPr/>
        </p:nvSpPr>
        <p:spPr>
          <a:xfrm>
            <a:off x="609600" y="2076450"/>
            <a:ext cx="2667000" cy="3067050"/>
          </a:xfrm>
          <a:prstGeom prst="roundRect">
            <a:avLst>
              <a:gd name="adj" fmla="val 4286"/>
            </a:avLst>
          </a:prstGeom>
          <a:solidFill>
            <a:srgbClr val="FFFFFF"/>
          </a:solidFill>
          <a:ln w="9525">
            <a:solidFill>
              <a:srgbClr val="D9E2EC"/>
            </a:solidFill>
          </a:ln>
        </p:spPr>
      </p:sp>
      <p:sp>
        <p:nvSpPr>
          <p:cNvPr id="7" name="Total-tight">
            <a:extLst>
              <a:ext uri="{FF2B5EF4-FFF2-40B4-BE49-F238E27FC236}">
                <a16:creationId xmlns:a16="http://schemas.microsoft.com/office/drawing/2014/main" id="{B832E86D-7A70-4612-9AFD-F6328D339AAE}"/>
              </a:ext>
            </a:extLst>
          </p:cNvPr>
          <p:cNvSpPr>
            <a:spLocks noGrp="1"/>
          </p:cNvSpPr>
          <p:nvPr/>
        </p:nvSpPr>
        <p:spPr>
          <a:xfrm>
            <a:off x="819150" y="2362200"/>
            <a:ext cx="2247900" cy="495300"/>
          </a:xfrm>
          <a:prstGeom prst="rect">
            <a:avLst/>
          </a:prstGeom>
          <a:noFill/>
          <a:ln w="0">
            <a:noFill/>
          </a:ln>
        </p:spPr>
        <p:txBody>
          <a:bodyPr lIns="0" tIns="0" rIns="0" bIns="0"/>
          <a:lstStyle>
            <a:defPPr algn="l">
              <a:defRPr sz="2175" b="1">
                <a:solidFill>
                  <a:srgbClr val="0074AF"/>
                </a:solidFill>
              </a:defRPr>
            </a:defPPr>
            <a:lvl1pPr algn="l">
              <a:defRPr sz="2175" b="1">
                <a:solidFill>
                  <a:srgbClr val="0074AF"/>
                </a:solidFill>
              </a:defRPr>
            </a:lvl1pPr>
            <a:lvl2pPr algn="l">
              <a:defRPr sz="2175" b="1">
                <a:solidFill>
                  <a:srgbClr val="0074AF"/>
                </a:solidFill>
              </a:defRPr>
            </a:lvl2pPr>
            <a:lvl3pPr algn="l">
              <a:defRPr sz="2175" b="1">
                <a:solidFill>
                  <a:srgbClr val="0074AF"/>
                </a:solidFill>
              </a:defRPr>
            </a:lvl3pPr>
            <a:lvl4pPr algn="l">
              <a:defRPr sz="2175" b="1">
                <a:solidFill>
                  <a:srgbClr val="0074AF"/>
                </a:solidFill>
              </a:defRPr>
            </a:lvl4pPr>
            <a:lvl5pPr algn="l">
              <a:defRPr sz="2175" b="1">
                <a:solidFill>
                  <a:srgbClr val="0074AF"/>
                </a:solidFill>
              </a:defRPr>
            </a:lvl5pPr>
            <a:lvl6pPr algn="l">
              <a:defRPr sz="2175" b="1">
                <a:solidFill>
                  <a:srgbClr val="0074AF"/>
                </a:solidFill>
              </a:defRPr>
            </a:lvl6pPr>
            <a:lvl7pPr algn="l">
              <a:defRPr sz="2175" b="1">
                <a:solidFill>
                  <a:srgbClr val="0074AF"/>
                </a:solidFill>
              </a:defRPr>
            </a:lvl7pPr>
            <a:lvl8pPr algn="l">
              <a:defRPr sz="2175" b="1">
                <a:solidFill>
                  <a:srgbClr val="0074AF"/>
                </a:solidFill>
              </a:defRPr>
            </a:lvl8pPr>
            <a:lvl9pPr algn="l">
              <a:defRPr sz="2175" b="1">
                <a:solidFill>
                  <a:srgbClr val="0074AF"/>
                </a:solidFill>
              </a:defRPr>
            </a:lvl9pPr>
          </a:lstStyle>
          <a:p>
            <a:pPr algn="l">
              <a:defRPr sz="2175" b="1">
                <a:solidFill>
                  <a:srgbClr val="0074AF"/>
                </a:solidFill>
              </a:defRPr>
            </a:pPr>
            <a:r>
              <a:rPr sz="2175" b="1">
                <a:solidFill>
                  <a:srgbClr val="0074AF"/>
                </a:solidFill>
                <a:latin typeface="Inter"/>
                <a:ea typeface="Inter"/>
                <a:cs typeface="Inter"/>
              </a:rPr>
              <a:t>Total-tight</a:t>
            </a:r>
          </a:p>
        </p:txBody>
      </p:sp>
      <p:sp>
        <p:nvSpPr>
          <p:cNvPr id="8" name="Rectangle 7">
            <a:extLst>
              <a:ext uri="{FF2B5EF4-FFF2-40B4-BE49-F238E27FC236}">
                <a16:creationId xmlns:a16="http://schemas.microsoft.com/office/drawing/2014/main" id="{C318C3F6-4438-4B8B-8F1D-8CD9C7BFB8E2}"/>
              </a:ext>
            </a:extLst>
          </p:cNvPr>
          <p:cNvSpPr>
            <a:spLocks noGrp="1"/>
          </p:cNvSpPr>
          <p:nvPr/>
        </p:nvSpPr>
        <p:spPr>
          <a:xfrm>
            <a:off x="819150" y="3009900"/>
            <a:ext cx="2247900" cy="14288"/>
          </a:xfrm>
          <a:prstGeom prst="rect">
            <a:avLst/>
          </a:prstGeom>
          <a:solidFill>
            <a:srgbClr val="FFC000"/>
          </a:solidFill>
          <a:ln w="0">
            <a:noFill/>
          </a:ln>
        </p:spPr>
      </p:sp>
      <p:sp>
        <p:nvSpPr>
          <p:cNvPr id="9" name="Every MW counts equally">
            <a:extLst>
              <a:ext uri="{FF2B5EF4-FFF2-40B4-BE49-F238E27FC236}">
                <a16:creationId xmlns:a16="http://schemas.microsoft.com/office/drawing/2014/main" id="{5EA9048E-63B7-462F-9560-196DD28B9A51}"/>
              </a:ext>
            </a:extLst>
          </p:cNvPr>
          <p:cNvSpPr>
            <a:spLocks noGrp="1"/>
          </p:cNvSpPr>
          <p:nvPr/>
        </p:nvSpPr>
        <p:spPr>
          <a:xfrm>
            <a:off x="819150" y="3314700"/>
            <a:ext cx="2247900" cy="866775"/>
          </a:xfrm>
          <a:prstGeom prst="rect">
            <a:avLst/>
          </a:prstGeom>
          <a:noFill/>
          <a:ln w="0">
            <a:noFill/>
          </a:ln>
        </p:spPr>
        <p:txBody>
          <a:bodyPr lIns="0" tIns="0" rIns="0" bIns="0"/>
          <a:lstStyle>
            <a:defPPr algn="l">
              <a:defRPr sz="2025" b="1">
                <a:solidFill>
                  <a:srgbClr val="102235"/>
                </a:solidFill>
              </a:defRPr>
            </a:defPPr>
            <a:lvl1pPr algn="l">
              <a:defRPr sz="2025" b="1">
                <a:solidFill>
                  <a:srgbClr val="102235"/>
                </a:solidFill>
              </a:defRPr>
            </a:lvl1pPr>
            <a:lvl2pPr algn="l">
              <a:defRPr sz="2025" b="1">
                <a:solidFill>
                  <a:srgbClr val="102235"/>
                </a:solidFill>
              </a:defRPr>
            </a:lvl2pPr>
            <a:lvl3pPr algn="l">
              <a:defRPr sz="2025" b="1">
                <a:solidFill>
                  <a:srgbClr val="102235"/>
                </a:solidFill>
              </a:defRPr>
            </a:lvl3pPr>
            <a:lvl4pPr algn="l">
              <a:defRPr sz="2025" b="1">
                <a:solidFill>
                  <a:srgbClr val="102235"/>
                </a:solidFill>
              </a:defRPr>
            </a:lvl4pPr>
            <a:lvl5pPr algn="l">
              <a:defRPr sz="2025" b="1">
                <a:solidFill>
                  <a:srgbClr val="102235"/>
                </a:solidFill>
              </a:defRPr>
            </a:lvl5pPr>
            <a:lvl6pPr algn="l">
              <a:defRPr sz="2025" b="1">
                <a:solidFill>
                  <a:srgbClr val="102235"/>
                </a:solidFill>
              </a:defRPr>
            </a:lvl6pPr>
            <a:lvl7pPr algn="l">
              <a:defRPr sz="2025" b="1">
                <a:solidFill>
                  <a:srgbClr val="102235"/>
                </a:solidFill>
              </a:defRPr>
            </a:lvl7pPr>
            <a:lvl8pPr algn="l">
              <a:defRPr sz="2025" b="1">
                <a:solidFill>
                  <a:srgbClr val="102235"/>
                </a:solidFill>
              </a:defRPr>
            </a:lvl8pPr>
            <a:lvl9pPr algn="l">
              <a:defRPr sz="2025" b="1">
                <a:solidFill>
                  <a:srgbClr val="102235"/>
                </a:solidFill>
              </a:defRPr>
            </a:lvl9pPr>
          </a:lstStyle>
          <a:p>
            <a:pPr algn="l">
              <a:defRPr sz="2025" b="1">
                <a:solidFill>
                  <a:srgbClr val="102235"/>
                </a:solidFill>
              </a:defRPr>
            </a:pPr>
            <a:r>
              <a:rPr sz="2025" b="1">
                <a:solidFill>
                  <a:srgbClr val="102235"/>
                </a:solidFill>
                <a:latin typeface="Inter"/>
                <a:ea typeface="Inter"/>
                <a:cs typeface="Inter"/>
              </a:rPr>
              <a:t>Every MW counts equally</a:t>
            </a:r>
          </a:p>
        </p:txBody>
      </p:sp>
      <p:sp>
        <p:nvSpPr>
          <p:cNvPr id="10" name="Matched 10⁻⁸ solver precision">
            <a:extLst>
              <a:ext uri="{FF2B5EF4-FFF2-40B4-BE49-F238E27FC236}">
                <a16:creationId xmlns:a16="http://schemas.microsoft.com/office/drawing/2014/main" id="{B1B5BE8A-41C1-4AF5-9EEB-7A4EDB19F2A2}"/>
              </a:ext>
            </a:extLst>
          </p:cNvPr>
          <p:cNvSpPr>
            <a:spLocks noGrp="1"/>
          </p:cNvSpPr>
          <p:nvPr/>
        </p:nvSpPr>
        <p:spPr>
          <a:xfrm>
            <a:off x="819150" y="4362450"/>
            <a:ext cx="2247900" cy="571500"/>
          </a:xfrm>
          <a:prstGeom prst="rect">
            <a:avLst/>
          </a:prstGeom>
          <a:noFill/>
          <a:ln w="0">
            <a:noFill/>
          </a:ln>
        </p:spPr>
        <p:txBody>
          <a:bodyPr lIns="0" tIns="0" rIns="0" bIns="0"/>
          <a:lstStyle>
            <a:defPPr algn="l">
              <a:defRPr sz="1650" b="0">
                <a:solidFill>
                  <a:srgbClr val="607487"/>
                </a:solidFill>
              </a:defRPr>
            </a:defPPr>
            <a:lvl1pPr algn="l">
              <a:defRPr sz="1650" b="0">
                <a:solidFill>
                  <a:srgbClr val="607487"/>
                </a:solidFill>
              </a:defRPr>
            </a:lvl1pPr>
            <a:lvl2pPr algn="l">
              <a:defRPr sz="1650" b="0">
                <a:solidFill>
                  <a:srgbClr val="607487"/>
                </a:solidFill>
              </a:defRPr>
            </a:lvl2pPr>
            <a:lvl3pPr algn="l">
              <a:defRPr sz="1650" b="0">
                <a:solidFill>
                  <a:srgbClr val="607487"/>
                </a:solidFill>
              </a:defRPr>
            </a:lvl3pPr>
            <a:lvl4pPr algn="l">
              <a:defRPr sz="1650" b="0">
                <a:solidFill>
                  <a:srgbClr val="607487"/>
                </a:solidFill>
              </a:defRPr>
            </a:lvl4pPr>
            <a:lvl5pPr algn="l">
              <a:defRPr sz="1650" b="0">
                <a:solidFill>
                  <a:srgbClr val="607487"/>
                </a:solidFill>
              </a:defRPr>
            </a:lvl5pPr>
            <a:lvl6pPr algn="l">
              <a:defRPr sz="1650" b="0">
                <a:solidFill>
                  <a:srgbClr val="607487"/>
                </a:solidFill>
              </a:defRPr>
            </a:lvl6pPr>
            <a:lvl7pPr algn="l">
              <a:defRPr sz="1650" b="0">
                <a:solidFill>
                  <a:srgbClr val="607487"/>
                </a:solidFill>
              </a:defRPr>
            </a:lvl7pPr>
            <a:lvl8pPr algn="l">
              <a:defRPr sz="1650" b="0">
                <a:solidFill>
                  <a:srgbClr val="607487"/>
                </a:solidFill>
              </a:defRPr>
            </a:lvl8pPr>
            <a:lvl9pPr algn="l">
              <a:defRPr sz="1650" b="0">
                <a:solidFill>
                  <a:srgbClr val="607487"/>
                </a:solidFill>
              </a:defRPr>
            </a:lvl9pPr>
          </a:lstStyle>
          <a:p>
            <a:pPr algn="l">
              <a:defRPr sz="1650" b="0">
                <a:solidFill>
                  <a:srgbClr val="607487"/>
                </a:solidFill>
              </a:defRPr>
            </a:pPr>
            <a:r>
              <a:rPr sz="1650" b="0">
                <a:solidFill>
                  <a:srgbClr val="607487"/>
                </a:solidFill>
                <a:latin typeface="Inter"/>
                <a:ea typeface="Inter"/>
                <a:cs typeface="Inter"/>
              </a:rPr>
              <a:t>Matched 10⁻⁸ solver precision</a:t>
            </a:r>
          </a:p>
        </p:txBody>
      </p:sp>
      <p:sp>
        <p:nvSpPr>
          <p:cNvPr id="11" name="Rectangle: Rounded Corners 10">
            <a:extLst>
              <a:ext uri="{FF2B5EF4-FFF2-40B4-BE49-F238E27FC236}">
                <a16:creationId xmlns:a16="http://schemas.microsoft.com/office/drawing/2014/main" id="{83071F9D-520E-4054-B1F0-D7BCA17FFADE}"/>
              </a:ext>
            </a:extLst>
          </p:cNvPr>
          <p:cNvSpPr>
            <a:spLocks noGrp="1"/>
          </p:cNvSpPr>
          <p:nvPr/>
        </p:nvSpPr>
        <p:spPr>
          <a:xfrm>
            <a:off x="3505200" y="2076450"/>
            <a:ext cx="2667000" cy="3067050"/>
          </a:xfrm>
          <a:prstGeom prst="roundRect">
            <a:avLst>
              <a:gd name="adj" fmla="val 4286"/>
            </a:avLst>
          </a:prstGeom>
          <a:solidFill>
            <a:srgbClr val="FFFFFF"/>
          </a:solidFill>
          <a:ln w="9525">
            <a:solidFill>
              <a:srgbClr val="D9E2EC"/>
            </a:solidFill>
          </a:ln>
        </p:spPr>
      </p:sp>
      <p:sp>
        <p:nvSpPr>
          <p:cNvPr id="12" name="Weight 2">
            <a:extLst>
              <a:ext uri="{FF2B5EF4-FFF2-40B4-BE49-F238E27FC236}">
                <a16:creationId xmlns:a16="http://schemas.microsoft.com/office/drawing/2014/main" id="{23DF5CE2-3976-4C84-A90D-FE6489FB0481}"/>
              </a:ext>
            </a:extLst>
          </p:cNvPr>
          <p:cNvSpPr>
            <a:spLocks noGrp="1"/>
          </p:cNvSpPr>
          <p:nvPr/>
        </p:nvSpPr>
        <p:spPr>
          <a:xfrm>
            <a:off x="3714750" y="2362200"/>
            <a:ext cx="2247900" cy="495300"/>
          </a:xfrm>
          <a:prstGeom prst="rect">
            <a:avLst/>
          </a:prstGeom>
          <a:noFill/>
          <a:ln w="0">
            <a:noFill/>
          </a:ln>
        </p:spPr>
        <p:txBody>
          <a:bodyPr lIns="0" tIns="0" rIns="0" bIns="0"/>
          <a:lstStyle>
            <a:defPPr algn="l">
              <a:defRPr sz="2175" b="1">
                <a:solidFill>
                  <a:srgbClr val="0074AF"/>
                </a:solidFill>
              </a:defRPr>
            </a:defPPr>
            <a:lvl1pPr algn="l">
              <a:defRPr sz="2175" b="1">
                <a:solidFill>
                  <a:srgbClr val="0074AF"/>
                </a:solidFill>
              </a:defRPr>
            </a:lvl1pPr>
            <a:lvl2pPr algn="l">
              <a:defRPr sz="2175" b="1">
                <a:solidFill>
                  <a:srgbClr val="0074AF"/>
                </a:solidFill>
              </a:defRPr>
            </a:lvl2pPr>
            <a:lvl3pPr algn="l">
              <a:defRPr sz="2175" b="1">
                <a:solidFill>
                  <a:srgbClr val="0074AF"/>
                </a:solidFill>
              </a:defRPr>
            </a:lvl3pPr>
            <a:lvl4pPr algn="l">
              <a:defRPr sz="2175" b="1">
                <a:solidFill>
                  <a:srgbClr val="0074AF"/>
                </a:solidFill>
              </a:defRPr>
            </a:lvl4pPr>
            <a:lvl5pPr algn="l">
              <a:defRPr sz="2175" b="1">
                <a:solidFill>
                  <a:srgbClr val="0074AF"/>
                </a:solidFill>
              </a:defRPr>
            </a:lvl5pPr>
            <a:lvl6pPr algn="l">
              <a:defRPr sz="2175" b="1">
                <a:solidFill>
                  <a:srgbClr val="0074AF"/>
                </a:solidFill>
              </a:defRPr>
            </a:lvl6pPr>
            <a:lvl7pPr algn="l">
              <a:defRPr sz="2175" b="1">
                <a:solidFill>
                  <a:srgbClr val="0074AF"/>
                </a:solidFill>
              </a:defRPr>
            </a:lvl7pPr>
            <a:lvl8pPr algn="l">
              <a:defRPr sz="2175" b="1">
                <a:solidFill>
                  <a:srgbClr val="0074AF"/>
                </a:solidFill>
              </a:defRPr>
            </a:lvl8pPr>
            <a:lvl9pPr algn="l">
              <a:defRPr sz="2175" b="1">
                <a:solidFill>
                  <a:srgbClr val="0074AF"/>
                </a:solidFill>
              </a:defRPr>
            </a:lvl9pPr>
          </a:lstStyle>
          <a:p>
            <a:pPr algn="l">
              <a:defRPr sz="2175" b="1">
                <a:solidFill>
                  <a:srgbClr val="0074AF"/>
                </a:solidFill>
              </a:defRPr>
            </a:pPr>
            <a:r>
              <a:rPr sz="2175" b="1">
                <a:solidFill>
                  <a:srgbClr val="0074AF"/>
                </a:solidFill>
                <a:latin typeface="Inter"/>
                <a:ea typeface="Inter"/>
                <a:cs typeface="Inter"/>
              </a:rPr>
              <a:t>Weight 2</a:t>
            </a:r>
          </a:p>
        </p:txBody>
      </p:sp>
      <p:sp>
        <p:nvSpPr>
          <p:cNvPr id="13" name="Rectangle 12">
            <a:extLst>
              <a:ext uri="{FF2B5EF4-FFF2-40B4-BE49-F238E27FC236}">
                <a16:creationId xmlns:a16="http://schemas.microsoft.com/office/drawing/2014/main" id="{058BDF4F-79EE-4BCA-BCBB-0FD930FD02A3}"/>
              </a:ext>
            </a:extLst>
          </p:cNvPr>
          <p:cNvSpPr>
            <a:spLocks noGrp="1"/>
          </p:cNvSpPr>
          <p:nvPr/>
        </p:nvSpPr>
        <p:spPr>
          <a:xfrm>
            <a:off x="3714750" y="3009900"/>
            <a:ext cx="2247900" cy="14288"/>
          </a:xfrm>
          <a:prstGeom prst="rect">
            <a:avLst/>
          </a:prstGeom>
          <a:solidFill>
            <a:srgbClr val="FFC000"/>
          </a:solidFill>
          <a:ln w="0">
            <a:noFill/>
          </a:ln>
        </p:spPr>
      </p:sp>
      <p:sp>
        <p:nvSpPr>
          <p:cNvPr id="14" name="Critical MW counts twice">
            <a:extLst>
              <a:ext uri="{FF2B5EF4-FFF2-40B4-BE49-F238E27FC236}">
                <a16:creationId xmlns:a16="http://schemas.microsoft.com/office/drawing/2014/main" id="{CAC084EC-5C6B-479B-B6FB-0036CA358400}"/>
              </a:ext>
            </a:extLst>
          </p:cNvPr>
          <p:cNvSpPr>
            <a:spLocks noGrp="1"/>
          </p:cNvSpPr>
          <p:nvPr/>
        </p:nvSpPr>
        <p:spPr>
          <a:xfrm>
            <a:off x="3714750" y="3314700"/>
            <a:ext cx="2247900" cy="866775"/>
          </a:xfrm>
          <a:prstGeom prst="rect">
            <a:avLst/>
          </a:prstGeom>
          <a:noFill/>
          <a:ln w="0">
            <a:noFill/>
          </a:ln>
        </p:spPr>
        <p:txBody>
          <a:bodyPr lIns="0" tIns="0" rIns="0" bIns="0"/>
          <a:lstStyle>
            <a:defPPr algn="l">
              <a:defRPr sz="2025" b="1">
                <a:solidFill>
                  <a:srgbClr val="102235"/>
                </a:solidFill>
              </a:defRPr>
            </a:defPPr>
            <a:lvl1pPr algn="l">
              <a:defRPr sz="2025" b="1">
                <a:solidFill>
                  <a:srgbClr val="102235"/>
                </a:solidFill>
              </a:defRPr>
            </a:lvl1pPr>
            <a:lvl2pPr algn="l">
              <a:defRPr sz="2025" b="1">
                <a:solidFill>
                  <a:srgbClr val="102235"/>
                </a:solidFill>
              </a:defRPr>
            </a:lvl2pPr>
            <a:lvl3pPr algn="l">
              <a:defRPr sz="2025" b="1">
                <a:solidFill>
                  <a:srgbClr val="102235"/>
                </a:solidFill>
              </a:defRPr>
            </a:lvl3pPr>
            <a:lvl4pPr algn="l">
              <a:defRPr sz="2025" b="1">
                <a:solidFill>
                  <a:srgbClr val="102235"/>
                </a:solidFill>
              </a:defRPr>
            </a:lvl4pPr>
            <a:lvl5pPr algn="l">
              <a:defRPr sz="2025" b="1">
                <a:solidFill>
                  <a:srgbClr val="102235"/>
                </a:solidFill>
              </a:defRPr>
            </a:lvl5pPr>
            <a:lvl6pPr algn="l">
              <a:defRPr sz="2025" b="1">
                <a:solidFill>
                  <a:srgbClr val="102235"/>
                </a:solidFill>
              </a:defRPr>
            </a:lvl6pPr>
            <a:lvl7pPr algn="l">
              <a:defRPr sz="2025" b="1">
                <a:solidFill>
                  <a:srgbClr val="102235"/>
                </a:solidFill>
              </a:defRPr>
            </a:lvl7pPr>
            <a:lvl8pPr algn="l">
              <a:defRPr sz="2025" b="1">
                <a:solidFill>
                  <a:srgbClr val="102235"/>
                </a:solidFill>
              </a:defRPr>
            </a:lvl8pPr>
            <a:lvl9pPr algn="l">
              <a:defRPr sz="2025" b="1">
                <a:solidFill>
                  <a:srgbClr val="102235"/>
                </a:solidFill>
              </a:defRPr>
            </a:lvl9pPr>
          </a:lstStyle>
          <a:p>
            <a:pPr algn="l">
              <a:defRPr sz="2025" b="1">
                <a:solidFill>
                  <a:srgbClr val="102235"/>
                </a:solidFill>
              </a:defRPr>
            </a:pPr>
            <a:r>
              <a:rPr sz="2025" b="1">
                <a:solidFill>
                  <a:srgbClr val="102235"/>
                </a:solidFill>
                <a:latin typeface="Inter"/>
                <a:ea typeface="Inter"/>
                <a:cs typeface="Inter"/>
              </a:rPr>
              <a:t>Critical MW counts twice</a:t>
            </a:r>
          </a:p>
        </p:txBody>
      </p:sp>
      <p:sp>
        <p:nvSpPr>
          <p:cNvPr id="15" name="A moderate service preference">
            <a:extLst>
              <a:ext uri="{FF2B5EF4-FFF2-40B4-BE49-F238E27FC236}">
                <a16:creationId xmlns:a16="http://schemas.microsoft.com/office/drawing/2014/main" id="{66C79716-03C9-4DF9-A1C8-5E6B10E76A11}"/>
              </a:ext>
            </a:extLst>
          </p:cNvPr>
          <p:cNvSpPr>
            <a:spLocks noGrp="1"/>
          </p:cNvSpPr>
          <p:nvPr/>
        </p:nvSpPr>
        <p:spPr>
          <a:xfrm>
            <a:off x="3714750" y="4362450"/>
            <a:ext cx="2247900" cy="571500"/>
          </a:xfrm>
          <a:prstGeom prst="rect">
            <a:avLst/>
          </a:prstGeom>
          <a:noFill/>
          <a:ln w="0">
            <a:noFill/>
          </a:ln>
        </p:spPr>
        <p:txBody>
          <a:bodyPr lIns="0" tIns="0" rIns="0" bIns="0"/>
          <a:lstStyle>
            <a:defPPr algn="l">
              <a:defRPr sz="1650" b="0">
                <a:solidFill>
                  <a:srgbClr val="607487"/>
                </a:solidFill>
              </a:defRPr>
            </a:defPPr>
            <a:lvl1pPr algn="l">
              <a:defRPr sz="1650" b="0">
                <a:solidFill>
                  <a:srgbClr val="607487"/>
                </a:solidFill>
              </a:defRPr>
            </a:lvl1pPr>
            <a:lvl2pPr algn="l">
              <a:defRPr sz="1650" b="0">
                <a:solidFill>
                  <a:srgbClr val="607487"/>
                </a:solidFill>
              </a:defRPr>
            </a:lvl2pPr>
            <a:lvl3pPr algn="l">
              <a:defRPr sz="1650" b="0">
                <a:solidFill>
                  <a:srgbClr val="607487"/>
                </a:solidFill>
              </a:defRPr>
            </a:lvl3pPr>
            <a:lvl4pPr algn="l">
              <a:defRPr sz="1650" b="0">
                <a:solidFill>
                  <a:srgbClr val="607487"/>
                </a:solidFill>
              </a:defRPr>
            </a:lvl4pPr>
            <a:lvl5pPr algn="l">
              <a:defRPr sz="1650" b="0">
                <a:solidFill>
                  <a:srgbClr val="607487"/>
                </a:solidFill>
              </a:defRPr>
            </a:lvl5pPr>
            <a:lvl6pPr algn="l">
              <a:defRPr sz="1650" b="0">
                <a:solidFill>
                  <a:srgbClr val="607487"/>
                </a:solidFill>
              </a:defRPr>
            </a:lvl6pPr>
            <a:lvl7pPr algn="l">
              <a:defRPr sz="1650" b="0">
                <a:solidFill>
                  <a:srgbClr val="607487"/>
                </a:solidFill>
              </a:defRPr>
            </a:lvl7pPr>
            <a:lvl8pPr algn="l">
              <a:defRPr sz="1650" b="0">
                <a:solidFill>
                  <a:srgbClr val="607487"/>
                </a:solidFill>
              </a:defRPr>
            </a:lvl8pPr>
            <a:lvl9pPr algn="l">
              <a:defRPr sz="1650" b="0">
                <a:solidFill>
                  <a:srgbClr val="607487"/>
                </a:solidFill>
              </a:defRPr>
            </a:lvl9pPr>
          </a:lstStyle>
          <a:p>
            <a:pPr algn="l">
              <a:defRPr sz="1650" b="0">
                <a:solidFill>
                  <a:srgbClr val="607487"/>
                </a:solidFill>
              </a:defRPr>
            </a:pPr>
            <a:r>
              <a:rPr sz="1650" b="0">
                <a:solidFill>
                  <a:srgbClr val="607487"/>
                </a:solidFill>
                <a:latin typeface="Inter"/>
                <a:ea typeface="Inter"/>
                <a:cs typeface="Inter"/>
              </a:rPr>
              <a:t>A moderate service preference</a:t>
            </a:r>
          </a:p>
        </p:txBody>
      </p:sp>
      <p:sp>
        <p:nvSpPr>
          <p:cNvPr id="16" name="Rectangle: Rounded Corners 15">
            <a:extLst>
              <a:ext uri="{FF2B5EF4-FFF2-40B4-BE49-F238E27FC236}">
                <a16:creationId xmlns:a16="http://schemas.microsoft.com/office/drawing/2014/main" id="{400E2171-79FA-4D7F-8C4B-C9B6311FC9A0}"/>
              </a:ext>
            </a:extLst>
          </p:cNvPr>
          <p:cNvSpPr>
            <a:spLocks noGrp="1"/>
          </p:cNvSpPr>
          <p:nvPr/>
        </p:nvSpPr>
        <p:spPr>
          <a:xfrm>
            <a:off x="6400800" y="2076450"/>
            <a:ext cx="2667000" cy="3067050"/>
          </a:xfrm>
          <a:prstGeom prst="roundRect">
            <a:avLst>
              <a:gd name="adj" fmla="val 4286"/>
            </a:avLst>
          </a:prstGeom>
          <a:solidFill>
            <a:srgbClr val="FFFFFF"/>
          </a:solidFill>
          <a:ln w="9525">
            <a:solidFill>
              <a:srgbClr val="D9E2EC"/>
            </a:solidFill>
          </a:ln>
        </p:spPr>
      </p:sp>
      <p:sp>
        <p:nvSpPr>
          <p:cNvPr id="17" name="Weight 10">
            <a:extLst>
              <a:ext uri="{FF2B5EF4-FFF2-40B4-BE49-F238E27FC236}">
                <a16:creationId xmlns:a16="http://schemas.microsoft.com/office/drawing/2014/main" id="{24BE8724-0A43-4092-93CD-FEF655196219}"/>
              </a:ext>
            </a:extLst>
          </p:cNvPr>
          <p:cNvSpPr>
            <a:spLocks noGrp="1"/>
          </p:cNvSpPr>
          <p:nvPr/>
        </p:nvSpPr>
        <p:spPr>
          <a:xfrm>
            <a:off x="6610350" y="2362200"/>
            <a:ext cx="2247900" cy="495300"/>
          </a:xfrm>
          <a:prstGeom prst="rect">
            <a:avLst/>
          </a:prstGeom>
          <a:noFill/>
          <a:ln w="0">
            <a:noFill/>
          </a:ln>
        </p:spPr>
        <p:txBody>
          <a:bodyPr lIns="0" tIns="0" rIns="0" bIns="0"/>
          <a:lstStyle>
            <a:defPPr algn="l">
              <a:defRPr sz="2175" b="1">
                <a:solidFill>
                  <a:srgbClr val="0074AF"/>
                </a:solidFill>
              </a:defRPr>
            </a:defPPr>
            <a:lvl1pPr algn="l">
              <a:defRPr sz="2175" b="1">
                <a:solidFill>
                  <a:srgbClr val="0074AF"/>
                </a:solidFill>
              </a:defRPr>
            </a:lvl1pPr>
            <a:lvl2pPr algn="l">
              <a:defRPr sz="2175" b="1">
                <a:solidFill>
                  <a:srgbClr val="0074AF"/>
                </a:solidFill>
              </a:defRPr>
            </a:lvl2pPr>
            <a:lvl3pPr algn="l">
              <a:defRPr sz="2175" b="1">
                <a:solidFill>
                  <a:srgbClr val="0074AF"/>
                </a:solidFill>
              </a:defRPr>
            </a:lvl3pPr>
            <a:lvl4pPr algn="l">
              <a:defRPr sz="2175" b="1">
                <a:solidFill>
                  <a:srgbClr val="0074AF"/>
                </a:solidFill>
              </a:defRPr>
            </a:lvl4pPr>
            <a:lvl5pPr algn="l">
              <a:defRPr sz="2175" b="1">
                <a:solidFill>
                  <a:srgbClr val="0074AF"/>
                </a:solidFill>
              </a:defRPr>
            </a:lvl5pPr>
            <a:lvl6pPr algn="l">
              <a:defRPr sz="2175" b="1">
                <a:solidFill>
                  <a:srgbClr val="0074AF"/>
                </a:solidFill>
              </a:defRPr>
            </a:lvl6pPr>
            <a:lvl7pPr algn="l">
              <a:defRPr sz="2175" b="1">
                <a:solidFill>
                  <a:srgbClr val="0074AF"/>
                </a:solidFill>
              </a:defRPr>
            </a:lvl7pPr>
            <a:lvl8pPr algn="l">
              <a:defRPr sz="2175" b="1">
                <a:solidFill>
                  <a:srgbClr val="0074AF"/>
                </a:solidFill>
              </a:defRPr>
            </a:lvl8pPr>
            <a:lvl9pPr algn="l">
              <a:defRPr sz="2175" b="1">
                <a:solidFill>
                  <a:srgbClr val="0074AF"/>
                </a:solidFill>
              </a:defRPr>
            </a:lvl9pPr>
          </a:lstStyle>
          <a:p>
            <a:pPr algn="l">
              <a:defRPr sz="2175" b="1">
                <a:solidFill>
                  <a:srgbClr val="0074AF"/>
                </a:solidFill>
              </a:defRPr>
            </a:pPr>
            <a:r>
              <a:rPr sz="2175" b="1">
                <a:solidFill>
                  <a:srgbClr val="0074AF"/>
                </a:solidFill>
                <a:latin typeface="Inter"/>
                <a:ea typeface="Inter"/>
                <a:cs typeface="Inter"/>
              </a:rPr>
              <a:t>Weight 10</a:t>
            </a:r>
          </a:p>
        </p:txBody>
      </p:sp>
      <p:sp>
        <p:nvSpPr>
          <p:cNvPr id="18" name="Rectangle 17">
            <a:extLst>
              <a:ext uri="{FF2B5EF4-FFF2-40B4-BE49-F238E27FC236}">
                <a16:creationId xmlns:a16="http://schemas.microsoft.com/office/drawing/2014/main" id="{3577D15A-9C00-41E6-B01F-17BFEE79D78E}"/>
              </a:ext>
            </a:extLst>
          </p:cNvPr>
          <p:cNvSpPr>
            <a:spLocks noGrp="1"/>
          </p:cNvSpPr>
          <p:nvPr/>
        </p:nvSpPr>
        <p:spPr>
          <a:xfrm>
            <a:off x="6610350" y="3009900"/>
            <a:ext cx="2247900" cy="14288"/>
          </a:xfrm>
          <a:prstGeom prst="rect">
            <a:avLst/>
          </a:prstGeom>
          <a:solidFill>
            <a:srgbClr val="FFC000"/>
          </a:solidFill>
          <a:ln w="0">
            <a:noFill/>
          </a:ln>
        </p:spPr>
      </p:sp>
      <p:sp>
        <p:nvSpPr>
          <p:cNvPr id="19" name="Critical MW counts ten times">
            <a:extLst>
              <a:ext uri="{FF2B5EF4-FFF2-40B4-BE49-F238E27FC236}">
                <a16:creationId xmlns:a16="http://schemas.microsoft.com/office/drawing/2014/main" id="{52704257-2FDE-4294-BC37-101C73B1CF84}"/>
              </a:ext>
            </a:extLst>
          </p:cNvPr>
          <p:cNvSpPr>
            <a:spLocks noGrp="1"/>
          </p:cNvSpPr>
          <p:nvPr/>
        </p:nvSpPr>
        <p:spPr>
          <a:xfrm>
            <a:off x="6610350" y="3314700"/>
            <a:ext cx="2247900" cy="866775"/>
          </a:xfrm>
          <a:prstGeom prst="rect">
            <a:avLst/>
          </a:prstGeom>
          <a:noFill/>
          <a:ln w="0">
            <a:noFill/>
          </a:ln>
        </p:spPr>
        <p:txBody>
          <a:bodyPr lIns="0" tIns="0" rIns="0" bIns="0"/>
          <a:lstStyle>
            <a:defPPr algn="l">
              <a:defRPr sz="2025" b="1">
                <a:solidFill>
                  <a:srgbClr val="102235"/>
                </a:solidFill>
              </a:defRPr>
            </a:defPPr>
            <a:lvl1pPr algn="l">
              <a:defRPr sz="2025" b="1">
                <a:solidFill>
                  <a:srgbClr val="102235"/>
                </a:solidFill>
              </a:defRPr>
            </a:lvl1pPr>
            <a:lvl2pPr algn="l">
              <a:defRPr sz="2025" b="1">
                <a:solidFill>
                  <a:srgbClr val="102235"/>
                </a:solidFill>
              </a:defRPr>
            </a:lvl2pPr>
            <a:lvl3pPr algn="l">
              <a:defRPr sz="2025" b="1">
                <a:solidFill>
                  <a:srgbClr val="102235"/>
                </a:solidFill>
              </a:defRPr>
            </a:lvl3pPr>
            <a:lvl4pPr algn="l">
              <a:defRPr sz="2025" b="1">
                <a:solidFill>
                  <a:srgbClr val="102235"/>
                </a:solidFill>
              </a:defRPr>
            </a:lvl4pPr>
            <a:lvl5pPr algn="l">
              <a:defRPr sz="2025" b="1">
                <a:solidFill>
                  <a:srgbClr val="102235"/>
                </a:solidFill>
              </a:defRPr>
            </a:lvl5pPr>
            <a:lvl6pPr algn="l">
              <a:defRPr sz="2025" b="1">
                <a:solidFill>
                  <a:srgbClr val="102235"/>
                </a:solidFill>
              </a:defRPr>
            </a:lvl6pPr>
            <a:lvl7pPr algn="l">
              <a:defRPr sz="2025" b="1">
                <a:solidFill>
                  <a:srgbClr val="102235"/>
                </a:solidFill>
              </a:defRPr>
            </a:lvl7pPr>
            <a:lvl8pPr algn="l">
              <a:defRPr sz="2025" b="1">
                <a:solidFill>
                  <a:srgbClr val="102235"/>
                </a:solidFill>
              </a:defRPr>
            </a:lvl8pPr>
            <a:lvl9pPr algn="l">
              <a:defRPr sz="2025" b="1">
                <a:solidFill>
                  <a:srgbClr val="102235"/>
                </a:solidFill>
              </a:defRPr>
            </a:lvl9pPr>
          </a:lstStyle>
          <a:p>
            <a:pPr algn="l">
              <a:defRPr sz="2025" b="1">
                <a:solidFill>
                  <a:srgbClr val="102235"/>
                </a:solidFill>
              </a:defRPr>
            </a:pPr>
            <a:r>
              <a:rPr sz="2025" b="1">
                <a:solidFill>
                  <a:srgbClr val="102235"/>
                </a:solidFill>
                <a:latin typeface="Inter"/>
                <a:ea typeface="Inter"/>
                <a:cs typeface="Inter"/>
              </a:rPr>
              <a:t>Critical MW counts ten times</a:t>
            </a:r>
          </a:p>
        </p:txBody>
      </p:sp>
      <p:sp>
        <p:nvSpPr>
          <p:cNvPr id="20" name="A stronger service preference">
            <a:extLst>
              <a:ext uri="{FF2B5EF4-FFF2-40B4-BE49-F238E27FC236}">
                <a16:creationId xmlns:a16="http://schemas.microsoft.com/office/drawing/2014/main" id="{3F7C45B7-42EE-4AA3-AAA8-113B08211B94}"/>
              </a:ext>
            </a:extLst>
          </p:cNvPr>
          <p:cNvSpPr>
            <a:spLocks noGrp="1"/>
          </p:cNvSpPr>
          <p:nvPr/>
        </p:nvSpPr>
        <p:spPr>
          <a:xfrm>
            <a:off x="6610350" y="4362450"/>
            <a:ext cx="2247900" cy="571500"/>
          </a:xfrm>
          <a:prstGeom prst="rect">
            <a:avLst/>
          </a:prstGeom>
          <a:noFill/>
          <a:ln w="0">
            <a:noFill/>
          </a:ln>
        </p:spPr>
        <p:txBody>
          <a:bodyPr lIns="0" tIns="0" rIns="0" bIns="0"/>
          <a:lstStyle>
            <a:defPPr algn="l">
              <a:defRPr sz="1650" b="0">
                <a:solidFill>
                  <a:srgbClr val="607487"/>
                </a:solidFill>
              </a:defRPr>
            </a:defPPr>
            <a:lvl1pPr algn="l">
              <a:defRPr sz="1650" b="0">
                <a:solidFill>
                  <a:srgbClr val="607487"/>
                </a:solidFill>
              </a:defRPr>
            </a:lvl1pPr>
            <a:lvl2pPr algn="l">
              <a:defRPr sz="1650" b="0">
                <a:solidFill>
                  <a:srgbClr val="607487"/>
                </a:solidFill>
              </a:defRPr>
            </a:lvl2pPr>
            <a:lvl3pPr algn="l">
              <a:defRPr sz="1650" b="0">
                <a:solidFill>
                  <a:srgbClr val="607487"/>
                </a:solidFill>
              </a:defRPr>
            </a:lvl3pPr>
            <a:lvl4pPr algn="l">
              <a:defRPr sz="1650" b="0">
                <a:solidFill>
                  <a:srgbClr val="607487"/>
                </a:solidFill>
              </a:defRPr>
            </a:lvl4pPr>
            <a:lvl5pPr algn="l">
              <a:defRPr sz="1650" b="0">
                <a:solidFill>
                  <a:srgbClr val="607487"/>
                </a:solidFill>
              </a:defRPr>
            </a:lvl5pPr>
            <a:lvl6pPr algn="l">
              <a:defRPr sz="1650" b="0">
                <a:solidFill>
                  <a:srgbClr val="607487"/>
                </a:solidFill>
              </a:defRPr>
            </a:lvl6pPr>
            <a:lvl7pPr algn="l">
              <a:defRPr sz="1650" b="0">
                <a:solidFill>
                  <a:srgbClr val="607487"/>
                </a:solidFill>
              </a:defRPr>
            </a:lvl7pPr>
            <a:lvl8pPr algn="l">
              <a:defRPr sz="1650" b="0">
                <a:solidFill>
                  <a:srgbClr val="607487"/>
                </a:solidFill>
              </a:defRPr>
            </a:lvl8pPr>
            <a:lvl9pPr algn="l">
              <a:defRPr sz="1650" b="0">
                <a:solidFill>
                  <a:srgbClr val="607487"/>
                </a:solidFill>
              </a:defRPr>
            </a:lvl9pPr>
          </a:lstStyle>
          <a:p>
            <a:pPr algn="l">
              <a:defRPr sz="1650" b="0">
                <a:solidFill>
                  <a:srgbClr val="607487"/>
                </a:solidFill>
              </a:defRPr>
            </a:pPr>
            <a:r>
              <a:rPr sz="1650" b="0">
                <a:solidFill>
                  <a:srgbClr val="607487"/>
                </a:solidFill>
                <a:latin typeface="Inter"/>
                <a:ea typeface="Inter"/>
                <a:cs typeface="Inter"/>
              </a:rPr>
              <a:t>A stronger service preference</a:t>
            </a:r>
          </a:p>
        </p:txBody>
      </p:sp>
      <p:sp>
        <p:nvSpPr>
          <p:cNvPr id="21" name="Rectangle: Rounded Corners 20">
            <a:extLst>
              <a:ext uri="{FF2B5EF4-FFF2-40B4-BE49-F238E27FC236}">
                <a16:creationId xmlns:a16="http://schemas.microsoft.com/office/drawing/2014/main" id="{F3CE3DF4-5429-4FAF-B5B1-3802E7B98670}"/>
              </a:ext>
            </a:extLst>
          </p:cNvPr>
          <p:cNvSpPr>
            <a:spLocks noGrp="1"/>
          </p:cNvSpPr>
          <p:nvPr/>
        </p:nvSpPr>
        <p:spPr>
          <a:xfrm>
            <a:off x="9296400" y="2076450"/>
            <a:ext cx="2667000" cy="3067050"/>
          </a:xfrm>
          <a:prstGeom prst="roundRect">
            <a:avLst>
              <a:gd name="adj" fmla="val 4286"/>
            </a:avLst>
          </a:prstGeom>
          <a:solidFill>
            <a:srgbClr val="FFFFFF"/>
          </a:solidFill>
          <a:ln w="9525">
            <a:solidFill>
              <a:srgbClr val="D9E2EC"/>
            </a:solidFill>
          </a:ln>
        </p:spPr>
      </p:sp>
      <p:sp>
        <p:nvSpPr>
          <p:cNvPr id="22" name="Critical-first">
            <a:extLst>
              <a:ext uri="{FF2B5EF4-FFF2-40B4-BE49-F238E27FC236}">
                <a16:creationId xmlns:a16="http://schemas.microsoft.com/office/drawing/2014/main" id="{F572FE98-D45D-45B7-9C95-8DAEC1FAF075}"/>
              </a:ext>
            </a:extLst>
          </p:cNvPr>
          <p:cNvSpPr>
            <a:spLocks noGrp="1"/>
          </p:cNvSpPr>
          <p:nvPr/>
        </p:nvSpPr>
        <p:spPr>
          <a:xfrm>
            <a:off x="9505950" y="2362200"/>
            <a:ext cx="2247900" cy="495300"/>
          </a:xfrm>
          <a:prstGeom prst="rect">
            <a:avLst/>
          </a:prstGeom>
          <a:noFill/>
          <a:ln w="0">
            <a:noFill/>
          </a:ln>
        </p:spPr>
        <p:txBody>
          <a:bodyPr lIns="0" tIns="0" rIns="0" bIns="0"/>
          <a:lstStyle>
            <a:defPPr algn="l">
              <a:defRPr sz="2175" b="1">
                <a:solidFill>
                  <a:srgbClr val="F28C35"/>
                </a:solidFill>
              </a:defRPr>
            </a:defPPr>
            <a:lvl1pPr algn="l">
              <a:defRPr sz="2175" b="1">
                <a:solidFill>
                  <a:srgbClr val="F28C35"/>
                </a:solidFill>
              </a:defRPr>
            </a:lvl1pPr>
            <a:lvl2pPr algn="l">
              <a:defRPr sz="2175" b="1">
                <a:solidFill>
                  <a:srgbClr val="F28C35"/>
                </a:solidFill>
              </a:defRPr>
            </a:lvl2pPr>
            <a:lvl3pPr algn="l">
              <a:defRPr sz="2175" b="1">
                <a:solidFill>
                  <a:srgbClr val="F28C35"/>
                </a:solidFill>
              </a:defRPr>
            </a:lvl3pPr>
            <a:lvl4pPr algn="l">
              <a:defRPr sz="2175" b="1">
                <a:solidFill>
                  <a:srgbClr val="F28C35"/>
                </a:solidFill>
              </a:defRPr>
            </a:lvl4pPr>
            <a:lvl5pPr algn="l">
              <a:defRPr sz="2175" b="1">
                <a:solidFill>
                  <a:srgbClr val="F28C35"/>
                </a:solidFill>
              </a:defRPr>
            </a:lvl5pPr>
            <a:lvl6pPr algn="l">
              <a:defRPr sz="2175" b="1">
                <a:solidFill>
                  <a:srgbClr val="F28C35"/>
                </a:solidFill>
              </a:defRPr>
            </a:lvl6pPr>
            <a:lvl7pPr algn="l">
              <a:defRPr sz="2175" b="1">
                <a:solidFill>
                  <a:srgbClr val="F28C35"/>
                </a:solidFill>
              </a:defRPr>
            </a:lvl7pPr>
            <a:lvl8pPr algn="l">
              <a:defRPr sz="2175" b="1">
                <a:solidFill>
                  <a:srgbClr val="F28C35"/>
                </a:solidFill>
              </a:defRPr>
            </a:lvl8pPr>
            <a:lvl9pPr algn="l">
              <a:defRPr sz="2175" b="1">
                <a:solidFill>
                  <a:srgbClr val="F28C35"/>
                </a:solidFill>
              </a:defRPr>
            </a:lvl9pPr>
          </a:lstStyle>
          <a:p>
            <a:pPr algn="l">
              <a:defRPr sz="2175" b="1">
                <a:solidFill>
                  <a:srgbClr val="F28C35"/>
                </a:solidFill>
              </a:defRPr>
            </a:pPr>
            <a:r>
              <a:rPr sz="2175" b="1">
                <a:solidFill>
                  <a:srgbClr val="F28C35"/>
                </a:solidFill>
                <a:latin typeface="Inter"/>
                <a:ea typeface="Inter"/>
                <a:cs typeface="Inter"/>
              </a:rPr>
              <a:t>Critical-first</a:t>
            </a:r>
          </a:p>
        </p:txBody>
      </p:sp>
      <p:sp>
        <p:nvSpPr>
          <p:cNvPr id="23" name="Rectangle 22">
            <a:extLst>
              <a:ext uri="{FF2B5EF4-FFF2-40B4-BE49-F238E27FC236}">
                <a16:creationId xmlns:a16="http://schemas.microsoft.com/office/drawing/2014/main" id="{1742E174-A286-4579-B6C2-756297C0A235}"/>
              </a:ext>
            </a:extLst>
          </p:cNvPr>
          <p:cNvSpPr>
            <a:spLocks noGrp="1"/>
          </p:cNvSpPr>
          <p:nvPr/>
        </p:nvSpPr>
        <p:spPr>
          <a:xfrm>
            <a:off x="9505950" y="3009900"/>
            <a:ext cx="2247900" cy="14288"/>
          </a:xfrm>
          <a:prstGeom prst="rect">
            <a:avLst/>
          </a:prstGeom>
          <a:solidFill>
            <a:srgbClr val="FFC000"/>
          </a:solidFill>
          <a:ln w="0">
            <a:noFill/>
          </a:ln>
        </p:spPr>
      </p:sp>
      <p:sp>
        <p:nvSpPr>
          <p:cNvPr id="24" name="Maximize critical service first">
            <a:extLst>
              <a:ext uri="{FF2B5EF4-FFF2-40B4-BE49-F238E27FC236}">
                <a16:creationId xmlns:a16="http://schemas.microsoft.com/office/drawing/2014/main" id="{287D3B9E-8192-42A8-B9FF-5C7CF2A259E9}"/>
              </a:ext>
            </a:extLst>
          </p:cNvPr>
          <p:cNvSpPr>
            <a:spLocks noGrp="1"/>
          </p:cNvSpPr>
          <p:nvPr/>
        </p:nvSpPr>
        <p:spPr>
          <a:xfrm>
            <a:off x="9505950" y="3314700"/>
            <a:ext cx="2247900" cy="866775"/>
          </a:xfrm>
          <a:prstGeom prst="rect">
            <a:avLst/>
          </a:prstGeom>
          <a:noFill/>
          <a:ln w="0">
            <a:noFill/>
          </a:ln>
        </p:spPr>
        <p:txBody>
          <a:bodyPr lIns="0" tIns="0" rIns="0" bIns="0"/>
          <a:lstStyle>
            <a:defPPr algn="l">
              <a:defRPr sz="2025" b="1">
                <a:solidFill>
                  <a:srgbClr val="102235"/>
                </a:solidFill>
              </a:defRPr>
            </a:defPPr>
            <a:lvl1pPr algn="l">
              <a:defRPr sz="2025" b="1">
                <a:solidFill>
                  <a:srgbClr val="102235"/>
                </a:solidFill>
              </a:defRPr>
            </a:lvl1pPr>
            <a:lvl2pPr algn="l">
              <a:defRPr sz="2025" b="1">
                <a:solidFill>
                  <a:srgbClr val="102235"/>
                </a:solidFill>
              </a:defRPr>
            </a:lvl2pPr>
            <a:lvl3pPr algn="l">
              <a:defRPr sz="2025" b="1">
                <a:solidFill>
                  <a:srgbClr val="102235"/>
                </a:solidFill>
              </a:defRPr>
            </a:lvl3pPr>
            <a:lvl4pPr algn="l">
              <a:defRPr sz="2025" b="1">
                <a:solidFill>
                  <a:srgbClr val="102235"/>
                </a:solidFill>
              </a:defRPr>
            </a:lvl4pPr>
            <a:lvl5pPr algn="l">
              <a:defRPr sz="2025" b="1">
                <a:solidFill>
                  <a:srgbClr val="102235"/>
                </a:solidFill>
              </a:defRPr>
            </a:lvl5pPr>
            <a:lvl6pPr algn="l">
              <a:defRPr sz="2025" b="1">
                <a:solidFill>
                  <a:srgbClr val="102235"/>
                </a:solidFill>
              </a:defRPr>
            </a:lvl6pPr>
            <a:lvl7pPr algn="l">
              <a:defRPr sz="2025" b="1">
                <a:solidFill>
                  <a:srgbClr val="102235"/>
                </a:solidFill>
              </a:defRPr>
            </a:lvl7pPr>
            <a:lvl8pPr algn="l">
              <a:defRPr sz="2025" b="1">
                <a:solidFill>
                  <a:srgbClr val="102235"/>
                </a:solidFill>
              </a:defRPr>
            </a:lvl8pPr>
            <a:lvl9pPr algn="l">
              <a:defRPr sz="2025" b="1">
                <a:solidFill>
                  <a:srgbClr val="102235"/>
                </a:solidFill>
              </a:defRPr>
            </a:lvl9pPr>
          </a:lstStyle>
          <a:p>
            <a:pPr algn="l">
              <a:defRPr sz="2025" b="1">
                <a:solidFill>
                  <a:srgbClr val="102235"/>
                </a:solidFill>
              </a:defRPr>
            </a:pPr>
            <a:r>
              <a:rPr sz="2025" b="1">
                <a:solidFill>
                  <a:srgbClr val="102235"/>
                </a:solidFill>
                <a:latin typeface="Inter"/>
                <a:ea typeface="Inter"/>
                <a:cs typeface="Inter"/>
              </a:rPr>
              <a:t>Maximize critical service first</a:t>
            </a:r>
          </a:p>
        </p:txBody>
      </p:sp>
      <p:sp>
        <p:nvSpPr>
          <p:cNvPr id="25" name="Then maximize total service">
            <a:extLst>
              <a:ext uri="{FF2B5EF4-FFF2-40B4-BE49-F238E27FC236}">
                <a16:creationId xmlns:a16="http://schemas.microsoft.com/office/drawing/2014/main" id="{A67040C7-D7D5-4B86-A462-DED34D742FFC}"/>
              </a:ext>
            </a:extLst>
          </p:cNvPr>
          <p:cNvSpPr>
            <a:spLocks noGrp="1"/>
          </p:cNvSpPr>
          <p:nvPr/>
        </p:nvSpPr>
        <p:spPr>
          <a:xfrm>
            <a:off x="9505950" y="4362450"/>
            <a:ext cx="2247900" cy="571500"/>
          </a:xfrm>
          <a:prstGeom prst="rect">
            <a:avLst/>
          </a:prstGeom>
          <a:noFill/>
          <a:ln w="0">
            <a:noFill/>
          </a:ln>
        </p:spPr>
        <p:txBody>
          <a:bodyPr lIns="0" tIns="0" rIns="0" bIns="0"/>
          <a:lstStyle>
            <a:defPPr algn="l">
              <a:defRPr sz="1650" b="0">
                <a:solidFill>
                  <a:srgbClr val="607487"/>
                </a:solidFill>
              </a:defRPr>
            </a:defPPr>
            <a:lvl1pPr algn="l">
              <a:defRPr sz="1650" b="0">
                <a:solidFill>
                  <a:srgbClr val="607487"/>
                </a:solidFill>
              </a:defRPr>
            </a:lvl1pPr>
            <a:lvl2pPr algn="l">
              <a:defRPr sz="1650" b="0">
                <a:solidFill>
                  <a:srgbClr val="607487"/>
                </a:solidFill>
              </a:defRPr>
            </a:lvl2pPr>
            <a:lvl3pPr algn="l">
              <a:defRPr sz="1650" b="0">
                <a:solidFill>
                  <a:srgbClr val="607487"/>
                </a:solidFill>
              </a:defRPr>
            </a:lvl3pPr>
            <a:lvl4pPr algn="l">
              <a:defRPr sz="1650" b="0">
                <a:solidFill>
                  <a:srgbClr val="607487"/>
                </a:solidFill>
              </a:defRPr>
            </a:lvl4pPr>
            <a:lvl5pPr algn="l">
              <a:defRPr sz="1650" b="0">
                <a:solidFill>
                  <a:srgbClr val="607487"/>
                </a:solidFill>
              </a:defRPr>
            </a:lvl5pPr>
            <a:lvl6pPr algn="l">
              <a:defRPr sz="1650" b="0">
                <a:solidFill>
                  <a:srgbClr val="607487"/>
                </a:solidFill>
              </a:defRPr>
            </a:lvl6pPr>
            <a:lvl7pPr algn="l">
              <a:defRPr sz="1650" b="0">
                <a:solidFill>
                  <a:srgbClr val="607487"/>
                </a:solidFill>
              </a:defRPr>
            </a:lvl7pPr>
            <a:lvl8pPr algn="l">
              <a:defRPr sz="1650" b="0">
                <a:solidFill>
                  <a:srgbClr val="607487"/>
                </a:solidFill>
              </a:defRPr>
            </a:lvl8pPr>
            <a:lvl9pPr algn="l">
              <a:defRPr sz="1650" b="0">
                <a:solidFill>
                  <a:srgbClr val="607487"/>
                </a:solidFill>
              </a:defRPr>
            </a:lvl9pPr>
          </a:lstStyle>
          <a:p>
            <a:pPr algn="l">
              <a:defRPr sz="1650" b="0">
                <a:solidFill>
                  <a:srgbClr val="607487"/>
                </a:solidFill>
              </a:defRPr>
            </a:pPr>
            <a:r>
              <a:rPr sz="1650" b="0">
                <a:solidFill>
                  <a:srgbClr val="607487"/>
                </a:solidFill>
                <a:latin typeface="Inter"/>
                <a:ea typeface="Inter"/>
                <a:cs typeface="Inter"/>
              </a:rPr>
              <a:t>Then maximize total service</a:t>
            </a:r>
          </a:p>
        </p:txBody>
      </p:sp>
      <p:sp>
        <p:nvSpPr>
          <p:cNvPr id="26" name="Synthetic groups of positive-demand buses. All policies">
            <a:extLst>
              <a:ext uri="{FF2B5EF4-FFF2-40B4-BE49-F238E27FC236}">
                <a16:creationId xmlns:a16="http://schemas.microsoft.com/office/drawing/2014/main" id="{6666BA4B-F560-4A0F-910B-7362C681AAE7}"/>
              </a:ext>
            </a:extLst>
          </p:cNvPr>
          <p:cNvSpPr>
            <a:spLocks noGrp="1"/>
          </p:cNvSpPr>
          <p:nvPr/>
        </p:nvSpPr>
        <p:spPr>
          <a:xfrm>
            <a:off x="590550" y="6134100"/>
            <a:ext cx="10858500" cy="428625"/>
          </a:xfrm>
          <a:prstGeom prst="rect">
            <a:avLst/>
          </a:prstGeom>
          <a:noFill/>
          <a:ln w="0">
            <a:noFill/>
          </a:ln>
        </p:spPr>
        <p:txBody>
          <a:bodyPr lIns="0" tIns="0" rIns="0" bIns="0"/>
          <a:lstStyle>
            <a:defPPr algn="l">
              <a:defRPr sz="1350" b="0">
                <a:solidFill>
                  <a:srgbClr val="607487"/>
                </a:solidFill>
              </a:defRPr>
            </a:defPPr>
            <a:lvl1pPr algn="l">
              <a:defRPr sz="1350" b="0">
                <a:solidFill>
                  <a:srgbClr val="607487"/>
                </a:solidFill>
              </a:defRPr>
            </a:lvl1pPr>
            <a:lvl2pPr algn="l">
              <a:defRPr sz="1350" b="0">
                <a:solidFill>
                  <a:srgbClr val="607487"/>
                </a:solidFill>
              </a:defRPr>
            </a:lvl2pPr>
            <a:lvl3pPr algn="l">
              <a:defRPr sz="1350" b="0">
                <a:solidFill>
                  <a:srgbClr val="607487"/>
                </a:solidFill>
              </a:defRPr>
            </a:lvl3pPr>
            <a:lvl4pPr algn="l">
              <a:defRPr sz="1350" b="0">
                <a:solidFill>
                  <a:srgbClr val="607487"/>
                </a:solidFill>
              </a:defRPr>
            </a:lvl4pPr>
            <a:lvl5pPr algn="l">
              <a:defRPr sz="1350" b="0">
                <a:solidFill>
                  <a:srgbClr val="607487"/>
                </a:solidFill>
              </a:defRPr>
            </a:lvl5pPr>
            <a:lvl6pPr algn="l">
              <a:defRPr sz="1350" b="0">
                <a:solidFill>
                  <a:srgbClr val="607487"/>
                </a:solidFill>
              </a:defRPr>
            </a:lvl6pPr>
            <a:lvl7pPr algn="l">
              <a:defRPr sz="1350" b="0">
                <a:solidFill>
                  <a:srgbClr val="607487"/>
                </a:solidFill>
              </a:defRPr>
            </a:lvl7pPr>
            <a:lvl8pPr algn="l">
              <a:defRPr sz="1350" b="0">
                <a:solidFill>
                  <a:srgbClr val="607487"/>
                </a:solidFill>
              </a:defRPr>
            </a:lvl8pPr>
            <a:lvl9pPr algn="l">
              <a:defRPr sz="1350" b="0">
                <a:solidFill>
                  <a:srgbClr val="607487"/>
                </a:solidFill>
              </a:defRPr>
            </a:lvl9pPr>
          </a:lstStyle>
          <a:p>
            <a:pPr algn="l">
              <a:defRPr sz="1350" b="0">
                <a:solidFill>
                  <a:srgbClr val="607487"/>
                </a:solidFill>
              </a:defRPr>
            </a:pPr>
            <a:r>
              <a:rPr sz="1350" b="0">
                <a:solidFill>
                  <a:srgbClr val="607487"/>
                </a:solidFill>
                <a:latin typeface="Inter"/>
                <a:ea typeface="Inter"/>
                <a:cs typeface="Inter"/>
              </a:rPr>
              <a:t>Synthetic groups of positive-demand buses. All policies share initial dispatch and attack sequences.</a:t>
            </a:r>
          </a:p>
        </p:txBody>
      </p:sp>
    </p:spTree>
    <p:extLst>
      <p:ext uri="{BB962C8B-B14F-4D97-AF65-F5344CB8AC3E}">
        <p14:creationId xmlns:p14="http://schemas.microsoft.com/office/powerpoint/2010/main" val="16036534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riginal black template tab">
            <a:extLst>
              <a:ext uri="{FF2B5EF4-FFF2-40B4-BE49-F238E27FC236}">
                <a16:creationId xmlns:a16="http://schemas.microsoft.com/office/drawing/2014/main" id="{26DA2B6F-B0F2-43ED-B4F4-8F847418F8E6}"/>
              </a:ext>
            </a:extLst>
          </p:cNvPr>
          <p:cNvSpPr>
            <a:spLocks noGrp="1"/>
          </p:cNvSpPr>
          <p:nvPr/>
        </p:nvSpPr>
        <p:spPr>
          <a:xfrm>
            <a:off x="129521" y="0"/>
            <a:ext cx="2749481" cy="1364786"/>
          </a:xfrm>
          <a:custGeom>
            <a:avLst/>
            <a:gdLst/>
            <a:ahLst/>
            <a:cxnLst/>
            <a:rect l="0" t="0" r="0" b="0"/>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rgbClr val="000000"/>
          </a:solidFill>
          <a:ln w="0">
            <a:noFill/>
          </a:ln>
        </p:spPr>
      </p:sp>
      <p:sp>
        <p:nvSpPr>
          <p:cNvPr id="3" name="PRIORITY">
            <a:extLst>
              <a:ext uri="{FF2B5EF4-FFF2-40B4-BE49-F238E27FC236}">
                <a16:creationId xmlns:a16="http://schemas.microsoft.com/office/drawing/2014/main" id="{6BA19955-3D4C-4A1E-9AAF-565A02A0BEE8}"/>
              </a:ext>
            </a:extLst>
          </p:cNvPr>
          <p:cNvSpPr>
            <a:spLocks noGrp="1"/>
          </p:cNvSpPr>
          <p:nvPr/>
        </p:nvSpPr>
        <p:spPr>
          <a:xfrm>
            <a:off x="295275" y="409575"/>
            <a:ext cx="2381250" cy="666750"/>
          </a:xfrm>
          <a:prstGeom prst="rect">
            <a:avLst/>
          </a:prstGeom>
          <a:noFill/>
          <a:ln w="0">
            <a:noFill/>
          </a:ln>
        </p:spPr>
        <p:txBody>
          <a:bodyPr lIns="0" tIns="0" rIns="0" bIns="0"/>
          <a:lstStyle>
            <a:defPPr algn="ctr">
              <a:defRPr sz="2250" b="0">
                <a:solidFill>
                  <a:srgbClr val="FFFFFF"/>
                </a:solidFill>
              </a:defRPr>
            </a:defPPr>
            <a:lvl1pPr algn="ctr">
              <a:defRPr sz="2250" b="0">
                <a:solidFill>
                  <a:srgbClr val="FFFFFF"/>
                </a:solidFill>
              </a:defRPr>
            </a:lvl1pPr>
            <a:lvl2pPr algn="ctr">
              <a:defRPr sz="2250" b="0">
                <a:solidFill>
                  <a:srgbClr val="FFFFFF"/>
                </a:solidFill>
              </a:defRPr>
            </a:lvl2pPr>
            <a:lvl3pPr algn="ctr">
              <a:defRPr sz="2250" b="0">
                <a:solidFill>
                  <a:srgbClr val="FFFFFF"/>
                </a:solidFill>
              </a:defRPr>
            </a:lvl3pPr>
            <a:lvl4pPr algn="ctr">
              <a:defRPr sz="2250" b="0">
                <a:solidFill>
                  <a:srgbClr val="FFFFFF"/>
                </a:solidFill>
              </a:defRPr>
            </a:lvl4pPr>
            <a:lvl5pPr algn="ctr">
              <a:defRPr sz="2250" b="0">
                <a:solidFill>
                  <a:srgbClr val="FFFFFF"/>
                </a:solidFill>
              </a:defRPr>
            </a:lvl5pPr>
            <a:lvl6pPr algn="ctr">
              <a:defRPr sz="2250" b="0">
                <a:solidFill>
                  <a:srgbClr val="FFFFFF"/>
                </a:solidFill>
              </a:defRPr>
            </a:lvl6pPr>
            <a:lvl7pPr algn="ctr">
              <a:defRPr sz="2250" b="0">
                <a:solidFill>
                  <a:srgbClr val="FFFFFF"/>
                </a:solidFill>
              </a:defRPr>
            </a:lvl7pPr>
            <a:lvl8pPr algn="ctr">
              <a:defRPr sz="2250" b="0">
                <a:solidFill>
                  <a:srgbClr val="FFFFFF"/>
                </a:solidFill>
              </a:defRPr>
            </a:lvl8pPr>
            <a:lvl9pPr algn="ctr">
              <a:defRPr sz="2250" b="0">
                <a:solidFill>
                  <a:srgbClr val="FFFFFF"/>
                </a:solidFill>
              </a:defRPr>
            </a:lvl9pPr>
          </a:lstStyle>
          <a:p>
            <a:pPr algn="ctr">
              <a:defRPr sz="2250" b="0">
                <a:solidFill>
                  <a:srgbClr val="FFFFFF"/>
                </a:solidFill>
              </a:defRPr>
            </a:pPr>
            <a:r>
              <a:rPr sz="2250" b="0">
                <a:solidFill>
                  <a:srgbClr val="FFFFFF"/>
                </a:solidFill>
                <a:latin typeface="Inter"/>
                <a:ea typeface="Inter"/>
                <a:cs typeface="Inter"/>
              </a:rPr>
              <a:t>PRIORITY</a:t>
            </a:r>
          </a:p>
        </p:txBody>
      </p:sp>
      <p:sp>
        <p:nvSpPr>
          <p:cNvPr id="4" name="Critical service at the nominal setting">
            <a:extLst>
              <a:ext uri="{FF2B5EF4-FFF2-40B4-BE49-F238E27FC236}">
                <a16:creationId xmlns:a16="http://schemas.microsoft.com/office/drawing/2014/main" id="{8BA1642D-AD9E-46A7-9A0B-A00125CCC497}"/>
              </a:ext>
            </a:extLst>
          </p:cNvPr>
          <p:cNvSpPr>
            <a:spLocks noGrp="1"/>
          </p:cNvSpPr>
          <p:nvPr/>
        </p:nvSpPr>
        <p:spPr>
          <a:xfrm>
            <a:off x="3057525" y="381000"/>
            <a:ext cx="8572500" cy="1000125"/>
          </a:xfrm>
          <a:prstGeom prst="rect">
            <a:avLst/>
          </a:prstGeom>
          <a:noFill/>
          <a:ln w="0">
            <a:noFill/>
          </a:ln>
        </p:spPr>
        <p:txBody>
          <a:bodyPr lIns="0" tIns="0" rIns="0" bIns="0"/>
          <a:lstStyle>
            <a:defPPr algn="l">
              <a:defRPr sz="2700" b="1">
                <a:solidFill>
                  <a:srgbClr val="102235"/>
                </a:solidFill>
              </a:defRPr>
            </a:defPPr>
            <a:lvl1pPr algn="l">
              <a:defRPr sz="2700" b="1">
                <a:solidFill>
                  <a:srgbClr val="102235"/>
                </a:solidFill>
              </a:defRPr>
            </a:lvl1pPr>
            <a:lvl2pPr algn="l">
              <a:defRPr sz="2700" b="1">
                <a:solidFill>
                  <a:srgbClr val="102235"/>
                </a:solidFill>
              </a:defRPr>
            </a:lvl2pPr>
            <a:lvl3pPr algn="l">
              <a:defRPr sz="2700" b="1">
                <a:solidFill>
                  <a:srgbClr val="102235"/>
                </a:solidFill>
              </a:defRPr>
            </a:lvl3pPr>
            <a:lvl4pPr algn="l">
              <a:defRPr sz="2700" b="1">
                <a:solidFill>
                  <a:srgbClr val="102235"/>
                </a:solidFill>
              </a:defRPr>
            </a:lvl4pPr>
            <a:lvl5pPr algn="l">
              <a:defRPr sz="2700" b="1">
                <a:solidFill>
                  <a:srgbClr val="102235"/>
                </a:solidFill>
              </a:defRPr>
            </a:lvl5pPr>
            <a:lvl6pPr algn="l">
              <a:defRPr sz="2700" b="1">
                <a:solidFill>
                  <a:srgbClr val="102235"/>
                </a:solidFill>
              </a:defRPr>
            </a:lvl6pPr>
            <a:lvl7pPr algn="l">
              <a:defRPr sz="2700" b="1">
                <a:solidFill>
                  <a:srgbClr val="102235"/>
                </a:solidFill>
              </a:defRPr>
            </a:lvl7pPr>
            <a:lvl8pPr algn="l">
              <a:defRPr sz="2700" b="1">
                <a:solidFill>
                  <a:srgbClr val="102235"/>
                </a:solidFill>
              </a:defRPr>
            </a:lvl8pPr>
            <a:lvl9pPr algn="l">
              <a:defRPr sz="2700" b="1">
                <a:solidFill>
                  <a:srgbClr val="102235"/>
                </a:solidFill>
              </a:defRPr>
            </a:lvl9pPr>
          </a:lstStyle>
          <a:p>
            <a:pPr algn="l">
              <a:defRPr sz="2700" b="1">
                <a:solidFill>
                  <a:srgbClr val="102235"/>
                </a:solidFill>
              </a:defRPr>
            </a:pPr>
            <a:r>
              <a:rPr>
                <a:latin typeface="Inter Display"/>
                <a:ea typeface="Inter Display"/>
                <a:cs typeface="Inter Display"/>
              </a:rPr>
              <a:t>Critical service at the nominal setting</a:t>
            </a:r>
          </a:p>
        </p:txBody>
      </p:sp>
      <p:sp>
        <p:nvSpPr>
          <p:cNvPr id="5" name="23">
            <a:extLst>
              <a:ext uri="{FF2B5EF4-FFF2-40B4-BE49-F238E27FC236}">
                <a16:creationId xmlns:a16="http://schemas.microsoft.com/office/drawing/2014/main" id="{6E4D627E-78A1-40E7-AC79-A339D905BA93}"/>
              </a:ext>
            </a:extLst>
          </p:cNvPr>
          <p:cNvSpPr>
            <a:spLocks noGrp="1"/>
          </p:cNvSpPr>
          <p:nvPr/>
        </p:nvSpPr>
        <p:spPr>
          <a:xfrm>
            <a:off x="11477625" y="6486525"/>
            <a:ext cx="361950" cy="209550"/>
          </a:xfrm>
          <a:prstGeom prst="rect">
            <a:avLst/>
          </a:prstGeom>
          <a:noFill/>
          <a:ln w="0">
            <a:noFill/>
          </a:ln>
        </p:spPr>
        <p:txBody>
          <a:bodyPr lIns="0" tIns="0" rIns="0" bIns="0"/>
          <a:lstStyle>
            <a:defPPr algn="r">
              <a:defRPr sz="1050" b="0">
                <a:solidFill>
                  <a:srgbClr val="0074AF"/>
                </a:solidFill>
              </a:defRPr>
            </a:defPPr>
            <a:lvl1pPr algn="r">
              <a:defRPr sz="1050" b="0">
                <a:solidFill>
                  <a:srgbClr val="0074AF"/>
                </a:solidFill>
              </a:defRPr>
            </a:lvl1pPr>
            <a:lvl2pPr algn="r">
              <a:defRPr sz="1050" b="0">
                <a:solidFill>
                  <a:srgbClr val="0074AF"/>
                </a:solidFill>
              </a:defRPr>
            </a:lvl2pPr>
            <a:lvl3pPr algn="r">
              <a:defRPr sz="1050" b="0">
                <a:solidFill>
                  <a:srgbClr val="0074AF"/>
                </a:solidFill>
              </a:defRPr>
            </a:lvl3pPr>
            <a:lvl4pPr algn="r">
              <a:defRPr sz="1050" b="0">
                <a:solidFill>
                  <a:srgbClr val="0074AF"/>
                </a:solidFill>
              </a:defRPr>
            </a:lvl4pPr>
            <a:lvl5pPr algn="r">
              <a:defRPr sz="1050" b="0">
                <a:solidFill>
                  <a:srgbClr val="0074AF"/>
                </a:solidFill>
              </a:defRPr>
            </a:lvl5pPr>
            <a:lvl6pPr algn="r">
              <a:defRPr sz="1050" b="0">
                <a:solidFill>
                  <a:srgbClr val="0074AF"/>
                </a:solidFill>
              </a:defRPr>
            </a:lvl6pPr>
            <a:lvl7pPr algn="r">
              <a:defRPr sz="1050" b="0">
                <a:solidFill>
                  <a:srgbClr val="0074AF"/>
                </a:solidFill>
              </a:defRPr>
            </a:lvl7pPr>
            <a:lvl8pPr algn="r">
              <a:defRPr sz="1050" b="0">
                <a:solidFill>
                  <a:srgbClr val="0074AF"/>
                </a:solidFill>
              </a:defRPr>
            </a:lvl8pPr>
            <a:lvl9pPr algn="r">
              <a:defRPr sz="1050" b="0">
                <a:solidFill>
                  <a:srgbClr val="0074AF"/>
                </a:solidFill>
              </a:defRPr>
            </a:lvl9pPr>
          </a:lstStyle>
          <a:p>
            <a:pPr algn="r">
              <a:defRPr sz="1050" b="0">
                <a:solidFill>
                  <a:srgbClr val="0074AF"/>
                </a:solidFill>
              </a:defRPr>
            </a:pPr>
            <a:r>
              <a:rPr sz="1050" b="0">
                <a:solidFill>
                  <a:srgbClr val="0074AF"/>
                </a:solidFill>
                <a:latin typeface="Inter"/>
                <a:ea typeface="Inter"/>
                <a:cs typeface="Inter"/>
              </a:rPr>
              <a:t>23</a:t>
            </a:r>
          </a:p>
        </p:txBody>
      </p:sp>
      <p:graphicFrame>
        <p:nvGraphicFramePr>
          <p:cNvPr id="6" name="Chart">
            <a:extLst>
              <a:ext uri="{FF2B5EF4-FFF2-40B4-BE49-F238E27FC236}">
                <a16:creationId xmlns:a16="http://schemas.microsoft.com/office/drawing/2014/main" id="{66B7AB60-1CDF-4F0A-A978-07755DB40A16}"/>
              </a:ext>
            </a:extLst>
          </p:cNvPr>
          <p:cNvGraphicFramePr/>
          <p:nvPr/>
        </p:nvGraphicFramePr>
        <p:xfrm>
          <a:off x="533400" y="1695450"/>
          <a:ext cx="7981950" cy="4133850"/>
        </p:xfrm>
        <a:graphic>
          <a:graphicData uri="http://schemas.openxmlformats.org/drawingml/2006/chart">
            <c:chart xmlns:c="http://schemas.openxmlformats.org/drawingml/2006/chart" xmlns:r="http://schemas.openxmlformats.org/officeDocument/2006/relationships" r:id="rId3"/>
          </a:graphicData>
        </a:graphic>
      </p:graphicFrame>
      <p:sp>
        <p:nvSpPr>
          <p:cNvPr id="7" name="67% to 100%">
            <a:extLst>
              <a:ext uri="{FF2B5EF4-FFF2-40B4-BE49-F238E27FC236}">
                <a16:creationId xmlns:a16="http://schemas.microsoft.com/office/drawing/2014/main" id="{7D7429BF-9E9A-4B86-BD95-0BD5C2D65B08}"/>
              </a:ext>
            </a:extLst>
          </p:cNvPr>
          <p:cNvSpPr>
            <a:spLocks noGrp="1"/>
          </p:cNvSpPr>
          <p:nvPr/>
        </p:nvSpPr>
        <p:spPr>
          <a:xfrm>
            <a:off x="8905875" y="2152650"/>
            <a:ext cx="2667000" cy="542925"/>
          </a:xfrm>
          <a:prstGeom prst="rect">
            <a:avLst/>
          </a:prstGeom>
          <a:noFill/>
          <a:ln w="0">
            <a:noFill/>
          </a:ln>
        </p:spPr>
        <p:txBody>
          <a:bodyPr lIns="0" tIns="0" rIns="0" bIns="0"/>
          <a:lstStyle>
            <a:defPPr algn="l">
              <a:defRPr sz="3075" b="1">
                <a:solidFill>
                  <a:srgbClr val="244BD6"/>
                </a:solidFill>
              </a:defRPr>
            </a:defPPr>
            <a:lvl1pPr algn="l">
              <a:defRPr sz="3075" b="1">
                <a:solidFill>
                  <a:srgbClr val="244BD6"/>
                </a:solidFill>
              </a:defRPr>
            </a:lvl1pPr>
            <a:lvl2pPr algn="l">
              <a:defRPr sz="3075" b="1">
                <a:solidFill>
                  <a:srgbClr val="244BD6"/>
                </a:solidFill>
              </a:defRPr>
            </a:lvl2pPr>
            <a:lvl3pPr algn="l">
              <a:defRPr sz="3075" b="1">
                <a:solidFill>
                  <a:srgbClr val="244BD6"/>
                </a:solidFill>
              </a:defRPr>
            </a:lvl3pPr>
            <a:lvl4pPr algn="l">
              <a:defRPr sz="3075" b="1">
                <a:solidFill>
                  <a:srgbClr val="244BD6"/>
                </a:solidFill>
              </a:defRPr>
            </a:lvl4pPr>
            <a:lvl5pPr algn="l">
              <a:defRPr sz="3075" b="1">
                <a:solidFill>
                  <a:srgbClr val="244BD6"/>
                </a:solidFill>
              </a:defRPr>
            </a:lvl5pPr>
            <a:lvl6pPr algn="l">
              <a:defRPr sz="3075" b="1">
                <a:solidFill>
                  <a:srgbClr val="244BD6"/>
                </a:solidFill>
              </a:defRPr>
            </a:lvl6pPr>
            <a:lvl7pPr algn="l">
              <a:defRPr sz="3075" b="1">
                <a:solidFill>
                  <a:srgbClr val="244BD6"/>
                </a:solidFill>
              </a:defRPr>
            </a:lvl7pPr>
            <a:lvl8pPr algn="l">
              <a:defRPr sz="3075" b="1">
                <a:solidFill>
                  <a:srgbClr val="244BD6"/>
                </a:solidFill>
              </a:defRPr>
            </a:lvl8pPr>
            <a:lvl9pPr algn="l">
              <a:defRPr sz="3075" b="1">
                <a:solidFill>
                  <a:srgbClr val="244BD6"/>
                </a:solidFill>
              </a:defRPr>
            </a:lvl9pPr>
          </a:lstStyle>
          <a:p>
            <a:pPr algn="l">
              <a:defRPr sz="3075" b="1">
                <a:solidFill>
                  <a:srgbClr val="244BD6"/>
                </a:solidFill>
              </a:defRPr>
            </a:pPr>
            <a:r>
              <a:rPr sz="3075" b="1">
                <a:solidFill>
                  <a:srgbClr val="244BD6"/>
                </a:solidFill>
                <a:latin typeface="Inter"/>
                <a:ea typeface="Inter"/>
                <a:cs typeface="Inter"/>
              </a:rPr>
              <a:t>67% to 100%</a:t>
            </a:r>
          </a:p>
        </p:txBody>
      </p:sp>
      <p:sp>
        <p:nvSpPr>
          <p:cNvPr id="8" name="Case 39 critical service retained">
            <a:extLst>
              <a:ext uri="{FF2B5EF4-FFF2-40B4-BE49-F238E27FC236}">
                <a16:creationId xmlns:a16="http://schemas.microsoft.com/office/drawing/2014/main" id="{8E766704-3631-4286-9A9B-47DBB93BF773}"/>
              </a:ext>
            </a:extLst>
          </p:cNvPr>
          <p:cNvSpPr>
            <a:spLocks noGrp="1"/>
          </p:cNvSpPr>
          <p:nvPr/>
        </p:nvSpPr>
        <p:spPr>
          <a:xfrm>
            <a:off x="8905875" y="2857500"/>
            <a:ext cx="2667000" cy="781050"/>
          </a:xfrm>
          <a:prstGeom prst="rect">
            <a:avLst/>
          </a:prstGeom>
          <a:noFill/>
          <a:ln w="0">
            <a:noFill/>
          </a:ln>
        </p:spPr>
        <p:txBody>
          <a:bodyPr lIns="0" tIns="0" rIns="0" bIns="0"/>
          <a:lstStyle>
            <a:defPPr algn="l">
              <a:defRPr sz="1725" b="0">
                <a:solidFill>
                  <a:srgbClr val="102235"/>
                </a:solidFill>
              </a:defRPr>
            </a:defPPr>
            <a:lvl1pPr algn="l">
              <a:defRPr sz="1725" b="0">
                <a:solidFill>
                  <a:srgbClr val="102235"/>
                </a:solidFill>
              </a:defRPr>
            </a:lvl1pPr>
            <a:lvl2pPr algn="l">
              <a:defRPr sz="1725" b="0">
                <a:solidFill>
                  <a:srgbClr val="102235"/>
                </a:solidFill>
              </a:defRPr>
            </a:lvl2pPr>
            <a:lvl3pPr algn="l">
              <a:defRPr sz="1725" b="0">
                <a:solidFill>
                  <a:srgbClr val="102235"/>
                </a:solidFill>
              </a:defRPr>
            </a:lvl3pPr>
            <a:lvl4pPr algn="l">
              <a:defRPr sz="1725" b="0">
                <a:solidFill>
                  <a:srgbClr val="102235"/>
                </a:solidFill>
              </a:defRPr>
            </a:lvl4pPr>
            <a:lvl5pPr algn="l">
              <a:defRPr sz="1725" b="0">
                <a:solidFill>
                  <a:srgbClr val="102235"/>
                </a:solidFill>
              </a:defRPr>
            </a:lvl5pPr>
            <a:lvl6pPr algn="l">
              <a:defRPr sz="1725" b="0">
                <a:solidFill>
                  <a:srgbClr val="102235"/>
                </a:solidFill>
              </a:defRPr>
            </a:lvl6pPr>
            <a:lvl7pPr algn="l">
              <a:defRPr sz="1725" b="0">
                <a:solidFill>
                  <a:srgbClr val="102235"/>
                </a:solidFill>
              </a:defRPr>
            </a:lvl7pPr>
            <a:lvl8pPr algn="l">
              <a:defRPr sz="1725" b="0">
                <a:solidFill>
                  <a:srgbClr val="102235"/>
                </a:solidFill>
              </a:defRPr>
            </a:lvl8pPr>
            <a:lvl9pPr algn="l">
              <a:defRPr sz="1725" b="0">
                <a:solidFill>
                  <a:srgbClr val="102235"/>
                </a:solidFill>
              </a:defRPr>
            </a:lvl9pPr>
          </a:lstStyle>
          <a:p>
            <a:pPr algn="l">
              <a:defRPr sz="1725" b="0">
                <a:solidFill>
                  <a:srgbClr val="102235"/>
                </a:solidFill>
              </a:defRPr>
            </a:pPr>
            <a:r>
              <a:rPr sz="1725" b="0">
                <a:solidFill>
                  <a:srgbClr val="102235"/>
                </a:solidFill>
                <a:latin typeface="Inter"/>
                <a:ea typeface="Inter"/>
                <a:cs typeface="Inter"/>
              </a:rPr>
              <a:t>Case 39 critical service retained</a:t>
            </a:r>
          </a:p>
        </p:txBody>
      </p:sp>
      <p:sp>
        <p:nvSpPr>
          <p:cNvPr id="9" name="77% to 100%">
            <a:extLst>
              <a:ext uri="{FF2B5EF4-FFF2-40B4-BE49-F238E27FC236}">
                <a16:creationId xmlns:a16="http://schemas.microsoft.com/office/drawing/2014/main" id="{1BE90D95-3AF7-44EB-BD8B-DBF1458792AD}"/>
              </a:ext>
            </a:extLst>
          </p:cNvPr>
          <p:cNvSpPr>
            <a:spLocks noGrp="1"/>
          </p:cNvSpPr>
          <p:nvPr/>
        </p:nvSpPr>
        <p:spPr>
          <a:xfrm>
            <a:off x="8905875" y="4191000"/>
            <a:ext cx="2667000" cy="542925"/>
          </a:xfrm>
          <a:prstGeom prst="rect">
            <a:avLst/>
          </a:prstGeom>
          <a:noFill/>
          <a:ln w="0">
            <a:noFill/>
          </a:ln>
        </p:spPr>
        <p:txBody>
          <a:bodyPr lIns="0" tIns="0" rIns="0" bIns="0"/>
          <a:lstStyle>
            <a:defPPr algn="l">
              <a:defRPr sz="3075" b="1">
                <a:solidFill>
                  <a:srgbClr val="2CB6A8"/>
                </a:solidFill>
              </a:defRPr>
            </a:defPPr>
            <a:lvl1pPr algn="l">
              <a:defRPr sz="3075" b="1">
                <a:solidFill>
                  <a:srgbClr val="2CB6A8"/>
                </a:solidFill>
              </a:defRPr>
            </a:lvl1pPr>
            <a:lvl2pPr algn="l">
              <a:defRPr sz="3075" b="1">
                <a:solidFill>
                  <a:srgbClr val="2CB6A8"/>
                </a:solidFill>
              </a:defRPr>
            </a:lvl2pPr>
            <a:lvl3pPr algn="l">
              <a:defRPr sz="3075" b="1">
                <a:solidFill>
                  <a:srgbClr val="2CB6A8"/>
                </a:solidFill>
              </a:defRPr>
            </a:lvl3pPr>
            <a:lvl4pPr algn="l">
              <a:defRPr sz="3075" b="1">
                <a:solidFill>
                  <a:srgbClr val="2CB6A8"/>
                </a:solidFill>
              </a:defRPr>
            </a:lvl4pPr>
            <a:lvl5pPr algn="l">
              <a:defRPr sz="3075" b="1">
                <a:solidFill>
                  <a:srgbClr val="2CB6A8"/>
                </a:solidFill>
              </a:defRPr>
            </a:lvl5pPr>
            <a:lvl6pPr algn="l">
              <a:defRPr sz="3075" b="1">
                <a:solidFill>
                  <a:srgbClr val="2CB6A8"/>
                </a:solidFill>
              </a:defRPr>
            </a:lvl6pPr>
            <a:lvl7pPr algn="l">
              <a:defRPr sz="3075" b="1">
                <a:solidFill>
                  <a:srgbClr val="2CB6A8"/>
                </a:solidFill>
              </a:defRPr>
            </a:lvl7pPr>
            <a:lvl8pPr algn="l">
              <a:defRPr sz="3075" b="1">
                <a:solidFill>
                  <a:srgbClr val="2CB6A8"/>
                </a:solidFill>
              </a:defRPr>
            </a:lvl8pPr>
            <a:lvl9pPr algn="l">
              <a:defRPr sz="3075" b="1">
                <a:solidFill>
                  <a:srgbClr val="2CB6A8"/>
                </a:solidFill>
              </a:defRPr>
            </a:lvl9pPr>
          </a:lstStyle>
          <a:p>
            <a:pPr algn="l">
              <a:defRPr sz="3075" b="1">
                <a:solidFill>
                  <a:srgbClr val="2CB6A8"/>
                </a:solidFill>
              </a:defRPr>
            </a:pPr>
            <a:r>
              <a:rPr sz="3075" b="1">
                <a:solidFill>
                  <a:srgbClr val="2CB6A8"/>
                </a:solidFill>
                <a:latin typeface="Inter"/>
                <a:ea typeface="Inter"/>
                <a:cs typeface="Inter"/>
              </a:rPr>
              <a:t>77% to 100%</a:t>
            </a:r>
          </a:p>
        </p:txBody>
      </p:sp>
      <p:sp>
        <p:nvSpPr>
          <p:cNvPr id="10" name="Case 118 critical service retained">
            <a:extLst>
              <a:ext uri="{FF2B5EF4-FFF2-40B4-BE49-F238E27FC236}">
                <a16:creationId xmlns:a16="http://schemas.microsoft.com/office/drawing/2014/main" id="{D336567B-78F1-47E7-A768-2D4BD5C0054B}"/>
              </a:ext>
            </a:extLst>
          </p:cNvPr>
          <p:cNvSpPr>
            <a:spLocks noGrp="1"/>
          </p:cNvSpPr>
          <p:nvPr/>
        </p:nvSpPr>
        <p:spPr>
          <a:xfrm>
            <a:off x="8905875" y="4895850"/>
            <a:ext cx="2667000" cy="781050"/>
          </a:xfrm>
          <a:prstGeom prst="rect">
            <a:avLst/>
          </a:prstGeom>
          <a:noFill/>
          <a:ln w="0">
            <a:noFill/>
          </a:ln>
        </p:spPr>
        <p:txBody>
          <a:bodyPr lIns="0" tIns="0" rIns="0" bIns="0"/>
          <a:lstStyle>
            <a:defPPr algn="l">
              <a:defRPr sz="1725" b="0">
                <a:solidFill>
                  <a:srgbClr val="102235"/>
                </a:solidFill>
              </a:defRPr>
            </a:defPPr>
            <a:lvl1pPr algn="l">
              <a:defRPr sz="1725" b="0">
                <a:solidFill>
                  <a:srgbClr val="102235"/>
                </a:solidFill>
              </a:defRPr>
            </a:lvl1pPr>
            <a:lvl2pPr algn="l">
              <a:defRPr sz="1725" b="0">
                <a:solidFill>
                  <a:srgbClr val="102235"/>
                </a:solidFill>
              </a:defRPr>
            </a:lvl2pPr>
            <a:lvl3pPr algn="l">
              <a:defRPr sz="1725" b="0">
                <a:solidFill>
                  <a:srgbClr val="102235"/>
                </a:solidFill>
              </a:defRPr>
            </a:lvl3pPr>
            <a:lvl4pPr algn="l">
              <a:defRPr sz="1725" b="0">
                <a:solidFill>
                  <a:srgbClr val="102235"/>
                </a:solidFill>
              </a:defRPr>
            </a:lvl4pPr>
            <a:lvl5pPr algn="l">
              <a:defRPr sz="1725" b="0">
                <a:solidFill>
                  <a:srgbClr val="102235"/>
                </a:solidFill>
              </a:defRPr>
            </a:lvl5pPr>
            <a:lvl6pPr algn="l">
              <a:defRPr sz="1725" b="0">
                <a:solidFill>
                  <a:srgbClr val="102235"/>
                </a:solidFill>
              </a:defRPr>
            </a:lvl6pPr>
            <a:lvl7pPr algn="l">
              <a:defRPr sz="1725" b="0">
                <a:solidFill>
                  <a:srgbClr val="102235"/>
                </a:solidFill>
              </a:defRPr>
            </a:lvl7pPr>
            <a:lvl8pPr algn="l">
              <a:defRPr sz="1725" b="0">
                <a:solidFill>
                  <a:srgbClr val="102235"/>
                </a:solidFill>
              </a:defRPr>
            </a:lvl8pPr>
            <a:lvl9pPr algn="l">
              <a:defRPr sz="1725" b="0">
                <a:solidFill>
                  <a:srgbClr val="102235"/>
                </a:solidFill>
              </a:defRPr>
            </a:lvl9pPr>
          </a:lstStyle>
          <a:p>
            <a:pPr algn="l">
              <a:defRPr sz="1725" b="0">
                <a:solidFill>
                  <a:srgbClr val="102235"/>
                </a:solidFill>
              </a:defRPr>
            </a:pPr>
            <a:r>
              <a:rPr sz="1725" b="0">
                <a:solidFill>
                  <a:srgbClr val="102235"/>
                </a:solidFill>
                <a:latin typeface="Inter"/>
                <a:ea typeface="Inter"/>
                <a:cs typeface="Inter"/>
              </a:rPr>
              <a:t>Case 118 critical service retained</a:t>
            </a:r>
          </a:p>
        </p:txBody>
      </p:sp>
      <p:sp>
        <p:nvSpPr>
          <p:cNvPr id="11" name="25% of positive-demand buses, ramp 0.1. Larger cases us">
            <a:extLst>
              <a:ext uri="{FF2B5EF4-FFF2-40B4-BE49-F238E27FC236}">
                <a16:creationId xmlns:a16="http://schemas.microsoft.com/office/drawing/2014/main" id="{50D3C2E5-D403-4919-B910-4B155F43378C}"/>
              </a:ext>
            </a:extLst>
          </p:cNvPr>
          <p:cNvSpPr>
            <a:spLocks noGrp="1"/>
          </p:cNvSpPr>
          <p:nvPr/>
        </p:nvSpPr>
        <p:spPr>
          <a:xfrm>
            <a:off x="590550" y="6134100"/>
            <a:ext cx="10858500" cy="428625"/>
          </a:xfrm>
          <a:prstGeom prst="rect">
            <a:avLst/>
          </a:prstGeom>
          <a:noFill/>
          <a:ln w="0">
            <a:noFill/>
          </a:ln>
        </p:spPr>
        <p:txBody>
          <a:bodyPr lIns="0" tIns="0" rIns="0" bIns="0"/>
          <a:lstStyle>
            <a:defPPr algn="l">
              <a:defRPr sz="1350" b="0">
                <a:solidFill>
                  <a:srgbClr val="607487"/>
                </a:solidFill>
              </a:defRPr>
            </a:defPPr>
            <a:lvl1pPr algn="l">
              <a:defRPr sz="1350" b="0">
                <a:solidFill>
                  <a:srgbClr val="607487"/>
                </a:solidFill>
              </a:defRPr>
            </a:lvl1pPr>
            <a:lvl2pPr algn="l">
              <a:defRPr sz="1350" b="0">
                <a:solidFill>
                  <a:srgbClr val="607487"/>
                </a:solidFill>
              </a:defRPr>
            </a:lvl2pPr>
            <a:lvl3pPr algn="l">
              <a:defRPr sz="1350" b="0">
                <a:solidFill>
                  <a:srgbClr val="607487"/>
                </a:solidFill>
              </a:defRPr>
            </a:lvl3pPr>
            <a:lvl4pPr algn="l">
              <a:defRPr sz="1350" b="0">
                <a:solidFill>
                  <a:srgbClr val="607487"/>
                </a:solidFill>
              </a:defRPr>
            </a:lvl4pPr>
            <a:lvl5pPr algn="l">
              <a:defRPr sz="1350" b="0">
                <a:solidFill>
                  <a:srgbClr val="607487"/>
                </a:solidFill>
              </a:defRPr>
            </a:lvl5pPr>
            <a:lvl6pPr algn="l">
              <a:defRPr sz="1350" b="0">
                <a:solidFill>
                  <a:srgbClr val="607487"/>
                </a:solidFill>
              </a:defRPr>
            </a:lvl6pPr>
            <a:lvl7pPr algn="l">
              <a:defRPr sz="1350" b="0">
                <a:solidFill>
                  <a:srgbClr val="607487"/>
                </a:solidFill>
              </a:defRPr>
            </a:lvl7pPr>
            <a:lvl8pPr algn="l">
              <a:defRPr sz="1350" b="0">
                <a:solidFill>
                  <a:srgbClr val="607487"/>
                </a:solidFill>
              </a:defRPr>
            </a:lvl8pPr>
            <a:lvl9pPr algn="l">
              <a:defRPr sz="1350" b="0">
                <a:solidFill>
                  <a:srgbClr val="607487"/>
                </a:solidFill>
              </a:defRPr>
            </a:lvl9pPr>
          </a:lstStyle>
          <a:p>
            <a:pPr algn="l">
              <a:defRPr sz="1350" b="0">
                <a:solidFill>
                  <a:srgbClr val="607487"/>
                </a:solidFill>
              </a:defRPr>
            </a:pPr>
            <a:r>
              <a:rPr sz="1350" b="0">
                <a:solidFill>
                  <a:srgbClr val="607487"/>
                </a:solidFill>
                <a:latin typeface="Inter"/>
                <a:ea typeface="Inter"/>
                <a:cs typeface="Inter"/>
              </a:rPr>
              <a:t>25% of positive-demand buses, ramp 0.1. Larger cases use a shared sampled cohort, not all attacks.</a:t>
            </a:r>
          </a:p>
        </p:txBody>
      </p:sp>
    </p:spTree>
    <p:extLst>
      <p:ext uri="{BB962C8B-B14F-4D97-AF65-F5344CB8AC3E}">
        <p14:creationId xmlns:p14="http://schemas.microsoft.com/office/powerpoint/2010/main" val="856733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riginal black template tab">
            <a:extLst>
              <a:ext uri="{FF2B5EF4-FFF2-40B4-BE49-F238E27FC236}">
                <a16:creationId xmlns:a16="http://schemas.microsoft.com/office/drawing/2014/main" id="{1262DC5B-A078-4746-AA48-E62EECDEF7F8}"/>
              </a:ext>
            </a:extLst>
          </p:cNvPr>
          <p:cNvSpPr>
            <a:spLocks noGrp="1"/>
          </p:cNvSpPr>
          <p:nvPr/>
        </p:nvSpPr>
        <p:spPr>
          <a:xfrm>
            <a:off x="129521" y="0"/>
            <a:ext cx="2749481" cy="1364786"/>
          </a:xfrm>
          <a:custGeom>
            <a:avLst/>
            <a:gdLst/>
            <a:ahLst/>
            <a:cxnLst/>
            <a:rect l="0" t="0" r="0" b="0"/>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rgbClr val="000000"/>
          </a:solidFill>
          <a:ln w="0">
            <a:noFill/>
          </a:ln>
        </p:spPr>
      </p:sp>
      <p:sp>
        <p:nvSpPr>
          <p:cNvPr id="3" name="TRADE-OFFS">
            <a:extLst>
              <a:ext uri="{FF2B5EF4-FFF2-40B4-BE49-F238E27FC236}">
                <a16:creationId xmlns:a16="http://schemas.microsoft.com/office/drawing/2014/main" id="{6C7C3D4D-8F19-4175-969F-68CEE847FB45}"/>
              </a:ext>
            </a:extLst>
          </p:cNvPr>
          <p:cNvSpPr>
            <a:spLocks noGrp="1"/>
          </p:cNvSpPr>
          <p:nvPr/>
        </p:nvSpPr>
        <p:spPr>
          <a:xfrm>
            <a:off x="295275" y="409575"/>
            <a:ext cx="2381250" cy="666750"/>
          </a:xfrm>
          <a:prstGeom prst="rect">
            <a:avLst/>
          </a:prstGeom>
          <a:noFill/>
          <a:ln w="0">
            <a:noFill/>
          </a:ln>
        </p:spPr>
        <p:txBody>
          <a:bodyPr lIns="0" tIns="0" rIns="0" bIns="0"/>
          <a:lstStyle>
            <a:defPPr algn="ctr">
              <a:defRPr sz="2250" b="0">
                <a:solidFill>
                  <a:srgbClr val="FFFFFF"/>
                </a:solidFill>
              </a:defRPr>
            </a:defPPr>
            <a:lvl1pPr algn="ctr">
              <a:defRPr sz="2250" b="0">
                <a:solidFill>
                  <a:srgbClr val="FFFFFF"/>
                </a:solidFill>
              </a:defRPr>
            </a:lvl1pPr>
            <a:lvl2pPr algn="ctr">
              <a:defRPr sz="2250" b="0">
                <a:solidFill>
                  <a:srgbClr val="FFFFFF"/>
                </a:solidFill>
              </a:defRPr>
            </a:lvl2pPr>
            <a:lvl3pPr algn="ctr">
              <a:defRPr sz="2250" b="0">
                <a:solidFill>
                  <a:srgbClr val="FFFFFF"/>
                </a:solidFill>
              </a:defRPr>
            </a:lvl3pPr>
            <a:lvl4pPr algn="ctr">
              <a:defRPr sz="2250" b="0">
                <a:solidFill>
                  <a:srgbClr val="FFFFFF"/>
                </a:solidFill>
              </a:defRPr>
            </a:lvl4pPr>
            <a:lvl5pPr algn="ctr">
              <a:defRPr sz="2250" b="0">
                <a:solidFill>
                  <a:srgbClr val="FFFFFF"/>
                </a:solidFill>
              </a:defRPr>
            </a:lvl5pPr>
            <a:lvl6pPr algn="ctr">
              <a:defRPr sz="2250" b="0">
                <a:solidFill>
                  <a:srgbClr val="FFFFFF"/>
                </a:solidFill>
              </a:defRPr>
            </a:lvl6pPr>
            <a:lvl7pPr algn="ctr">
              <a:defRPr sz="2250" b="0">
                <a:solidFill>
                  <a:srgbClr val="FFFFFF"/>
                </a:solidFill>
              </a:defRPr>
            </a:lvl7pPr>
            <a:lvl8pPr algn="ctr">
              <a:defRPr sz="2250" b="0">
                <a:solidFill>
                  <a:srgbClr val="FFFFFF"/>
                </a:solidFill>
              </a:defRPr>
            </a:lvl8pPr>
            <a:lvl9pPr algn="ctr">
              <a:defRPr sz="2250" b="0">
                <a:solidFill>
                  <a:srgbClr val="FFFFFF"/>
                </a:solidFill>
              </a:defRPr>
            </a:lvl9pPr>
          </a:lstStyle>
          <a:p>
            <a:pPr algn="ctr">
              <a:defRPr sz="2250" b="0">
                <a:solidFill>
                  <a:srgbClr val="FFFFFF"/>
                </a:solidFill>
              </a:defRPr>
            </a:pPr>
            <a:r>
              <a:rPr sz="2250" b="0">
                <a:solidFill>
                  <a:srgbClr val="FFFFFF"/>
                </a:solidFill>
                <a:latin typeface="Inter"/>
                <a:ea typeface="Inter"/>
                <a:cs typeface="Inter"/>
              </a:rPr>
              <a:t>TRADE-OFFS</a:t>
            </a:r>
          </a:p>
        </p:txBody>
      </p:sp>
      <p:sp>
        <p:nvSpPr>
          <p:cNvPr id="4" name="Priority gains and adverse cases">
            <a:extLst>
              <a:ext uri="{FF2B5EF4-FFF2-40B4-BE49-F238E27FC236}">
                <a16:creationId xmlns:a16="http://schemas.microsoft.com/office/drawing/2014/main" id="{CFE9AD65-FC0C-4298-9C5E-5F0B6A51517D}"/>
              </a:ext>
            </a:extLst>
          </p:cNvPr>
          <p:cNvSpPr>
            <a:spLocks noGrp="1"/>
          </p:cNvSpPr>
          <p:nvPr/>
        </p:nvSpPr>
        <p:spPr>
          <a:xfrm>
            <a:off x="3057525" y="381000"/>
            <a:ext cx="8572500" cy="1000125"/>
          </a:xfrm>
          <a:prstGeom prst="rect">
            <a:avLst/>
          </a:prstGeom>
          <a:noFill/>
          <a:ln w="0">
            <a:noFill/>
          </a:ln>
        </p:spPr>
        <p:txBody>
          <a:bodyPr lIns="0" tIns="0" rIns="0" bIns="0"/>
          <a:lstStyle>
            <a:defPPr algn="l">
              <a:defRPr sz="2700" b="1">
                <a:solidFill>
                  <a:srgbClr val="102235"/>
                </a:solidFill>
              </a:defRPr>
            </a:defPPr>
            <a:lvl1pPr algn="l">
              <a:defRPr sz="2700" b="1">
                <a:solidFill>
                  <a:srgbClr val="102235"/>
                </a:solidFill>
              </a:defRPr>
            </a:lvl1pPr>
            <a:lvl2pPr algn="l">
              <a:defRPr sz="2700" b="1">
                <a:solidFill>
                  <a:srgbClr val="102235"/>
                </a:solidFill>
              </a:defRPr>
            </a:lvl2pPr>
            <a:lvl3pPr algn="l">
              <a:defRPr sz="2700" b="1">
                <a:solidFill>
                  <a:srgbClr val="102235"/>
                </a:solidFill>
              </a:defRPr>
            </a:lvl3pPr>
            <a:lvl4pPr algn="l">
              <a:defRPr sz="2700" b="1">
                <a:solidFill>
                  <a:srgbClr val="102235"/>
                </a:solidFill>
              </a:defRPr>
            </a:lvl4pPr>
            <a:lvl5pPr algn="l">
              <a:defRPr sz="2700" b="1">
                <a:solidFill>
                  <a:srgbClr val="102235"/>
                </a:solidFill>
              </a:defRPr>
            </a:lvl5pPr>
            <a:lvl6pPr algn="l">
              <a:defRPr sz="2700" b="1">
                <a:solidFill>
                  <a:srgbClr val="102235"/>
                </a:solidFill>
              </a:defRPr>
            </a:lvl6pPr>
            <a:lvl7pPr algn="l">
              <a:defRPr sz="2700" b="1">
                <a:solidFill>
                  <a:srgbClr val="102235"/>
                </a:solidFill>
              </a:defRPr>
            </a:lvl7pPr>
            <a:lvl8pPr algn="l">
              <a:defRPr sz="2700" b="1">
                <a:solidFill>
                  <a:srgbClr val="102235"/>
                </a:solidFill>
              </a:defRPr>
            </a:lvl8pPr>
            <a:lvl9pPr algn="l">
              <a:defRPr sz="2700" b="1">
                <a:solidFill>
                  <a:srgbClr val="102235"/>
                </a:solidFill>
              </a:defRPr>
            </a:lvl9pPr>
          </a:lstStyle>
          <a:p>
            <a:pPr algn="l">
              <a:defRPr sz="2700" b="1">
                <a:solidFill>
                  <a:srgbClr val="102235"/>
                </a:solidFill>
              </a:defRPr>
            </a:pPr>
            <a:r>
              <a:rPr>
                <a:latin typeface="Inter Display"/>
                <a:ea typeface="Inter Display"/>
                <a:cs typeface="Inter Display"/>
              </a:rPr>
              <a:t>Priority gains and adverse cases</a:t>
            </a:r>
          </a:p>
        </p:txBody>
      </p:sp>
      <p:sp>
        <p:nvSpPr>
          <p:cNvPr id="5" name="24">
            <a:extLst>
              <a:ext uri="{FF2B5EF4-FFF2-40B4-BE49-F238E27FC236}">
                <a16:creationId xmlns:a16="http://schemas.microsoft.com/office/drawing/2014/main" id="{3176B4BD-B4A2-446C-B454-A0D5784CE694}"/>
              </a:ext>
            </a:extLst>
          </p:cNvPr>
          <p:cNvSpPr>
            <a:spLocks noGrp="1"/>
          </p:cNvSpPr>
          <p:nvPr/>
        </p:nvSpPr>
        <p:spPr>
          <a:xfrm>
            <a:off x="11477625" y="6486525"/>
            <a:ext cx="361950" cy="209550"/>
          </a:xfrm>
          <a:prstGeom prst="rect">
            <a:avLst/>
          </a:prstGeom>
          <a:noFill/>
          <a:ln w="0">
            <a:noFill/>
          </a:ln>
        </p:spPr>
        <p:txBody>
          <a:bodyPr lIns="0" tIns="0" rIns="0" bIns="0"/>
          <a:lstStyle>
            <a:defPPr algn="r">
              <a:defRPr sz="1050" b="0">
                <a:solidFill>
                  <a:srgbClr val="0074AF"/>
                </a:solidFill>
              </a:defRPr>
            </a:defPPr>
            <a:lvl1pPr algn="r">
              <a:defRPr sz="1050" b="0">
                <a:solidFill>
                  <a:srgbClr val="0074AF"/>
                </a:solidFill>
              </a:defRPr>
            </a:lvl1pPr>
            <a:lvl2pPr algn="r">
              <a:defRPr sz="1050" b="0">
                <a:solidFill>
                  <a:srgbClr val="0074AF"/>
                </a:solidFill>
              </a:defRPr>
            </a:lvl2pPr>
            <a:lvl3pPr algn="r">
              <a:defRPr sz="1050" b="0">
                <a:solidFill>
                  <a:srgbClr val="0074AF"/>
                </a:solidFill>
              </a:defRPr>
            </a:lvl3pPr>
            <a:lvl4pPr algn="r">
              <a:defRPr sz="1050" b="0">
                <a:solidFill>
                  <a:srgbClr val="0074AF"/>
                </a:solidFill>
              </a:defRPr>
            </a:lvl4pPr>
            <a:lvl5pPr algn="r">
              <a:defRPr sz="1050" b="0">
                <a:solidFill>
                  <a:srgbClr val="0074AF"/>
                </a:solidFill>
              </a:defRPr>
            </a:lvl5pPr>
            <a:lvl6pPr algn="r">
              <a:defRPr sz="1050" b="0">
                <a:solidFill>
                  <a:srgbClr val="0074AF"/>
                </a:solidFill>
              </a:defRPr>
            </a:lvl6pPr>
            <a:lvl7pPr algn="r">
              <a:defRPr sz="1050" b="0">
                <a:solidFill>
                  <a:srgbClr val="0074AF"/>
                </a:solidFill>
              </a:defRPr>
            </a:lvl7pPr>
            <a:lvl8pPr algn="r">
              <a:defRPr sz="1050" b="0">
                <a:solidFill>
                  <a:srgbClr val="0074AF"/>
                </a:solidFill>
              </a:defRPr>
            </a:lvl8pPr>
            <a:lvl9pPr algn="r">
              <a:defRPr sz="1050" b="0">
                <a:solidFill>
                  <a:srgbClr val="0074AF"/>
                </a:solidFill>
              </a:defRPr>
            </a:lvl9pPr>
          </a:lstStyle>
          <a:p>
            <a:pPr algn="r">
              <a:defRPr sz="1050" b="0">
                <a:solidFill>
                  <a:srgbClr val="0074AF"/>
                </a:solidFill>
              </a:defRPr>
            </a:pPr>
            <a:r>
              <a:rPr sz="1050" b="0">
                <a:solidFill>
                  <a:srgbClr val="0074AF"/>
                </a:solidFill>
                <a:latin typeface="Inter"/>
                <a:ea typeface="Inter"/>
                <a:cs typeface="Inter"/>
              </a:rPr>
              <a:t>24</a:t>
            </a:r>
          </a:p>
        </p:txBody>
      </p:sp>
      <p:sp>
        <p:nvSpPr>
          <p:cNvPr id="6" name="Rectangle: Rounded Corners 5">
            <a:extLst>
              <a:ext uri="{FF2B5EF4-FFF2-40B4-BE49-F238E27FC236}">
                <a16:creationId xmlns:a16="http://schemas.microsoft.com/office/drawing/2014/main" id="{BF1C06BC-4EC4-478E-9FD7-C167CA99C8C8}"/>
              </a:ext>
            </a:extLst>
          </p:cNvPr>
          <p:cNvSpPr>
            <a:spLocks noGrp="1"/>
          </p:cNvSpPr>
          <p:nvPr/>
        </p:nvSpPr>
        <p:spPr>
          <a:xfrm>
            <a:off x="609600" y="1781175"/>
            <a:ext cx="5200650" cy="3819525"/>
          </a:xfrm>
          <a:prstGeom prst="roundRect">
            <a:avLst>
              <a:gd name="adj" fmla="val 2993"/>
            </a:avLst>
          </a:prstGeom>
          <a:solidFill>
            <a:srgbClr val="FFFFFF"/>
          </a:solidFill>
          <a:ln w="9525">
            <a:solidFill>
              <a:srgbClr val="D9E2EC"/>
            </a:solidFill>
          </a:ln>
        </p:spPr>
      </p:sp>
      <p:sp>
        <p:nvSpPr>
          <p:cNvPr id="7" name="Selected positive case">
            <a:extLst>
              <a:ext uri="{FF2B5EF4-FFF2-40B4-BE49-F238E27FC236}">
                <a16:creationId xmlns:a16="http://schemas.microsoft.com/office/drawing/2014/main" id="{1393FDBE-A1A9-4241-A28A-1D75E1BF2034}"/>
              </a:ext>
            </a:extLst>
          </p:cNvPr>
          <p:cNvSpPr>
            <a:spLocks noGrp="1"/>
          </p:cNvSpPr>
          <p:nvPr/>
        </p:nvSpPr>
        <p:spPr>
          <a:xfrm>
            <a:off x="876300" y="2028825"/>
            <a:ext cx="4667250" cy="428625"/>
          </a:xfrm>
          <a:prstGeom prst="rect">
            <a:avLst/>
          </a:prstGeom>
          <a:noFill/>
          <a:ln w="0">
            <a:noFill/>
          </a:ln>
        </p:spPr>
        <p:txBody>
          <a:bodyPr lIns="0" tIns="0" rIns="0" bIns="0"/>
          <a:lstStyle>
            <a:defPPr algn="l">
              <a:defRPr sz="2100" b="1">
                <a:solidFill>
                  <a:srgbClr val="0074AF"/>
                </a:solidFill>
              </a:defRPr>
            </a:defPPr>
            <a:lvl1pPr algn="l">
              <a:defRPr sz="2100" b="1">
                <a:solidFill>
                  <a:srgbClr val="0074AF"/>
                </a:solidFill>
              </a:defRPr>
            </a:lvl1pPr>
            <a:lvl2pPr algn="l">
              <a:defRPr sz="2100" b="1">
                <a:solidFill>
                  <a:srgbClr val="0074AF"/>
                </a:solidFill>
              </a:defRPr>
            </a:lvl2pPr>
            <a:lvl3pPr algn="l">
              <a:defRPr sz="2100" b="1">
                <a:solidFill>
                  <a:srgbClr val="0074AF"/>
                </a:solidFill>
              </a:defRPr>
            </a:lvl3pPr>
            <a:lvl4pPr algn="l">
              <a:defRPr sz="2100" b="1">
                <a:solidFill>
                  <a:srgbClr val="0074AF"/>
                </a:solidFill>
              </a:defRPr>
            </a:lvl4pPr>
            <a:lvl5pPr algn="l">
              <a:defRPr sz="2100" b="1">
                <a:solidFill>
                  <a:srgbClr val="0074AF"/>
                </a:solidFill>
              </a:defRPr>
            </a:lvl5pPr>
            <a:lvl6pPr algn="l">
              <a:defRPr sz="2100" b="1">
                <a:solidFill>
                  <a:srgbClr val="0074AF"/>
                </a:solidFill>
              </a:defRPr>
            </a:lvl6pPr>
            <a:lvl7pPr algn="l">
              <a:defRPr sz="2100" b="1">
                <a:solidFill>
                  <a:srgbClr val="0074AF"/>
                </a:solidFill>
              </a:defRPr>
            </a:lvl7pPr>
            <a:lvl8pPr algn="l">
              <a:defRPr sz="2100" b="1">
                <a:solidFill>
                  <a:srgbClr val="0074AF"/>
                </a:solidFill>
              </a:defRPr>
            </a:lvl8pPr>
            <a:lvl9pPr algn="l">
              <a:defRPr sz="2100" b="1">
                <a:solidFill>
                  <a:srgbClr val="0074AF"/>
                </a:solidFill>
              </a:defRPr>
            </a:lvl9pPr>
          </a:lstStyle>
          <a:p>
            <a:pPr algn="l">
              <a:defRPr sz="2100" b="1">
                <a:solidFill>
                  <a:srgbClr val="0074AF"/>
                </a:solidFill>
              </a:defRPr>
            </a:pPr>
            <a:r>
              <a:rPr sz="2100" b="1">
                <a:solidFill>
                  <a:srgbClr val="0074AF"/>
                </a:solidFill>
                <a:latin typeface="Inter"/>
                <a:ea typeface="Inter"/>
                <a:cs typeface="Inter"/>
              </a:rPr>
              <a:t>Selected positive case</a:t>
            </a:r>
          </a:p>
        </p:txBody>
      </p:sp>
      <p:sp>
        <p:nvSpPr>
          <p:cNvPr id="8" name="Case 39, attack [39, 14]">
            <a:extLst>
              <a:ext uri="{FF2B5EF4-FFF2-40B4-BE49-F238E27FC236}">
                <a16:creationId xmlns:a16="http://schemas.microsoft.com/office/drawing/2014/main" id="{D901ABD2-198A-4D65-AEFD-16A3E35C27FA}"/>
              </a:ext>
            </a:extLst>
          </p:cNvPr>
          <p:cNvSpPr>
            <a:spLocks noGrp="1"/>
          </p:cNvSpPr>
          <p:nvPr/>
        </p:nvSpPr>
        <p:spPr>
          <a:xfrm>
            <a:off x="876300" y="2524125"/>
            <a:ext cx="4667250" cy="304800"/>
          </a:xfrm>
          <a:prstGeom prst="rect">
            <a:avLst/>
          </a:prstGeom>
          <a:noFill/>
          <a:ln w="0">
            <a:noFill/>
          </a:ln>
        </p:spPr>
        <p:txBody>
          <a:bodyPr lIns="0" tIns="0" rIns="0" bIns="0"/>
          <a:lstStyle>
            <a:defPPr algn="l">
              <a:defRPr sz="1650" b="0">
                <a:solidFill>
                  <a:srgbClr val="607487"/>
                </a:solidFill>
              </a:defRPr>
            </a:defPPr>
            <a:lvl1pPr algn="l">
              <a:defRPr sz="1650" b="0">
                <a:solidFill>
                  <a:srgbClr val="607487"/>
                </a:solidFill>
              </a:defRPr>
            </a:lvl1pPr>
            <a:lvl2pPr algn="l">
              <a:defRPr sz="1650" b="0">
                <a:solidFill>
                  <a:srgbClr val="607487"/>
                </a:solidFill>
              </a:defRPr>
            </a:lvl2pPr>
            <a:lvl3pPr algn="l">
              <a:defRPr sz="1650" b="0">
                <a:solidFill>
                  <a:srgbClr val="607487"/>
                </a:solidFill>
              </a:defRPr>
            </a:lvl3pPr>
            <a:lvl4pPr algn="l">
              <a:defRPr sz="1650" b="0">
                <a:solidFill>
                  <a:srgbClr val="607487"/>
                </a:solidFill>
              </a:defRPr>
            </a:lvl4pPr>
            <a:lvl5pPr algn="l">
              <a:defRPr sz="1650" b="0">
                <a:solidFill>
                  <a:srgbClr val="607487"/>
                </a:solidFill>
              </a:defRPr>
            </a:lvl5pPr>
            <a:lvl6pPr algn="l">
              <a:defRPr sz="1650" b="0">
                <a:solidFill>
                  <a:srgbClr val="607487"/>
                </a:solidFill>
              </a:defRPr>
            </a:lvl6pPr>
            <a:lvl7pPr algn="l">
              <a:defRPr sz="1650" b="0">
                <a:solidFill>
                  <a:srgbClr val="607487"/>
                </a:solidFill>
              </a:defRPr>
            </a:lvl7pPr>
            <a:lvl8pPr algn="l">
              <a:defRPr sz="1650" b="0">
                <a:solidFill>
                  <a:srgbClr val="607487"/>
                </a:solidFill>
              </a:defRPr>
            </a:lvl8pPr>
            <a:lvl9pPr algn="l">
              <a:defRPr sz="1650" b="0">
                <a:solidFill>
                  <a:srgbClr val="607487"/>
                </a:solidFill>
              </a:defRPr>
            </a:lvl9pPr>
          </a:lstStyle>
          <a:p>
            <a:pPr algn="l">
              <a:defRPr sz="1650" b="0">
                <a:solidFill>
                  <a:srgbClr val="607487"/>
                </a:solidFill>
              </a:defRPr>
            </a:pPr>
            <a:r>
              <a:rPr sz="1650" b="0">
                <a:solidFill>
                  <a:srgbClr val="607487"/>
                </a:solidFill>
                <a:latin typeface="Inter"/>
                <a:ea typeface="Inter"/>
                <a:cs typeface="Inter"/>
              </a:rPr>
              <a:t>Case 39, attack [39, 14]</a:t>
            </a:r>
          </a:p>
        </p:txBody>
      </p:sp>
      <p:sp>
        <p:nvSpPr>
          <p:cNvPr id="9" name="Rectangle 8">
            <a:extLst>
              <a:ext uri="{FF2B5EF4-FFF2-40B4-BE49-F238E27FC236}">
                <a16:creationId xmlns:a16="http://schemas.microsoft.com/office/drawing/2014/main" id="{A417C1C0-676D-4967-8C4E-16DF034CEB7B}"/>
              </a:ext>
            </a:extLst>
          </p:cNvPr>
          <p:cNvSpPr>
            <a:spLocks noGrp="1"/>
          </p:cNvSpPr>
          <p:nvPr/>
        </p:nvSpPr>
        <p:spPr>
          <a:xfrm>
            <a:off x="876300" y="2952750"/>
            <a:ext cx="4667250" cy="14288"/>
          </a:xfrm>
          <a:prstGeom prst="rect">
            <a:avLst/>
          </a:prstGeom>
          <a:solidFill>
            <a:srgbClr val="FFC000"/>
          </a:solidFill>
          <a:ln w="0">
            <a:noFill/>
          </a:ln>
        </p:spPr>
      </p:sp>
      <p:sp>
        <p:nvSpPr>
          <p:cNvPr id="10" name="+1,573 MW">
            <a:extLst>
              <a:ext uri="{FF2B5EF4-FFF2-40B4-BE49-F238E27FC236}">
                <a16:creationId xmlns:a16="http://schemas.microsoft.com/office/drawing/2014/main" id="{62493536-079F-43BD-AC9D-20150DCD54DF}"/>
              </a:ext>
            </a:extLst>
          </p:cNvPr>
          <p:cNvSpPr>
            <a:spLocks noGrp="1"/>
          </p:cNvSpPr>
          <p:nvPr/>
        </p:nvSpPr>
        <p:spPr>
          <a:xfrm>
            <a:off x="876300" y="3257550"/>
            <a:ext cx="4572000" cy="609600"/>
          </a:xfrm>
          <a:prstGeom prst="rect">
            <a:avLst/>
          </a:prstGeom>
          <a:noFill/>
          <a:ln w="0">
            <a:noFill/>
          </a:ln>
        </p:spPr>
        <p:txBody>
          <a:bodyPr lIns="0" tIns="0" rIns="0" bIns="0"/>
          <a:lstStyle>
            <a:defPPr algn="l">
              <a:defRPr sz="3675" b="1">
                <a:solidFill>
                  <a:srgbClr val="244BD6"/>
                </a:solidFill>
              </a:defRPr>
            </a:defPPr>
            <a:lvl1pPr algn="l">
              <a:defRPr sz="3675" b="1">
                <a:solidFill>
                  <a:srgbClr val="244BD6"/>
                </a:solidFill>
              </a:defRPr>
            </a:lvl1pPr>
            <a:lvl2pPr algn="l">
              <a:defRPr sz="3675" b="1">
                <a:solidFill>
                  <a:srgbClr val="244BD6"/>
                </a:solidFill>
              </a:defRPr>
            </a:lvl2pPr>
            <a:lvl3pPr algn="l">
              <a:defRPr sz="3675" b="1">
                <a:solidFill>
                  <a:srgbClr val="244BD6"/>
                </a:solidFill>
              </a:defRPr>
            </a:lvl3pPr>
            <a:lvl4pPr algn="l">
              <a:defRPr sz="3675" b="1">
                <a:solidFill>
                  <a:srgbClr val="244BD6"/>
                </a:solidFill>
              </a:defRPr>
            </a:lvl4pPr>
            <a:lvl5pPr algn="l">
              <a:defRPr sz="3675" b="1">
                <a:solidFill>
                  <a:srgbClr val="244BD6"/>
                </a:solidFill>
              </a:defRPr>
            </a:lvl5pPr>
            <a:lvl6pPr algn="l">
              <a:defRPr sz="3675" b="1">
                <a:solidFill>
                  <a:srgbClr val="244BD6"/>
                </a:solidFill>
              </a:defRPr>
            </a:lvl6pPr>
            <a:lvl7pPr algn="l">
              <a:defRPr sz="3675" b="1">
                <a:solidFill>
                  <a:srgbClr val="244BD6"/>
                </a:solidFill>
              </a:defRPr>
            </a:lvl7pPr>
            <a:lvl8pPr algn="l">
              <a:defRPr sz="3675" b="1">
                <a:solidFill>
                  <a:srgbClr val="244BD6"/>
                </a:solidFill>
              </a:defRPr>
            </a:lvl8pPr>
            <a:lvl9pPr algn="l">
              <a:defRPr sz="3675" b="1">
                <a:solidFill>
                  <a:srgbClr val="244BD6"/>
                </a:solidFill>
              </a:defRPr>
            </a:lvl9pPr>
          </a:lstStyle>
          <a:p>
            <a:pPr algn="l">
              <a:defRPr sz="3675" b="1">
                <a:solidFill>
                  <a:srgbClr val="244BD6"/>
                </a:solidFill>
              </a:defRPr>
            </a:pPr>
            <a:r>
              <a:rPr sz="3675" b="1">
                <a:solidFill>
                  <a:srgbClr val="244BD6"/>
                </a:solidFill>
                <a:latin typeface="Inter"/>
                <a:ea typeface="Inter"/>
                <a:cs typeface="Inter"/>
              </a:rPr>
              <a:t>+1,573 MW</a:t>
            </a:r>
          </a:p>
        </p:txBody>
      </p:sp>
      <p:sp>
        <p:nvSpPr>
          <p:cNvPr id="11" name="more critical demand preserved">
            <a:extLst>
              <a:ext uri="{FF2B5EF4-FFF2-40B4-BE49-F238E27FC236}">
                <a16:creationId xmlns:a16="http://schemas.microsoft.com/office/drawing/2014/main" id="{2CDC0321-6F67-45B3-8B52-4308977C0ADE}"/>
              </a:ext>
            </a:extLst>
          </p:cNvPr>
          <p:cNvSpPr>
            <a:spLocks noGrp="1"/>
          </p:cNvSpPr>
          <p:nvPr/>
        </p:nvSpPr>
        <p:spPr>
          <a:xfrm>
            <a:off x="876300" y="3943350"/>
            <a:ext cx="4572000" cy="666750"/>
          </a:xfrm>
          <a:prstGeom prst="rect">
            <a:avLst/>
          </a:prstGeom>
          <a:noFill/>
          <a:ln w="0">
            <a:noFill/>
          </a:ln>
        </p:spPr>
        <p:txBody>
          <a:bodyPr lIns="0" tIns="0" rIns="0" bIns="0"/>
          <a:lstStyle>
            <a:defPPr algn="l">
              <a:defRPr sz="1725" b="0">
                <a:solidFill>
                  <a:srgbClr val="102235"/>
                </a:solidFill>
              </a:defRPr>
            </a:defPPr>
            <a:lvl1pPr algn="l">
              <a:defRPr sz="1725" b="0">
                <a:solidFill>
                  <a:srgbClr val="102235"/>
                </a:solidFill>
              </a:defRPr>
            </a:lvl1pPr>
            <a:lvl2pPr algn="l">
              <a:defRPr sz="1725" b="0">
                <a:solidFill>
                  <a:srgbClr val="102235"/>
                </a:solidFill>
              </a:defRPr>
            </a:lvl2pPr>
            <a:lvl3pPr algn="l">
              <a:defRPr sz="1725" b="0">
                <a:solidFill>
                  <a:srgbClr val="102235"/>
                </a:solidFill>
              </a:defRPr>
            </a:lvl3pPr>
            <a:lvl4pPr algn="l">
              <a:defRPr sz="1725" b="0">
                <a:solidFill>
                  <a:srgbClr val="102235"/>
                </a:solidFill>
              </a:defRPr>
            </a:lvl4pPr>
            <a:lvl5pPr algn="l">
              <a:defRPr sz="1725" b="0">
                <a:solidFill>
                  <a:srgbClr val="102235"/>
                </a:solidFill>
              </a:defRPr>
            </a:lvl5pPr>
            <a:lvl6pPr algn="l">
              <a:defRPr sz="1725" b="0">
                <a:solidFill>
                  <a:srgbClr val="102235"/>
                </a:solidFill>
              </a:defRPr>
            </a:lvl6pPr>
            <a:lvl7pPr algn="l">
              <a:defRPr sz="1725" b="0">
                <a:solidFill>
                  <a:srgbClr val="102235"/>
                </a:solidFill>
              </a:defRPr>
            </a:lvl7pPr>
            <a:lvl8pPr algn="l">
              <a:defRPr sz="1725" b="0">
                <a:solidFill>
                  <a:srgbClr val="102235"/>
                </a:solidFill>
              </a:defRPr>
            </a:lvl8pPr>
            <a:lvl9pPr algn="l">
              <a:defRPr sz="1725" b="0">
                <a:solidFill>
                  <a:srgbClr val="102235"/>
                </a:solidFill>
              </a:defRPr>
            </a:lvl9pPr>
          </a:lstStyle>
          <a:p>
            <a:pPr algn="l">
              <a:defRPr sz="1725" b="0">
                <a:solidFill>
                  <a:srgbClr val="102235"/>
                </a:solidFill>
              </a:defRPr>
            </a:pPr>
            <a:r>
              <a:rPr sz="1725" b="0">
                <a:solidFill>
                  <a:srgbClr val="102235"/>
                </a:solidFill>
                <a:latin typeface="Inter"/>
                <a:ea typeface="Inter"/>
                <a:cs typeface="Inter"/>
              </a:rPr>
              <a:t>more critical demand preserved</a:t>
            </a:r>
          </a:p>
        </p:txBody>
      </p:sp>
      <p:sp>
        <p:nvSpPr>
          <p:cNvPr id="12" name="+121 MW total loss">
            <a:extLst>
              <a:ext uri="{FF2B5EF4-FFF2-40B4-BE49-F238E27FC236}">
                <a16:creationId xmlns:a16="http://schemas.microsoft.com/office/drawing/2014/main" id="{24402015-C6A6-4E52-9D33-8FA53E6245EF}"/>
              </a:ext>
            </a:extLst>
          </p:cNvPr>
          <p:cNvSpPr>
            <a:spLocks noGrp="1"/>
          </p:cNvSpPr>
          <p:nvPr/>
        </p:nvSpPr>
        <p:spPr>
          <a:xfrm>
            <a:off x="876300" y="4848225"/>
            <a:ext cx="4572000" cy="438150"/>
          </a:xfrm>
          <a:prstGeom prst="rect">
            <a:avLst/>
          </a:prstGeom>
          <a:noFill/>
          <a:ln w="0">
            <a:noFill/>
          </a:ln>
        </p:spPr>
        <p:txBody>
          <a:bodyPr lIns="0" tIns="0" rIns="0" bIns="0"/>
          <a:lstStyle>
            <a:defPPr algn="l">
              <a:defRPr sz="2100" b="1">
                <a:solidFill>
                  <a:srgbClr val="F28C35"/>
                </a:solidFill>
              </a:defRPr>
            </a:defPPr>
            <a:lvl1pPr algn="l">
              <a:defRPr sz="2100" b="1">
                <a:solidFill>
                  <a:srgbClr val="F28C35"/>
                </a:solidFill>
              </a:defRPr>
            </a:lvl1pPr>
            <a:lvl2pPr algn="l">
              <a:defRPr sz="2100" b="1">
                <a:solidFill>
                  <a:srgbClr val="F28C35"/>
                </a:solidFill>
              </a:defRPr>
            </a:lvl2pPr>
            <a:lvl3pPr algn="l">
              <a:defRPr sz="2100" b="1">
                <a:solidFill>
                  <a:srgbClr val="F28C35"/>
                </a:solidFill>
              </a:defRPr>
            </a:lvl3pPr>
            <a:lvl4pPr algn="l">
              <a:defRPr sz="2100" b="1">
                <a:solidFill>
                  <a:srgbClr val="F28C35"/>
                </a:solidFill>
              </a:defRPr>
            </a:lvl4pPr>
            <a:lvl5pPr algn="l">
              <a:defRPr sz="2100" b="1">
                <a:solidFill>
                  <a:srgbClr val="F28C35"/>
                </a:solidFill>
              </a:defRPr>
            </a:lvl5pPr>
            <a:lvl6pPr algn="l">
              <a:defRPr sz="2100" b="1">
                <a:solidFill>
                  <a:srgbClr val="F28C35"/>
                </a:solidFill>
              </a:defRPr>
            </a:lvl6pPr>
            <a:lvl7pPr algn="l">
              <a:defRPr sz="2100" b="1">
                <a:solidFill>
                  <a:srgbClr val="F28C35"/>
                </a:solidFill>
              </a:defRPr>
            </a:lvl7pPr>
            <a:lvl8pPr algn="l">
              <a:defRPr sz="2100" b="1">
                <a:solidFill>
                  <a:srgbClr val="F28C35"/>
                </a:solidFill>
              </a:defRPr>
            </a:lvl8pPr>
            <a:lvl9pPr algn="l">
              <a:defRPr sz="2100" b="1">
                <a:solidFill>
                  <a:srgbClr val="F28C35"/>
                </a:solidFill>
              </a:defRPr>
            </a:lvl9pPr>
          </a:lstStyle>
          <a:p>
            <a:pPr algn="l">
              <a:defRPr sz="2100" b="1">
                <a:solidFill>
                  <a:srgbClr val="F28C35"/>
                </a:solidFill>
              </a:defRPr>
            </a:pPr>
            <a:r>
              <a:rPr sz="2100" b="1">
                <a:solidFill>
                  <a:srgbClr val="F28C35"/>
                </a:solidFill>
                <a:latin typeface="Inter"/>
                <a:ea typeface="Inter"/>
                <a:cs typeface="Inter"/>
              </a:rPr>
              <a:t>+121 MW total loss</a:t>
            </a:r>
          </a:p>
        </p:txBody>
      </p:sp>
      <p:sp>
        <p:nvSpPr>
          <p:cNvPr id="13" name="Rectangle: Rounded Corners 12">
            <a:extLst>
              <a:ext uri="{FF2B5EF4-FFF2-40B4-BE49-F238E27FC236}">
                <a16:creationId xmlns:a16="http://schemas.microsoft.com/office/drawing/2014/main" id="{0D2A7761-B001-41CD-9AC9-7C6424931C24}"/>
              </a:ext>
            </a:extLst>
          </p:cNvPr>
          <p:cNvSpPr>
            <a:spLocks noGrp="1"/>
          </p:cNvSpPr>
          <p:nvPr/>
        </p:nvSpPr>
        <p:spPr>
          <a:xfrm>
            <a:off x="6419850" y="1781175"/>
            <a:ext cx="5200650" cy="3819525"/>
          </a:xfrm>
          <a:prstGeom prst="roundRect">
            <a:avLst>
              <a:gd name="adj" fmla="val 2993"/>
            </a:avLst>
          </a:prstGeom>
          <a:solidFill>
            <a:srgbClr val="FFFFFF"/>
          </a:solidFill>
          <a:ln w="9525">
            <a:solidFill>
              <a:srgbClr val="D9E2EC"/>
            </a:solidFill>
          </a:ln>
        </p:spPr>
      </p:sp>
      <p:sp>
        <p:nvSpPr>
          <p:cNvPr id="14" name="Selected adverse case">
            <a:extLst>
              <a:ext uri="{FF2B5EF4-FFF2-40B4-BE49-F238E27FC236}">
                <a16:creationId xmlns:a16="http://schemas.microsoft.com/office/drawing/2014/main" id="{827919F3-31A8-45D2-813B-311C731DCC58}"/>
              </a:ext>
            </a:extLst>
          </p:cNvPr>
          <p:cNvSpPr>
            <a:spLocks noGrp="1"/>
          </p:cNvSpPr>
          <p:nvPr/>
        </p:nvSpPr>
        <p:spPr>
          <a:xfrm>
            <a:off x="6686550" y="2028825"/>
            <a:ext cx="4667250" cy="428625"/>
          </a:xfrm>
          <a:prstGeom prst="rect">
            <a:avLst/>
          </a:prstGeom>
          <a:noFill/>
          <a:ln w="0">
            <a:noFill/>
          </a:ln>
        </p:spPr>
        <p:txBody>
          <a:bodyPr lIns="0" tIns="0" rIns="0" bIns="0"/>
          <a:lstStyle>
            <a:defPPr algn="l">
              <a:defRPr sz="2100" b="1">
                <a:solidFill>
                  <a:srgbClr val="0074AF"/>
                </a:solidFill>
              </a:defRPr>
            </a:defPPr>
            <a:lvl1pPr algn="l">
              <a:defRPr sz="2100" b="1">
                <a:solidFill>
                  <a:srgbClr val="0074AF"/>
                </a:solidFill>
              </a:defRPr>
            </a:lvl1pPr>
            <a:lvl2pPr algn="l">
              <a:defRPr sz="2100" b="1">
                <a:solidFill>
                  <a:srgbClr val="0074AF"/>
                </a:solidFill>
              </a:defRPr>
            </a:lvl2pPr>
            <a:lvl3pPr algn="l">
              <a:defRPr sz="2100" b="1">
                <a:solidFill>
                  <a:srgbClr val="0074AF"/>
                </a:solidFill>
              </a:defRPr>
            </a:lvl3pPr>
            <a:lvl4pPr algn="l">
              <a:defRPr sz="2100" b="1">
                <a:solidFill>
                  <a:srgbClr val="0074AF"/>
                </a:solidFill>
              </a:defRPr>
            </a:lvl4pPr>
            <a:lvl5pPr algn="l">
              <a:defRPr sz="2100" b="1">
                <a:solidFill>
                  <a:srgbClr val="0074AF"/>
                </a:solidFill>
              </a:defRPr>
            </a:lvl5pPr>
            <a:lvl6pPr algn="l">
              <a:defRPr sz="2100" b="1">
                <a:solidFill>
                  <a:srgbClr val="0074AF"/>
                </a:solidFill>
              </a:defRPr>
            </a:lvl6pPr>
            <a:lvl7pPr algn="l">
              <a:defRPr sz="2100" b="1">
                <a:solidFill>
                  <a:srgbClr val="0074AF"/>
                </a:solidFill>
              </a:defRPr>
            </a:lvl7pPr>
            <a:lvl8pPr algn="l">
              <a:defRPr sz="2100" b="1">
                <a:solidFill>
                  <a:srgbClr val="0074AF"/>
                </a:solidFill>
              </a:defRPr>
            </a:lvl8pPr>
            <a:lvl9pPr algn="l">
              <a:defRPr sz="2100" b="1">
                <a:solidFill>
                  <a:srgbClr val="0074AF"/>
                </a:solidFill>
              </a:defRPr>
            </a:lvl9pPr>
          </a:lstStyle>
          <a:p>
            <a:pPr algn="l">
              <a:defRPr sz="2100" b="1">
                <a:solidFill>
                  <a:srgbClr val="0074AF"/>
                </a:solidFill>
              </a:defRPr>
            </a:pPr>
            <a:r>
              <a:rPr sz="2100" b="1">
                <a:solidFill>
                  <a:srgbClr val="0074AF"/>
                </a:solidFill>
                <a:latin typeface="Inter"/>
                <a:ea typeface="Inter"/>
                <a:cs typeface="Inter"/>
              </a:rPr>
              <a:t>Selected adverse case</a:t>
            </a:r>
          </a:p>
        </p:txBody>
      </p:sp>
      <p:sp>
        <p:nvSpPr>
          <p:cNvPr id="15" name="Case 14, attack [4, 2]">
            <a:extLst>
              <a:ext uri="{FF2B5EF4-FFF2-40B4-BE49-F238E27FC236}">
                <a16:creationId xmlns:a16="http://schemas.microsoft.com/office/drawing/2014/main" id="{51C0D6EA-7C40-4900-95EA-45241078B358}"/>
              </a:ext>
            </a:extLst>
          </p:cNvPr>
          <p:cNvSpPr>
            <a:spLocks noGrp="1"/>
          </p:cNvSpPr>
          <p:nvPr/>
        </p:nvSpPr>
        <p:spPr>
          <a:xfrm>
            <a:off x="6686550" y="2524125"/>
            <a:ext cx="4667250" cy="304800"/>
          </a:xfrm>
          <a:prstGeom prst="rect">
            <a:avLst/>
          </a:prstGeom>
          <a:noFill/>
          <a:ln w="0">
            <a:noFill/>
          </a:ln>
        </p:spPr>
        <p:txBody>
          <a:bodyPr lIns="0" tIns="0" rIns="0" bIns="0"/>
          <a:lstStyle>
            <a:defPPr algn="l">
              <a:defRPr sz="1650" b="0">
                <a:solidFill>
                  <a:srgbClr val="607487"/>
                </a:solidFill>
              </a:defRPr>
            </a:defPPr>
            <a:lvl1pPr algn="l">
              <a:defRPr sz="1650" b="0">
                <a:solidFill>
                  <a:srgbClr val="607487"/>
                </a:solidFill>
              </a:defRPr>
            </a:lvl1pPr>
            <a:lvl2pPr algn="l">
              <a:defRPr sz="1650" b="0">
                <a:solidFill>
                  <a:srgbClr val="607487"/>
                </a:solidFill>
              </a:defRPr>
            </a:lvl2pPr>
            <a:lvl3pPr algn="l">
              <a:defRPr sz="1650" b="0">
                <a:solidFill>
                  <a:srgbClr val="607487"/>
                </a:solidFill>
              </a:defRPr>
            </a:lvl3pPr>
            <a:lvl4pPr algn="l">
              <a:defRPr sz="1650" b="0">
                <a:solidFill>
                  <a:srgbClr val="607487"/>
                </a:solidFill>
              </a:defRPr>
            </a:lvl4pPr>
            <a:lvl5pPr algn="l">
              <a:defRPr sz="1650" b="0">
                <a:solidFill>
                  <a:srgbClr val="607487"/>
                </a:solidFill>
              </a:defRPr>
            </a:lvl5pPr>
            <a:lvl6pPr algn="l">
              <a:defRPr sz="1650" b="0">
                <a:solidFill>
                  <a:srgbClr val="607487"/>
                </a:solidFill>
              </a:defRPr>
            </a:lvl6pPr>
            <a:lvl7pPr algn="l">
              <a:defRPr sz="1650" b="0">
                <a:solidFill>
                  <a:srgbClr val="607487"/>
                </a:solidFill>
              </a:defRPr>
            </a:lvl7pPr>
            <a:lvl8pPr algn="l">
              <a:defRPr sz="1650" b="0">
                <a:solidFill>
                  <a:srgbClr val="607487"/>
                </a:solidFill>
              </a:defRPr>
            </a:lvl8pPr>
            <a:lvl9pPr algn="l">
              <a:defRPr sz="1650" b="0">
                <a:solidFill>
                  <a:srgbClr val="607487"/>
                </a:solidFill>
              </a:defRPr>
            </a:lvl9pPr>
          </a:lstStyle>
          <a:p>
            <a:pPr algn="l">
              <a:defRPr sz="1650" b="0">
                <a:solidFill>
                  <a:srgbClr val="607487"/>
                </a:solidFill>
              </a:defRPr>
            </a:pPr>
            <a:r>
              <a:rPr sz="1650" b="0">
                <a:solidFill>
                  <a:srgbClr val="607487"/>
                </a:solidFill>
                <a:latin typeface="Inter"/>
                <a:ea typeface="Inter"/>
                <a:cs typeface="Inter"/>
              </a:rPr>
              <a:t>Case 14, attack [4, 2]</a:t>
            </a:r>
          </a:p>
        </p:txBody>
      </p:sp>
      <p:sp>
        <p:nvSpPr>
          <p:cNvPr id="16" name="Rectangle 15">
            <a:extLst>
              <a:ext uri="{FF2B5EF4-FFF2-40B4-BE49-F238E27FC236}">
                <a16:creationId xmlns:a16="http://schemas.microsoft.com/office/drawing/2014/main" id="{377B8145-77BB-44A8-89EF-8AA48856ACE1}"/>
              </a:ext>
            </a:extLst>
          </p:cNvPr>
          <p:cNvSpPr>
            <a:spLocks noGrp="1"/>
          </p:cNvSpPr>
          <p:nvPr/>
        </p:nvSpPr>
        <p:spPr>
          <a:xfrm>
            <a:off x="6686550" y="2952750"/>
            <a:ext cx="4667250" cy="14288"/>
          </a:xfrm>
          <a:prstGeom prst="rect">
            <a:avLst/>
          </a:prstGeom>
          <a:solidFill>
            <a:srgbClr val="FFC000"/>
          </a:solidFill>
          <a:ln w="0">
            <a:noFill/>
          </a:ln>
        </p:spPr>
      </p:sp>
      <p:sp>
        <p:nvSpPr>
          <p:cNvPr id="17" name="−240 MW">
            <a:extLst>
              <a:ext uri="{FF2B5EF4-FFF2-40B4-BE49-F238E27FC236}">
                <a16:creationId xmlns:a16="http://schemas.microsoft.com/office/drawing/2014/main" id="{24EDAA77-A8EB-4885-984D-8FE2D28F8BAC}"/>
              </a:ext>
            </a:extLst>
          </p:cNvPr>
          <p:cNvSpPr>
            <a:spLocks noGrp="1"/>
          </p:cNvSpPr>
          <p:nvPr/>
        </p:nvSpPr>
        <p:spPr>
          <a:xfrm>
            <a:off x="6686550" y="3257550"/>
            <a:ext cx="4572000" cy="609600"/>
          </a:xfrm>
          <a:prstGeom prst="rect">
            <a:avLst/>
          </a:prstGeom>
          <a:noFill/>
          <a:ln w="0">
            <a:noFill/>
          </a:ln>
        </p:spPr>
        <p:txBody>
          <a:bodyPr lIns="0" tIns="0" rIns="0" bIns="0"/>
          <a:lstStyle>
            <a:defPPr algn="l">
              <a:defRPr sz="3675" b="1">
                <a:solidFill>
                  <a:srgbClr val="DF5540"/>
                </a:solidFill>
              </a:defRPr>
            </a:defPPr>
            <a:lvl1pPr algn="l">
              <a:defRPr sz="3675" b="1">
                <a:solidFill>
                  <a:srgbClr val="DF5540"/>
                </a:solidFill>
              </a:defRPr>
            </a:lvl1pPr>
            <a:lvl2pPr algn="l">
              <a:defRPr sz="3675" b="1">
                <a:solidFill>
                  <a:srgbClr val="DF5540"/>
                </a:solidFill>
              </a:defRPr>
            </a:lvl2pPr>
            <a:lvl3pPr algn="l">
              <a:defRPr sz="3675" b="1">
                <a:solidFill>
                  <a:srgbClr val="DF5540"/>
                </a:solidFill>
              </a:defRPr>
            </a:lvl3pPr>
            <a:lvl4pPr algn="l">
              <a:defRPr sz="3675" b="1">
                <a:solidFill>
                  <a:srgbClr val="DF5540"/>
                </a:solidFill>
              </a:defRPr>
            </a:lvl4pPr>
            <a:lvl5pPr algn="l">
              <a:defRPr sz="3675" b="1">
                <a:solidFill>
                  <a:srgbClr val="DF5540"/>
                </a:solidFill>
              </a:defRPr>
            </a:lvl5pPr>
            <a:lvl6pPr algn="l">
              <a:defRPr sz="3675" b="1">
                <a:solidFill>
                  <a:srgbClr val="DF5540"/>
                </a:solidFill>
              </a:defRPr>
            </a:lvl6pPr>
            <a:lvl7pPr algn="l">
              <a:defRPr sz="3675" b="1">
                <a:solidFill>
                  <a:srgbClr val="DF5540"/>
                </a:solidFill>
              </a:defRPr>
            </a:lvl7pPr>
            <a:lvl8pPr algn="l">
              <a:defRPr sz="3675" b="1">
                <a:solidFill>
                  <a:srgbClr val="DF5540"/>
                </a:solidFill>
              </a:defRPr>
            </a:lvl8pPr>
            <a:lvl9pPr algn="l">
              <a:defRPr sz="3675" b="1">
                <a:solidFill>
                  <a:srgbClr val="DF5540"/>
                </a:solidFill>
              </a:defRPr>
            </a:lvl9pPr>
          </a:lstStyle>
          <a:p>
            <a:pPr algn="l">
              <a:defRPr sz="3675" b="1">
                <a:solidFill>
                  <a:srgbClr val="DF5540"/>
                </a:solidFill>
              </a:defRPr>
            </a:pPr>
            <a:r>
              <a:rPr sz="3675" b="1">
                <a:solidFill>
                  <a:srgbClr val="DF5540"/>
                </a:solidFill>
                <a:latin typeface="Inter"/>
                <a:ea typeface="Inter"/>
                <a:cs typeface="Inter"/>
              </a:rPr>
              <a:t>−240 MW</a:t>
            </a:r>
          </a:p>
        </p:txBody>
      </p:sp>
      <p:sp>
        <p:nvSpPr>
          <p:cNvPr id="18" name="critical service lost versus baseline">
            <a:extLst>
              <a:ext uri="{FF2B5EF4-FFF2-40B4-BE49-F238E27FC236}">
                <a16:creationId xmlns:a16="http://schemas.microsoft.com/office/drawing/2014/main" id="{23D94CF8-68AA-4AFA-990F-AAB8B162351D}"/>
              </a:ext>
            </a:extLst>
          </p:cNvPr>
          <p:cNvSpPr>
            <a:spLocks noGrp="1"/>
          </p:cNvSpPr>
          <p:nvPr/>
        </p:nvSpPr>
        <p:spPr>
          <a:xfrm>
            <a:off x="6686550" y="3943350"/>
            <a:ext cx="4572000" cy="666750"/>
          </a:xfrm>
          <a:prstGeom prst="rect">
            <a:avLst/>
          </a:prstGeom>
          <a:noFill/>
          <a:ln w="0">
            <a:noFill/>
          </a:ln>
        </p:spPr>
        <p:txBody>
          <a:bodyPr lIns="0" tIns="0" rIns="0" bIns="0"/>
          <a:lstStyle>
            <a:defPPr algn="l">
              <a:defRPr sz="1725" b="0">
                <a:solidFill>
                  <a:srgbClr val="102235"/>
                </a:solidFill>
              </a:defRPr>
            </a:defPPr>
            <a:lvl1pPr algn="l">
              <a:defRPr sz="1725" b="0">
                <a:solidFill>
                  <a:srgbClr val="102235"/>
                </a:solidFill>
              </a:defRPr>
            </a:lvl1pPr>
            <a:lvl2pPr algn="l">
              <a:defRPr sz="1725" b="0">
                <a:solidFill>
                  <a:srgbClr val="102235"/>
                </a:solidFill>
              </a:defRPr>
            </a:lvl2pPr>
            <a:lvl3pPr algn="l">
              <a:defRPr sz="1725" b="0">
                <a:solidFill>
                  <a:srgbClr val="102235"/>
                </a:solidFill>
              </a:defRPr>
            </a:lvl3pPr>
            <a:lvl4pPr algn="l">
              <a:defRPr sz="1725" b="0">
                <a:solidFill>
                  <a:srgbClr val="102235"/>
                </a:solidFill>
              </a:defRPr>
            </a:lvl4pPr>
            <a:lvl5pPr algn="l">
              <a:defRPr sz="1725" b="0">
                <a:solidFill>
                  <a:srgbClr val="102235"/>
                </a:solidFill>
              </a:defRPr>
            </a:lvl5pPr>
            <a:lvl6pPr algn="l">
              <a:defRPr sz="1725" b="0">
                <a:solidFill>
                  <a:srgbClr val="102235"/>
                </a:solidFill>
              </a:defRPr>
            </a:lvl6pPr>
            <a:lvl7pPr algn="l">
              <a:defRPr sz="1725" b="0">
                <a:solidFill>
                  <a:srgbClr val="102235"/>
                </a:solidFill>
              </a:defRPr>
            </a:lvl7pPr>
            <a:lvl8pPr algn="l">
              <a:defRPr sz="1725" b="0">
                <a:solidFill>
                  <a:srgbClr val="102235"/>
                </a:solidFill>
              </a:defRPr>
            </a:lvl8pPr>
            <a:lvl9pPr algn="l">
              <a:defRPr sz="1725" b="0">
                <a:solidFill>
                  <a:srgbClr val="102235"/>
                </a:solidFill>
              </a:defRPr>
            </a:lvl9pPr>
          </a:lstStyle>
          <a:p>
            <a:pPr algn="l">
              <a:defRPr sz="1725" b="0">
                <a:solidFill>
                  <a:srgbClr val="102235"/>
                </a:solidFill>
              </a:defRPr>
            </a:pPr>
            <a:r>
              <a:rPr sz="1725" b="0">
                <a:solidFill>
                  <a:srgbClr val="102235"/>
                </a:solidFill>
                <a:latin typeface="Inter"/>
                <a:ea typeface="Inter"/>
                <a:cs typeface="Inter"/>
              </a:rPr>
              <a:t>critical service lost versus baseline</a:t>
            </a:r>
          </a:p>
        </p:txBody>
      </p:sp>
      <p:sp>
        <p:nvSpPr>
          <p:cNvPr id="19" name="+323 MW total loss">
            <a:extLst>
              <a:ext uri="{FF2B5EF4-FFF2-40B4-BE49-F238E27FC236}">
                <a16:creationId xmlns:a16="http://schemas.microsoft.com/office/drawing/2014/main" id="{CCCA46E4-A7E4-4B02-B54F-04ACF5850FD6}"/>
              </a:ext>
            </a:extLst>
          </p:cNvPr>
          <p:cNvSpPr>
            <a:spLocks noGrp="1"/>
          </p:cNvSpPr>
          <p:nvPr/>
        </p:nvSpPr>
        <p:spPr>
          <a:xfrm>
            <a:off x="6686550" y="4848225"/>
            <a:ext cx="4572000" cy="438150"/>
          </a:xfrm>
          <a:prstGeom prst="rect">
            <a:avLst/>
          </a:prstGeom>
          <a:noFill/>
          <a:ln w="0">
            <a:noFill/>
          </a:ln>
        </p:spPr>
        <p:txBody>
          <a:bodyPr lIns="0" tIns="0" rIns="0" bIns="0"/>
          <a:lstStyle>
            <a:defPPr algn="l">
              <a:defRPr sz="2100" b="1">
                <a:solidFill>
                  <a:srgbClr val="F28C35"/>
                </a:solidFill>
              </a:defRPr>
            </a:defPPr>
            <a:lvl1pPr algn="l">
              <a:defRPr sz="2100" b="1">
                <a:solidFill>
                  <a:srgbClr val="F28C35"/>
                </a:solidFill>
              </a:defRPr>
            </a:lvl1pPr>
            <a:lvl2pPr algn="l">
              <a:defRPr sz="2100" b="1">
                <a:solidFill>
                  <a:srgbClr val="F28C35"/>
                </a:solidFill>
              </a:defRPr>
            </a:lvl2pPr>
            <a:lvl3pPr algn="l">
              <a:defRPr sz="2100" b="1">
                <a:solidFill>
                  <a:srgbClr val="F28C35"/>
                </a:solidFill>
              </a:defRPr>
            </a:lvl3pPr>
            <a:lvl4pPr algn="l">
              <a:defRPr sz="2100" b="1">
                <a:solidFill>
                  <a:srgbClr val="F28C35"/>
                </a:solidFill>
              </a:defRPr>
            </a:lvl4pPr>
            <a:lvl5pPr algn="l">
              <a:defRPr sz="2100" b="1">
                <a:solidFill>
                  <a:srgbClr val="F28C35"/>
                </a:solidFill>
              </a:defRPr>
            </a:lvl5pPr>
            <a:lvl6pPr algn="l">
              <a:defRPr sz="2100" b="1">
                <a:solidFill>
                  <a:srgbClr val="F28C35"/>
                </a:solidFill>
              </a:defRPr>
            </a:lvl6pPr>
            <a:lvl7pPr algn="l">
              <a:defRPr sz="2100" b="1">
                <a:solidFill>
                  <a:srgbClr val="F28C35"/>
                </a:solidFill>
              </a:defRPr>
            </a:lvl7pPr>
            <a:lvl8pPr algn="l">
              <a:defRPr sz="2100" b="1">
                <a:solidFill>
                  <a:srgbClr val="F28C35"/>
                </a:solidFill>
              </a:defRPr>
            </a:lvl8pPr>
            <a:lvl9pPr algn="l">
              <a:defRPr sz="2100" b="1">
                <a:solidFill>
                  <a:srgbClr val="F28C35"/>
                </a:solidFill>
              </a:defRPr>
            </a:lvl9pPr>
          </a:lstStyle>
          <a:p>
            <a:pPr algn="l">
              <a:defRPr sz="2100" b="1">
                <a:solidFill>
                  <a:srgbClr val="F28C35"/>
                </a:solidFill>
              </a:defRPr>
            </a:pPr>
            <a:r>
              <a:rPr sz="2100" b="1">
                <a:solidFill>
                  <a:srgbClr val="F28C35"/>
                </a:solidFill>
                <a:latin typeface="Inter"/>
                <a:ea typeface="Inter"/>
                <a:cs typeface="Inter"/>
              </a:rPr>
              <a:t>+323 MW total loss</a:t>
            </a:r>
          </a:p>
        </p:txBody>
      </p:sp>
      <p:sp>
        <p:nvSpPr>
          <p:cNvPr id="20" name="Selected extremes against total-tight. Current-step pri">
            <a:extLst>
              <a:ext uri="{FF2B5EF4-FFF2-40B4-BE49-F238E27FC236}">
                <a16:creationId xmlns:a16="http://schemas.microsoft.com/office/drawing/2014/main" id="{EB7CD774-947B-46F4-BE3A-C49724F72B4D}"/>
              </a:ext>
            </a:extLst>
          </p:cNvPr>
          <p:cNvSpPr>
            <a:spLocks noGrp="1"/>
          </p:cNvSpPr>
          <p:nvPr/>
        </p:nvSpPr>
        <p:spPr>
          <a:xfrm>
            <a:off x="590550" y="6134100"/>
            <a:ext cx="10858500" cy="428625"/>
          </a:xfrm>
          <a:prstGeom prst="rect">
            <a:avLst/>
          </a:prstGeom>
          <a:noFill/>
          <a:ln w="0">
            <a:noFill/>
          </a:ln>
        </p:spPr>
        <p:txBody>
          <a:bodyPr lIns="0" tIns="0" rIns="0" bIns="0"/>
          <a:lstStyle>
            <a:defPPr algn="l">
              <a:defRPr sz="1350" b="0">
                <a:solidFill>
                  <a:srgbClr val="607487"/>
                </a:solidFill>
              </a:defRPr>
            </a:defPPr>
            <a:lvl1pPr algn="l">
              <a:defRPr sz="1350" b="0">
                <a:solidFill>
                  <a:srgbClr val="607487"/>
                </a:solidFill>
              </a:defRPr>
            </a:lvl1pPr>
            <a:lvl2pPr algn="l">
              <a:defRPr sz="1350" b="0">
                <a:solidFill>
                  <a:srgbClr val="607487"/>
                </a:solidFill>
              </a:defRPr>
            </a:lvl2pPr>
            <a:lvl3pPr algn="l">
              <a:defRPr sz="1350" b="0">
                <a:solidFill>
                  <a:srgbClr val="607487"/>
                </a:solidFill>
              </a:defRPr>
            </a:lvl3pPr>
            <a:lvl4pPr algn="l">
              <a:defRPr sz="1350" b="0">
                <a:solidFill>
                  <a:srgbClr val="607487"/>
                </a:solidFill>
              </a:defRPr>
            </a:lvl4pPr>
            <a:lvl5pPr algn="l">
              <a:defRPr sz="1350" b="0">
                <a:solidFill>
                  <a:srgbClr val="607487"/>
                </a:solidFill>
              </a:defRPr>
            </a:lvl5pPr>
            <a:lvl6pPr algn="l">
              <a:defRPr sz="1350" b="0">
                <a:solidFill>
                  <a:srgbClr val="607487"/>
                </a:solidFill>
              </a:defRPr>
            </a:lvl6pPr>
            <a:lvl7pPr algn="l">
              <a:defRPr sz="1350" b="0">
                <a:solidFill>
                  <a:srgbClr val="607487"/>
                </a:solidFill>
              </a:defRPr>
            </a:lvl7pPr>
            <a:lvl8pPr algn="l">
              <a:defRPr sz="1350" b="0">
                <a:solidFill>
                  <a:srgbClr val="607487"/>
                </a:solidFill>
              </a:defRPr>
            </a:lvl8pPr>
            <a:lvl9pPr algn="l">
              <a:defRPr sz="1350" b="0">
                <a:solidFill>
                  <a:srgbClr val="607487"/>
                </a:solidFill>
              </a:defRPr>
            </a:lvl9pPr>
          </a:lstStyle>
          <a:p>
            <a:pPr algn="l">
              <a:defRPr sz="1350" b="0">
                <a:solidFill>
                  <a:srgbClr val="607487"/>
                </a:solidFill>
              </a:defRPr>
            </a:pPr>
            <a:r>
              <a:rPr sz="1350" b="0">
                <a:solidFill>
                  <a:srgbClr val="607487"/>
                </a:solidFill>
                <a:latin typeface="Inter"/>
                <a:ea typeface="Inter"/>
                <a:cs typeface="Inter"/>
              </a:rPr>
              <a:t>Selected extremes against total-tight. Current-step priorities can create a worse state after a later failure.</a:t>
            </a:r>
          </a:p>
        </p:txBody>
      </p:sp>
    </p:spTree>
    <p:extLst>
      <p:ext uri="{BB962C8B-B14F-4D97-AF65-F5344CB8AC3E}">
        <p14:creationId xmlns:p14="http://schemas.microsoft.com/office/powerpoint/2010/main" val="30507155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riginal black template tab">
            <a:extLst>
              <a:ext uri="{FF2B5EF4-FFF2-40B4-BE49-F238E27FC236}">
                <a16:creationId xmlns:a16="http://schemas.microsoft.com/office/drawing/2014/main" id="{A3B80BE6-9678-43DF-9EEE-3344BDAED799}"/>
              </a:ext>
            </a:extLst>
          </p:cNvPr>
          <p:cNvSpPr>
            <a:spLocks noGrp="1"/>
          </p:cNvSpPr>
          <p:nvPr/>
        </p:nvSpPr>
        <p:spPr>
          <a:xfrm>
            <a:off x="129521" y="0"/>
            <a:ext cx="2749481" cy="1364786"/>
          </a:xfrm>
          <a:custGeom>
            <a:avLst/>
            <a:gdLst/>
            <a:ahLst/>
            <a:cxnLst/>
            <a:rect l="0" t="0" r="0" b="0"/>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rgbClr val="000000"/>
          </a:solidFill>
          <a:ln w="0">
            <a:noFill/>
          </a:ln>
        </p:spPr>
      </p:sp>
      <p:sp>
        <p:nvSpPr>
          <p:cNvPr id="3" name="SENSITIVITY">
            <a:extLst>
              <a:ext uri="{FF2B5EF4-FFF2-40B4-BE49-F238E27FC236}">
                <a16:creationId xmlns:a16="http://schemas.microsoft.com/office/drawing/2014/main" id="{7405736D-9EA7-4D5C-9153-A80B992161E8}"/>
              </a:ext>
            </a:extLst>
          </p:cNvPr>
          <p:cNvSpPr>
            <a:spLocks noGrp="1"/>
          </p:cNvSpPr>
          <p:nvPr/>
        </p:nvSpPr>
        <p:spPr>
          <a:xfrm>
            <a:off x="295275" y="409575"/>
            <a:ext cx="2381250" cy="666750"/>
          </a:xfrm>
          <a:prstGeom prst="rect">
            <a:avLst/>
          </a:prstGeom>
          <a:noFill/>
          <a:ln w="0">
            <a:noFill/>
          </a:ln>
        </p:spPr>
        <p:txBody>
          <a:bodyPr lIns="0" tIns="0" rIns="0" bIns="0"/>
          <a:lstStyle>
            <a:defPPr algn="ctr">
              <a:defRPr sz="2250" b="0">
                <a:solidFill>
                  <a:srgbClr val="FFFFFF"/>
                </a:solidFill>
              </a:defRPr>
            </a:defPPr>
            <a:lvl1pPr algn="ctr">
              <a:defRPr sz="2250" b="0">
                <a:solidFill>
                  <a:srgbClr val="FFFFFF"/>
                </a:solidFill>
              </a:defRPr>
            </a:lvl1pPr>
            <a:lvl2pPr algn="ctr">
              <a:defRPr sz="2250" b="0">
                <a:solidFill>
                  <a:srgbClr val="FFFFFF"/>
                </a:solidFill>
              </a:defRPr>
            </a:lvl2pPr>
            <a:lvl3pPr algn="ctr">
              <a:defRPr sz="2250" b="0">
                <a:solidFill>
                  <a:srgbClr val="FFFFFF"/>
                </a:solidFill>
              </a:defRPr>
            </a:lvl3pPr>
            <a:lvl4pPr algn="ctr">
              <a:defRPr sz="2250" b="0">
                <a:solidFill>
                  <a:srgbClr val="FFFFFF"/>
                </a:solidFill>
              </a:defRPr>
            </a:lvl4pPr>
            <a:lvl5pPr algn="ctr">
              <a:defRPr sz="2250" b="0">
                <a:solidFill>
                  <a:srgbClr val="FFFFFF"/>
                </a:solidFill>
              </a:defRPr>
            </a:lvl5pPr>
            <a:lvl6pPr algn="ctr">
              <a:defRPr sz="2250" b="0">
                <a:solidFill>
                  <a:srgbClr val="FFFFFF"/>
                </a:solidFill>
              </a:defRPr>
            </a:lvl6pPr>
            <a:lvl7pPr algn="ctr">
              <a:defRPr sz="2250" b="0">
                <a:solidFill>
                  <a:srgbClr val="FFFFFF"/>
                </a:solidFill>
              </a:defRPr>
            </a:lvl7pPr>
            <a:lvl8pPr algn="ctr">
              <a:defRPr sz="2250" b="0">
                <a:solidFill>
                  <a:srgbClr val="FFFFFF"/>
                </a:solidFill>
              </a:defRPr>
            </a:lvl8pPr>
            <a:lvl9pPr algn="ctr">
              <a:defRPr sz="2250" b="0">
                <a:solidFill>
                  <a:srgbClr val="FFFFFF"/>
                </a:solidFill>
              </a:defRPr>
            </a:lvl9pPr>
          </a:lstStyle>
          <a:p>
            <a:pPr algn="ctr">
              <a:defRPr sz="2250" b="0">
                <a:solidFill>
                  <a:srgbClr val="FFFFFF"/>
                </a:solidFill>
              </a:defRPr>
            </a:pPr>
            <a:r>
              <a:rPr sz="2250" b="0">
                <a:solidFill>
                  <a:srgbClr val="FFFFFF"/>
                </a:solidFill>
                <a:latin typeface="Inter"/>
                <a:ea typeface="Inter"/>
                <a:cs typeface="Inter"/>
              </a:rPr>
              <a:t>SENSITIVITY</a:t>
            </a:r>
          </a:p>
        </p:txBody>
      </p:sp>
      <p:sp>
        <p:nvSpPr>
          <p:cNvPr id="4" name="Critical service across response speeds">
            <a:extLst>
              <a:ext uri="{FF2B5EF4-FFF2-40B4-BE49-F238E27FC236}">
                <a16:creationId xmlns:a16="http://schemas.microsoft.com/office/drawing/2014/main" id="{68B1A40B-05AA-4034-8D98-DE07145C59DF}"/>
              </a:ext>
            </a:extLst>
          </p:cNvPr>
          <p:cNvSpPr>
            <a:spLocks noGrp="1"/>
          </p:cNvSpPr>
          <p:nvPr/>
        </p:nvSpPr>
        <p:spPr>
          <a:xfrm>
            <a:off x="3057525" y="381000"/>
            <a:ext cx="8572500" cy="1000125"/>
          </a:xfrm>
          <a:prstGeom prst="rect">
            <a:avLst/>
          </a:prstGeom>
          <a:noFill/>
          <a:ln w="0">
            <a:noFill/>
          </a:ln>
        </p:spPr>
        <p:txBody>
          <a:bodyPr lIns="0" tIns="0" rIns="0" bIns="0"/>
          <a:lstStyle>
            <a:defPPr algn="l">
              <a:defRPr sz="2700" b="1">
                <a:solidFill>
                  <a:srgbClr val="102235"/>
                </a:solidFill>
              </a:defRPr>
            </a:defPPr>
            <a:lvl1pPr algn="l">
              <a:defRPr sz="2700" b="1">
                <a:solidFill>
                  <a:srgbClr val="102235"/>
                </a:solidFill>
              </a:defRPr>
            </a:lvl1pPr>
            <a:lvl2pPr algn="l">
              <a:defRPr sz="2700" b="1">
                <a:solidFill>
                  <a:srgbClr val="102235"/>
                </a:solidFill>
              </a:defRPr>
            </a:lvl2pPr>
            <a:lvl3pPr algn="l">
              <a:defRPr sz="2700" b="1">
                <a:solidFill>
                  <a:srgbClr val="102235"/>
                </a:solidFill>
              </a:defRPr>
            </a:lvl3pPr>
            <a:lvl4pPr algn="l">
              <a:defRPr sz="2700" b="1">
                <a:solidFill>
                  <a:srgbClr val="102235"/>
                </a:solidFill>
              </a:defRPr>
            </a:lvl4pPr>
            <a:lvl5pPr algn="l">
              <a:defRPr sz="2700" b="1">
                <a:solidFill>
                  <a:srgbClr val="102235"/>
                </a:solidFill>
              </a:defRPr>
            </a:lvl5pPr>
            <a:lvl6pPr algn="l">
              <a:defRPr sz="2700" b="1">
                <a:solidFill>
                  <a:srgbClr val="102235"/>
                </a:solidFill>
              </a:defRPr>
            </a:lvl6pPr>
            <a:lvl7pPr algn="l">
              <a:defRPr sz="2700" b="1">
                <a:solidFill>
                  <a:srgbClr val="102235"/>
                </a:solidFill>
              </a:defRPr>
            </a:lvl7pPr>
            <a:lvl8pPr algn="l">
              <a:defRPr sz="2700" b="1">
                <a:solidFill>
                  <a:srgbClr val="102235"/>
                </a:solidFill>
              </a:defRPr>
            </a:lvl8pPr>
            <a:lvl9pPr algn="l">
              <a:defRPr sz="2700" b="1">
                <a:solidFill>
                  <a:srgbClr val="102235"/>
                </a:solidFill>
              </a:defRPr>
            </a:lvl9pPr>
          </a:lstStyle>
          <a:p>
            <a:pPr algn="l">
              <a:defRPr sz="2700" b="1">
                <a:solidFill>
                  <a:srgbClr val="102235"/>
                </a:solidFill>
              </a:defRPr>
            </a:pPr>
            <a:r>
              <a:rPr>
                <a:latin typeface="Inter Display"/>
                <a:ea typeface="Inter Display"/>
                <a:cs typeface="Inter Display"/>
              </a:rPr>
              <a:t>Critical service across response speeds</a:t>
            </a:r>
          </a:p>
        </p:txBody>
      </p:sp>
      <p:sp>
        <p:nvSpPr>
          <p:cNvPr id="5" name="25">
            <a:extLst>
              <a:ext uri="{FF2B5EF4-FFF2-40B4-BE49-F238E27FC236}">
                <a16:creationId xmlns:a16="http://schemas.microsoft.com/office/drawing/2014/main" id="{0514A76E-7BEB-494A-9153-8D73EBE73325}"/>
              </a:ext>
            </a:extLst>
          </p:cNvPr>
          <p:cNvSpPr>
            <a:spLocks noGrp="1"/>
          </p:cNvSpPr>
          <p:nvPr/>
        </p:nvSpPr>
        <p:spPr>
          <a:xfrm>
            <a:off x="11477625" y="6486525"/>
            <a:ext cx="361950" cy="209550"/>
          </a:xfrm>
          <a:prstGeom prst="rect">
            <a:avLst/>
          </a:prstGeom>
          <a:noFill/>
          <a:ln w="0">
            <a:noFill/>
          </a:ln>
        </p:spPr>
        <p:txBody>
          <a:bodyPr lIns="0" tIns="0" rIns="0" bIns="0"/>
          <a:lstStyle>
            <a:defPPr algn="r">
              <a:defRPr sz="1050" b="0">
                <a:solidFill>
                  <a:srgbClr val="0074AF"/>
                </a:solidFill>
              </a:defRPr>
            </a:defPPr>
            <a:lvl1pPr algn="r">
              <a:defRPr sz="1050" b="0">
                <a:solidFill>
                  <a:srgbClr val="0074AF"/>
                </a:solidFill>
              </a:defRPr>
            </a:lvl1pPr>
            <a:lvl2pPr algn="r">
              <a:defRPr sz="1050" b="0">
                <a:solidFill>
                  <a:srgbClr val="0074AF"/>
                </a:solidFill>
              </a:defRPr>
            </a:lvl2pPr>
            <a:lvl3pPr algn="r">
              <a:defRPr sz="1050" b="0">
                <a:solidFill>
                  <a:srgbClr val="0074AF"/>
                </a:solidFill>
              </a:defRPr>
            </a:lvl3pPr>
            <a:lvl4pPr algn="r">
              <a:defRPr sz="1050" b="0">
                <a:solidFill>
                  <a:srgbClr val="0074AF"/>
                </a:solidFill>
              </a:defRPr>
            </a:lvl4pPr>
            <a:lvl5pPr algn="r">
              <a:defRPr sz="1050" b="0">
                <a:solidFill>
                  <a:srgbClr val="0074AF"/>
                </a:solidFill>
              </a:defRPr>
            </a:lvl5pPr>
            <a:lvl6pPr algn="r">
              <a:defRPr sz="1050" b="0">
                <a:solidFill>
                  <a:srgbClr val="0074AF"/>
                </a:solidFill>
              </a:defRPr>
            </a:lvl6pPr>
            <a:lvl7pPr algn="r">
              <a:defRPr sz="1050" b="0">
                <a:solidFill>
                  <a:srgbClr val="0074AF"/>
                </a:solidFill>
              </a:defRPr>
            </a:lvl7pPr>
            <a:lvl8pPr algn="r">
              <a:defRPr sz="1050" b="0">
                <a:solidFill>
                  <a:srgbClr val="0074AF"/>
                </a:solidFill>
              </a:defRPr>
            </a:lvl8pPr>
            <a:lvl9pPr algn="r">
              <a:defRPr sz="1050" b="0">
                <a:solidFill>
                  <a:srgbClr val="0074AF"/>
                </a:solidFill>
              </a:defRPr>
            </a:lvl9pPr>
          </a:lstStyle>
          <a:p>
            <a:pPr algn="r">
              <a:defRPr sz="1050" b="0">
                <a:solidFill>
                  <a:srgbClr val="0074AF"/>
                </a:solidFill>
              </a:defRPr>
            </a:pPr>
            <a:r>
              <a:rPr sz="1050" b="0">
                <a:solidFill>
                  <a:srgbClr val="0074AF"/>
                </a:solidFill>
                <a:latin typeface="Inter"/>
                <a:ea typeface="Inter"/>
                <a:cs typeface="Inter"/>
              </a:rPr>
              <a:t>25</a:t>
            </a:r>
          </a:p>
        </p:txBody>
      </p:sp>
      <p:graphicFrame>
        <p:nvGraphicFramePr>
          <p:cNvPr id="6" name="Chart">
            <a:extLst>
              <a:ext uri="{FF2B5EF4-FFF2-40B4-BE49-F238E27FC236}">
                <a16:creationId xmlns:a16="http://schemas.microsoft.com/office/drawing/2014/main" id="{9ADF5A32-F5D6-4EB5-A266-31CF360FDCA5}"/>
              </a:ext>
            </a:extLst>
          </p:cNvPr>
          <p:cNvGraphicFramePr/>
          <p:nvPr/>
        </p:nvGraphicFramePr>
        <p:xfrm>
          <a:off x="457200" y="1685925"/>
          <a:ext cx="5572125" cy="4143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a:extLst>
              <a:ext uri="{FF2B5EF4-FFF2-40B4-BE49-F238E27FC236}">
                <a16:creationId xmlns:a16="http://schemas.microsoft.com/office/drawing/2014/main" id="{C1A66D2F-FEDA-4F60-82CB-15A2D2101B92}"/>
              </a:ext>
            </a:extLst>
          </p:cNvPr>
          <p:cNvGraphicFramePr/>
          <p:nvPr/>
        </p:nvGraphicFramePr>
        <p:xfrm>
          <a:off x="6219825" y="1685925"/>
          <a:ext cx="5572125" cy="4143375"/>
        </p:xfrm>
        <a:graphic>
          <a:graphicData uri="http://schemas.openxmlformats.org/drawingml/2006/chart">
            <c:chart xmlns:c="http://schemas.openxmlformats.org/drawingml/2006/chart" xmlns:r="http://schemas.openxmlformats.org/officeDocument/2006/relationships" r:id="rId4"/>
          </a:graphicData>
        </a:graphic>
      </p:graphicFrame>
      <p:sp>
        <p:nvSpPr>
          <p:cNvPr id="8" name="Faster response changes the result. Group sizes also va">
            <a:extLst>
              <a:ext uri="{FF2B5EF4-FFF2-40B4-BE49-F238E27FC236}">
                <a16:creationId xmlns:a16="http://schemas.microsoft.com/office/drawing/2014/main" id="{CE7181CB-367A-4F07-9DA8-63FB51B55D8A}"/>
              </a:ext>
            </a:extLst>
          </p:cNvPr>
          <p:cNvSpPr>
            <a:spLocks noGrp="1"/>
          </p:cNvSpPr>
          <p:nvPr/>
        </p:nvSpPr>
        <p:spPr>
          <a:xfrm>
            <a:off x="590550" y="6134100"/>
            <a:ext cx="10858500" cy="428625"/>
          </a:xfrm>
          <a:prstGeom prst="rect">
            <a:avLst/>
          </a:prstGeom>
          <a:noFill/>
          <a:ln w="0">
            <a:noFill/>
          </a:ln>
        </p:spPr>
        <p:txBody>
          <a:bodyPr lIns="0" tIns="0" rIns="0" bIns="0"/>
          <a:lstStyle>
            <a:defPPr algn="l">
              <a:defRPr sz="1350" b="0">
                <a:solidFill>
                  <a:srgbClr val="607487"/>
                </a:solidFill>
              </a:defRPr>
            </a:defPPr>
            <a:lvl1pPr algn="l">
              <a:defRPr sz="1350" b="0">
                <a:solidFill>
                  <a:srgbClr val="607487"/>
                </a:solidFill>
              </a:defRPr>
            </a:lvl1pPr>
            <a:lvl2pPr algn="l">
              <a:defRPr sz="1350" b="0">
                <a:solidFill>
                  <a:srgbClr val="607487"/>
                </a:solidFill>
              </a:defRPr>
            </a:lvl2pPr>
            <a:lvl3pPr algn="l">
              <a:defRPr sz="1350" b="0">
                <a:solidFill>
                  <a:srgbClr val="607487"/>
                </a:solidFill>
              </a:defRPr>
            </a:lvl3pPr>
            <a:lvl4pPr algn="l">
              <a:defRPr sz="1350" b="0">
                <a:solidFill>
                  <a:srgbClr val="607487"/>
                </a:solidFill>
              </a:defRPr>
            </a:lvl4pPr>
            <a:lvl5pPr algn="l">
              <a:defRPr sz="1350" b="0">
                <a:solidFill>
                  <a:srgbClr val="607487"/>
                </a:solidFill>
              </a:defRPr>
            </a:lvl5pPr>
            <a:lvl6pPr algn="l">
              <a:defRPr sz="1350" b="0">
                <a:solidFill>
                  <a:srgbClr val="607487"/>
                </a:solidFill>
              </a:defRPr>
            </a:lvl6pPr>
            <a:lvl7pPr algn="l">
              <a:defRPr sz="1350" b="0">
                <a:solidFill>
                  <a:srgbClr val="607487"/>
                </a:solidFill>
              </a:defRPr>
            </a:lvl7pPr>
            <a:lvl8pPr algn="l">
              <a:defRPr sz="1350" b="0">
                <a:solidFill>
                  <a:srgbClr val="607487"/>
                </a:solidFill>
              </a:defRPr>
            </a:lvl8pPr>
            <a:lvl9pPr algn="l">
              <a:defRPr sz="1350" b="0">
                <a:solidFill>
                  <a:srgbClr val="607487"/>
                </a:solidFill>
              </a:defRPr>
            </a:lvl9pPr>
          </a:lstStyle>
          <a:p>
            <a:pPr algn="l">
              <a:defRPr sz="1350" b="0">
                <a:solidFill>
                  <a:srgbClr val="607487"/>
                </a:solidFill>
              </a:defRPr>
            </a:pPr>
            <a:r>
              <a:rPr sz="1350" b="0">
                <a:solidFill>
                  <a:srgbClr val="607487"/>
                </a:solidFill>
                <a:latin typeface="Inter"/>
                <a:ea typeface="Inter"/>
                <a:cs typeface="Inter"/>
              </a:rPr>
              <a:t>Faster response changes the result. Group sizes also vary over 10%, 25% and 50% of load buses.</a:t>
            </a:r>
          </a:p>
        </p:txBody>
      </p:sp>
    </p:spTree>
    <p:extLst>
      <p:ext uri="{BB962C8B-B14F-4D97-AF65-F5344CB8AC3E}">
        <p14:creationId xmlns:p14="http://schemas.microsoft.com/office/powerpoint/2010/main" val="3297769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riginal black template tab">
            <a:extLst>
              <a:ext uri="{FF2B5EF4-FFF2-40B4-BE49-F238E27FC236}">
                <a16:creationId xmlns:a16="http://schemas.microsoft.com/office/drawing/2014/main" id="{526C5C24-64C7-404D-BCB2-FECE2B5B0A93}"/>
              </a:ext>
            </a:extLst>
          </p:cNvPr>
          <p:cNvSpPr>
            <a:spLocks noGrp="1"/>
          </p:cNvSpPr>
          <p:nvPr/>
        </p:nvSpPr>
        <p:spPr>
          <a:xfrm>
            <a:off x="129521" y="0"/>
            <a:ext cx="2749481" cy="1364786"/>
          </a:xfrm>
          <a:custGeom>
            <a:avLst/>
            <a:gdLst/>
            <a:ahLst/>
            <a:cxnLst/>
            <a:rect l="0" t="0" r="0" b="0"/>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rgbClr val="000000"/>
          </a:solidFill>
          <a:ln w="0">
            <a:noFill/>
          </a:ln>
        </p:spPr>
      </p:sp>
      <p:sp>
        <p:nvSpPr>
          <p:cNvPr id="3" name="VERIFICATION">
            <a:extLst>
              <a:ext uri="{FF2B5EF4-FFF2-40B4-BE49-F238E27FC236}">
                <a16:creationId xmlns:a16="http://schemas.microsoft.com/office/drawing/2014/main" id="{62A3BC91-6547-4FB9-B36B-FE7587D41CB8}"/>
              </a:ext>
            </a:extLst>
          </p:cNvPr>
          <p:cNvSpPr>
            <a:spLocks noGrp="1"/>
          </p:cNvSpPr>
          <p:nvPr/>
        </p:nvSpPr>
        <p:spPr>
          <a:xfrm>
            <a:off x="295275" y="409575"/>
            <a:ext cx="2381250" cy="666750"/>
          </a:xfrm>
          <a:prstGeom prst="rect">
            <a:avLst/>
          </a:prstGeom>
          <a:noFill/>
          <a:ln w="0">
            <a:noFill/>
          </a:ln>
        </p:spPr>
        <p:txBody>
          <a:bodyPr lIns="0" tIns="0" rIns="0" bIns="0"/>
          <a:lstStyle>
            <a:defPPr algn="ctr">
              <a:defRPr sz="2250" b="0">
                <a:solidFill>
                  <a:srgbClr val="FFFFFF"/>
                </a:solidFill>
              </a:defRPr>
            </a:defPPr>
            <a:lvl1pPr algn="ctr">
              <a:defRPr sz="2250" b="0">
                <a:solidFill>
                  <a:srgbClr val="FFFFFF"/>
                </a:solidFill>
              </a:defRPr>
            </a:lvl1pPr>
            <a:lvl2pPr algn="ctr">
              <a:defRPr sz="2250" b="0">
                <a:solidFill>
                  <a:srgbClr val="FFFFFF"/>
                </a:solidFill>
              </a:defRPr>
            </a:lvl2pPr>
            <a:lvl3pPr algn="ctr">
              <a:defRPr sz="2250" b="0">
                <a:solidFill>
                  <a:srgbClr val="FFFFFF"/>
                </a:solidFill>
              </a:defRPr>
            </a:lvl3pPr>
            <a:lvl4pPr algn="ctr">
              <a:defRPr sz="2250" b="0">
                <a:solidFill>
                  <a:srgbClr val="FFFFFF"/>
                </a:solidFill>
              </a:defRPr>
            </a:lvl4pPr>
            <a:lvl5pPr algn="ctr">
              <a:defRPr sz="2250" b="0">
                <a:solidFill>
                  <a:srgbClr val="FFFFFF"/>
                </a:solidFill>
              </a:defRPr>
            </a:lvl5pPr>
            <a:lvl6pPr algn="ctr">
              <a:defRPr sz="2250" b="0">
                <a:solidFill>
                  <a:srgbClr val="FFFFFF"/>
                </a:solidFill>
              </a:defRPr>
            </a:lvl6pPr>
            <a:lvl7pPr algn="ctr">
              <a:defRPr sz="2250" b="0">
                <a:solidFill>
                  <a:srgbClr val="FFFFFF"/>
                </a:solidFill>
              </a:defRPr>
            </a:lvl7pPr>
            <a:lvl8pPr algn="ctr">
              <a:defRPr sz="2250" b="0">
                <a:solidFill>
                  <a:srgbClr val="FFFFFF"/>
                </a:solidFill>
              </a:defRPr>
            </a:lvl8pPr>
            <a:lvl9pPr algn="ctr">
              <a:defRPr sz="2250" b="0">
                <a:solidFill>
                  <a:srgbClr val="FFFFFF"/>
                </a:solidFill>
              </a:defRPr>
            </a:lvl9pPr>
          </a:lstStyle>
          <a:p>
            <a:pPr algn="ctr">
              <a:defRPr sz="2250" b="0">
                <a:solidFill>
                  <a:srgbClr val="FFFFFF"/>
                </a:solidFill>
              </a:defRPr>
            </a:pPr>
            <a:r>
              <a:rPr sz="2250" b="0">
                <a:solidFill>
                  <a:srgbClr val="FFFFFF"/>
                </a:solidFill>
                <a:latin typeface="Inter"/>
                <a:ea typeface="Inter"/>
                <a:cs typeface="Inter"/>
              </a:rPr>
              <a:t>VERIFICATION</a:t>
            </a:r>
          </a:p>
        </p:txBody>
      </p:sp>
      <p:sp>
        <p:nvSpPr>
          <p:cNvPr id="4" name="Correctness and boundaries of the results">
            <a:extLst>
              <a:ext uri="{FF2B5EF4-FFF2-40B4-BE49-F238E27FC236}">
                <a16:creationId xmlns:a16="http://schemas.microsoft.com/office/drawing/2014/main" id="{23667B46-B7AA-43B0-89A4-2FFA61083DCE}"/>
              </a:ext>
            </a:extLst>
          </p:cNvPr>
          <p:cNvSpPr>
            <a:spLocks noGrp="1"/>
          </p:cNvSpPr>
          <p:nvPr/>
        </p:nvSpPr>
        <p:spPr>
          <a:xfrm>
            <a:off x="3057525" y="381000"/>
            <a:ext cx="8572500" cy="1000125"/>
          </a:xfrm>
          <a:prstGeom prst="rect">
            <a:avLst/>
          </a:prstGeom>
          <a:noFill/>
          <a:ln w="0">
            <a:noFill/>
          </a:ln>
        </p:spPr>
        <p:txBody>
          <a:bodyPr lIns="0" tIns="0" rIns="0" bIns="0"/>
          <a:lstStyle>
            <a:defPPr algn="l">
              <a:defRPr sz="2700" b="1">
                <a:solidFill>
                  <a:srgbClr val="102235"/>
                </a:solidFill>
              </a:defRPr>
            </a:defPPr>
            <a:lvl1pPr algn="l">
              <a:defRPr sz="2700" b="1">
                <a:solidFill>
                  <a:srgbClr val="102235"/>
                </a:solidFill>
              </a:defRPr>
            </a:lvl1pPr>
            <a:lvl2pPr algn="l">
              <a:defRPr sz="2700" b="1">
                <a:solidFill>
                  <a:srgbClr val="102235"/>
                </a:solidFill>
              </a:defRPr>
            </a:lvl2pPr>
            <a:lvl3pPr algn="l">
              <a:defRPr sz="2700" b="1">
                <a:solidFill>
                  <a:srgbClr val="102235"/>
                </a:solidFill>
              </a:defRPr>
            </a:lvl3pPr>
            <a:lvl4pPr algn="l">
              <a:defRPr sz="2700" b="1">
                <a:solidFill>
                  <a:srgbClr val="102235"/>
                </a:solidFill>
              </a:defRPr>
            </a:lvl4pPr>
            <a:lvl5pPr algn="l">
              <a:defRPr sz="2700" b="1">
                <a:solidFill>
                  <a:srgbClr val="102235"/>
                </a:solidFill>
              </a:defRPr>
            </a:lvl5pPr>
            <a:lvl6pPr algn="l">
              <a:defRPr sz="2700" b="1">
                <a:solidFill>
                  <a:srgbClr val="102235"/>
                </a:solidFill>
              </a:defRPr>
            </a:lvl6pPr>
            <a:lvl7pPr algn="l">
              <a:defRPr sz="2700" b="1">
                <a:solidFill>
                  <a:srgbClr val="102235"/>
                </a:solidFill>
              </a:defRPr>
            </a:lvl7pPr>
            <a:lvl8pPr algn="l">
              <a:defRPr sz="2700" b="1">
                <a:solidFill>
                  <a:srgbClr val="102235"/>
                </a:solidFill>
              </a:defRPr>
            </a:lvl8pPr>
            <a:lvl9pPr algn="l">
              <a:defRPr sz="2700" b="1">
                <a:solidFill>
                  <a:srgbClr val="102235"/>
                </a:solidFill>
              </a:defRPr>
            </a:lvl9pPr>
          </a:lstStyle>
          <a:p>
            <a:pPr algn="l">
              <a:defRPr sz="2700" b="1">
                <a:solidFill>
                  <a:srgbClr val="102235"/>
                </a:solidFill>
              </a:defRPr>
            </a:pPr>
            <a:r>
              <a:rPr>
                <a:latin typeface="Inter Display"/>
                <a:ea typeface="Inter Display"/>
                <a:cs typeface="Inter Display"/>
              </a:rPr>
              <a:t>Correctness and boundaries of the results</a:t>
            </a:r>
          </a:p>
        </p:txBody>
      </p:sp>
      <p:sp>
        <p:nvSpPr>
          <p:cNvPr id="5" name="26">
            <a:extLst>
              <a:ext uri="{FF2B5EF4-FFF2-40B4-BE49-F238E27FC236}">
                <a16:creationId xmlns:a16="http://schemas.microsoft.com/office/drawing/2014/main" id="{82FFA050-1F15-4301-887D-B19DE7562F93}"/>
              </a:ext>
            </a:extLst>
          </p:cNvPr>
          <p:cNvSpPr>
            <a:spLocks noGrp="1"/>
          </p:cNvSpPr>
          <p:nvPr/>
        </p:nvSpPr>
        <p:spPr>
          <a:xfrm>
            <a:off x="11477625" y="6486525"/>
            <a:ext cx="361950" cy="209550"/>
          </a:xfrm>
          <a:prstGeom prst="rect">
            <a:avLst/>
          </a:prstGeom>
          <a:noFill/>
          <a:ln w="0">
            <a:noFill/>
          </a:ln>
        </p:spPr>
        <p:txBody>
          <a:bodyPr lIns="0" tIns="0" rIns="0" bIns="0"/>
          <a:lstStyle>
            <a:defPPr algn="r">
              <a:defRPr sz="1050" b="0">
                <a:solidFill>
                  <a:srgbClr val="0074AF"/>
                </a:solidFill>
              </a:defRPr>
            </a:defPPr>
            <a:lvl1pPr algn="r">
              <a:defRPr sz="1050" b="0">
                <a:solidFill>
                  <a:srgbClr val="0074AF"/>
                </a:solidFill>
              </a:defRPr>
            </a:lvl1pPr>
            <a:lvl2pPr algn="r">
              <a:defRPr sz="1050" b="0">
                <a:solidFill>
                  <a:srgbClr val="0074AF"/>
                </a:solidFill>
              </a:defRPr>
            </a:lvl2pPr>
            <a:lvl3pPr algn="r">
              <a:defRPr sz="1050" b="0">
                <a:solidFill>
                  <a:srgbClr val="0074AF"/>
                </a:solidFill>
              </a:defRPr>
            </a:lvl3pPr>
            <a:lvl4pPr algn="r">
              <a:defRPr sz="1050" b="0">
                <a:solidFill>
                  <a:srgbClr val="0074AF"/>
                </a:solidFill>
              </a:defRPr>
            </a:lvl4pPr>
            <a:lvl5pPr algn="r">
              <a:defRPr sz="1050" b="0">
                <a:solidFill>
                  <a:srgbClr val="0074AF"/>
                </a:solidFill>
              </a:defRPr>
            </a:lvl5pPr>
            <a:lvl6pPr algn="r">
              <a:defRPr sz="1050" b="0">
                <a:solidFill>
                  <a:srgbClr val="0074AF"/>
                </a:solidFill>
              </a:defRPr>
            </a:lvl6pPr>
            <a:lvl7pPr algn="r">
              <a:defRPr sz="1050" b="0">
                <a:solidFill>
                  <a:srgbClr val="0074AF"/>
                </a:solidFill>
              </a:defRPr>
            </a:lvl7pPr>
            <a:lvl8pPr algn="r">
              <a:defRPr sz="1050" b="0">
                <a:solidFill>
                  <a:srgbClr val="0074AF"/>
                </a:solidFill>
              </a:defRPr>
            </a:lvl8pPr>
            <a:lvl9pPr algn="r">
              <a:defRPr sz="1050" b="0">
                <a:solidFill>
                  <a:srgbClr val="0074AF"/>
                </a:solidFill>
              </a:defRPr>
            </a:lvl9pPr>
          </a:lstStyle>
          <a:p>
            <a:pPr algn="r">
              <a:defRPr sz="1050" b="0">
                <a:solidFill>
                  <a:srgbClr val="0074AF"/>
                </a:solidFill>
              </a:defRPr>
            </a:pPr>
            <a:r>
              <a:rPr sz="1050" b="0">
                <a:solidFill>
                  <a:srgbClr val="0074AF"/>
                </a:solidFill>
                <a:latin typeface="Inter"/>
                <a:ea typeface="Inter"/>
                <a:cs typeface="Inter"/>
              </a:rPr>
              <a:t>26</a:t>
            </a:r>
          </a:p>
        </p:txBody>
      </p:sp>
      <p:sp>
        <p:nvSpPr>
          <p:cNvPr id="6" name="16">
            <a:extLst>
              <a:ext uri="{FF2B5EF4-FFF2-40B4-BE49-F238E27FC236}">
                <a16:creationId xmlns:a16="http://schemas.microsoft.com/office/drawing/2014/main" id="{3227C081-88A7-4B81-8D47-38C1BE1C109F}"/>
              </a:ext>
            </a:extLst>
          </p:cNvPr>
          <p:cNvSpPr>
            <a:spLocks noGrp="1"/>
          </p:cNvSpPr>
          <p:nvPr/>
        </p:nvSpPr>
        <p:spPr>
          <a:xfrm>
            <a:off x="638175" y="1981200"/>
            <a:ext cx="3333750" cy="609600"/>
          </a:xfrm>
          <a:prstGeom prst="rect">
            <a:avLst/>
          </a:prstGeom>
          <a:noFill/>
          <a:ln w="0">
            <a:noFill/>
          </a:ln>
        </p:spPr>
        <p:txBody>
          <a:bodyPr lIns="0" tIns="0" rIns="0" bIns="0"/>
          <a:lstStyle>
            <a:defPPr algn="l">
              <a:defRPr sz="3675" b="1">
                <a:solidFill>
                  <a:srgbClr val="244BD6"/>
                </a:solidFill>
              </a:defRPr>
            </a:defPPr>
            <a:lvl1pPr algn="l">
              <a:defRPr sz="3675" b="1">
                <a:solidFill>
                  <a:srgbClr val="244BD6"/>
                </a:solidFill>
              </a:defRPr>
            </a:lvl1pPr>
            <a:lvl2pPr algn="l">
              <a:defRPr sz="3675" b="1">
                <a:solidFill>
                  <a:srgbClr val="244BD6"/>
                </a:solidFill>
              </a:defRPr>
            </a:lvl2pPr>
            <a:lvl3pPr algn="l">
              <a:defRPr sz="3675" b="1">
                <a:solidFill>
                  <a:srgbClr val="244BD6"/>
                </a:solidFill>
              </a:defRPr>
            </a:lvl3pPr>
            <a:lvl4pPr algn="l">
              <a:defRPr sz="3675" b="1">
                <a:solidFill>
                  <a:srgbClr val="244BD6"/>
                </a:solidFill>
              </a:defRPr>
            </a:lvl4pPr>
            <a:lvl5pPr algn="l">
              <a:defRPr sz="3675" b="1">
                <a:solidFill>
                  <a:srgbClr val="244BD6"/>
                </a:solidFill>
              </a:defRPr>
            </a:lvl5pPr>
            <a:lvl6pPr algn="l">
              <a:defRPr sz="3675" b="1">
                <a:solidFill>
                  <a:srgbClr val="244BD6"/>
                </a:solidFill>
              </a:defRPr>
            </a:lvl6pPr>
            <a:lvl7pPr algn="l">
              <a:defRPr sz="3675" b="1">
                <a:solidFill>
                  <a:srgbClr val="244BD6"/>
                </a:solidFill>
              </a:defRPr>
            </a:lvl7pPr>
            <a:lvl8pPr algn="l">
              <a:defRPr sz="3675" b="1">
                <a:solidFill>
                  <a:srgbClr val="244BD6"/>
                </a:solidFill>
              </a:defRPr>
            </a:lvl8pPr>
            <a:lvl9pPr algn="l">
              <a:defRPr sz="3675" b="1">
                <a:solidFill>
                  <a:srgbClr val="244BD6"/>
                </a:solidFill>
              </a:defRPr>
            </a:lvl9pPr>
          </a:lstStyle>
          <a:p>
            <a:pPr algn="l">
              <a:defRPr sz="3675" b="1">
                <a:solidFill>
                  <a:srgbClr val="244BD6"/>
                </a:solidFill>
              </a:defRPr>
            </a:pPr>
            <a:r>
              <a:rPr sz="3675" b="1">
                <a:solidFill>
                  <a:srgbClr val="244BD6"/>
                </a:solidFill>
                <a:latin typeface="Inter"/>
                <a:ea typeface="Inter"/>
                <a:cs typeface="Inter"/>
              </a:rPr>
              <a:t>16</a:t>
            </a:r>
          </a:p>
        </p:txBody>
      </p:sp>
      <p:sp>
        <p:nvSpPr>
          <p:cNvPr id="7" name="Extension tests pass">
            <a:extLst>
              <a:ext uri="{FF2B5EF4-FFF2-40B4-BE49-F238E27FC236}">
                <a16:creationId xmlns:a16="http://schemas.microsoft.com/office/drawing/2014/main" id="{E3ABC845-46CE-4E9B-890F-B06F3065888A}"/>
              </a:ext>
            </a:extLst>
          </p:cNvPr>
          <p:cNvSpPr>
            <a:spLocks noGrp="1"/>
          </p:cNvSpPr>
          <p:nvPr/>
        </p:nvSpPr>
        <p:spPr>
          <a:xfrm>
            <a:off x="638175" y="2667000"/>
            <a:ext cx="3333750" cy="666750"/>
          </a:xfrm>
          <a:prstGeom prst="rect">
            <a:avLst/>
          </a:prstGeom>
          <a:noFill/>
          <a:ln w="0">
            <a:noFill/>
          </a:ln>
        </p:spPr>
        <p:txBody>
          <a:bodyPr lIns="0" tIns="0" rIns="0" bIns="0"/>
          <a:lstStyle>
            <a:defPPr algn="l">
              <a:defRPr sz="1725" b="0">
                <a:solidFill>
                  <a:srgbClr val="102235"/>
                </a:solidFill>
              </a:defRPr>
            </a:defPPr>
            <a:lvl1pPr algn="l">
              <a:defRPr sz="1725" b="0">
                <a:solidFill>
                  <a:srgbClr val="102235"/>
                </a:solidFill>
              </a:defRPr>
            </a:lvl1pPr>
            <a:lvl2pPr algn="l">
              <a:defRPr sz="1725" b="0">
                <a:solidFill>
                  <a:srgbClr val="102235"/>
                </a:solidFill>
              </a:defRPr>
            </a:lvl2pPr>
            <a:lvl3pPr algn="l">
              <a:defRPr sz="1725" b="0">
                <a:solidFill>
                  <a:srgbClr val="102235"/>
                </a:solidFill>
              </a:defRPr>
            </a:lvl3pPr>
            <a:lvl4pPr algn="l">
              <a:defRPr sz="1725" b="0">
                <a:solidFill>
                  <a:srgbClr val="102235"/>
                </a:solidFill>
              </a:defRPr>
            </a:lvl4pPr>
            <a:lvl5pPr algn="l">
              <a:defRPr sz="1725" b="0">
                <a:solidFill>
                  <a:srgbClr val="102235"/>
                </a:solidFill>
              </a:defRPr>
            </a:lvl5pPr>
            <a:lvl6pPr algn="l">
              <a:defRPr sz="1725" b="0">
                <a:solidFill>
                  <a:srgbClr val="102235"/>
                </a:solidFill>
              </a:defRPr>
            </a:lvl6pPr>
            <a:lvl7pPr algn="l">
              <a:defRPr sz="1725" b="0">
                <a:solidFill>
                  <a:srgbClr val="102235"/>
                </a:solidFill>
              </a:defRPr>
            </a:lvl7pPr>
            <a:lvl8pPr algn="l">
              <a:defRPr sz="1725" b="0">
                <a:solidFill>
                  <a:srgbClr val="102235"/>
                </a:solidFill>
              </a:defRPr>
            </a:lvl8pPr>
            <a:lvl9pPr algn="l">
              <a:defRPr sz="1725" b="0">
                <a:solidFill>
                  <a:srgbClr val="102235"/>
                </a:solidFill>
              </a:defRPr>
            </a:lvl9pPr>
          </a:lstStyle>
          <a:p>
            <a:pPr algn="l">
              <a:defRPr sz="1725" b="0">
                <a:solidFill>
                  <a:srgbClr val="102235"/>
                </a:solidFill>
              </a:defRPr>
            </a:pPr>
            <a:r>
              <a:rPr sz="1725" b="0">
                <a:solidFill>
                  <a:srgbClr val="102235"/>
                </a:solidFill>
                <a:latin typeface="Inter"/>
                <a:ea typeface="Inter"/>
                <a:cs typeface="Inter"/>
              </a:rPr>
              <a:t>Extension tests pass</a:t>
            </a:r>
          </a:p>
        </p:txBody>
      </p:sp>
      <p:sp>
        <p:nvSpPr>
          <p:cNvPr id="8" name="26">
            <a:extLst>
              <a:ext uri="{FF2B5EF4-FFF2-40B4-BE49-F238E27FC236}">
                <a16:creationId xmlns:a16="http://schemas.microsoft.com/office/drawing/2014/main" id="{60A8698A-4EEA-4669-B603-6FCB0DD98F55}"/>
              </a:ext>
            </a:extLst>
          </p:cNvPr>
          <p:cNvSpPr>
            <a:spLocks noGrp="1"/>
          </p:cNvSpPr>
          <p:nvPr/>
        </p:nvSpPr>
        <p:spPr>
          <a:xfrm>
            <a:off x="4524375" y="1981200"/>
            <a:ext cx="3333750" cy="609600"/>
          </a:xfrm>
          <a:prstGeom prst="rect">
            <a:avLst/>
          </a:prstGeom>
          <a:noFill/>
          <a:ln w="0">
            <a:noFill/>
          </a:ln>
        </p:spPr>
        <p:txBody>
          <a:bodyPr lIns="0" tIns="0" rIns="0" bIns="0"/>
          <a:lstStyle>
            <a:defPPr algn="l">
              <a:defRPr sz="3675" b="1">
                <a:solidFill>
                  <a:srgbClr val="0074AF"/>
                </a:solidFill>
              </a:defRPr>
            </a:defPPr>
            <a:lvl1pPr algn="l">
              <a:defRPr sz="3675" b="1">
                <a:solidFill>
                  <a:srgbClr val="0074AF"/>
                </a:solidFill>
              </a:defRPr>
            </a:lvl1pPr>
            <a:lvl2pPr algn="l">
              <a:defRPr sz="3675" b="1">
                <a:solidFill>
                  <a:srgbClr val="0074AF"/>
                </a:solidFill>
              </a:defRPr>
            </a:lvl2pPr>
            <a:lvl3pPr algn="l">
              <a:defRPr sz="3675" b="1">
                <a:solidFill>
                  <a:srgbClr val="0074AF"/>
                </a:solidFill>
              </a:defRPr>
            </a:lvl3pPr>
            <a:lvl4pPr algn="l">
              <a:defRPr sz="3675" b="1">
                <a:solidFill>
                  <a:srgbClr val="0074AF"/>
                </a:solidFill>
              </a:defRPr>
            </a:lvl4pPr>
            <a:lvl5pPr algn="l">
              <a:defRPr sz="3675" b="1">
                <a:solidFill>
                  <a:srgbClr val="0074AF"/>
                </a:solidFill>
              </a:defRPr>
            </a:lvl5pPr>
            <a:lvl6pPr algn="l">
              <a:defRPr sz="3675" b="1">
                <a:solidFill>
                  <a:srgbClr val="0074AF"/>
                </a:solidFill>
              </a:defRPr>
            </a:lvl6pPr>
            <a:lvl7pPr algn="l">
              <a:defRPr sz="3675" b="1">
                <a:solidFill>
                  <a:srgbClr val="0074AF"/>
                </a:solidFill>
              </a:defRPr>
            </a:lvl7pPr>
            <a:lvl8pPr algn="l">
              <a:defRPr sz="3675" b="1">
                <a:solidFill>
                  <a:srgbClr val="0074AF"/>
                </a:solidFill>
              </a:defRPr>
            </a:lvl8pPr>
            <a:lvl9pPr algn="l">
              <a:defRPr sz="3675" b="1">
                <a:solidFill>
                  <a:srgbClr val="0074AF"/>
                </a:solidFill>
              </a:defRPr>
            </a:lvl9pPr>
          </a:lstStyle>
          <a:p>
            <a:pPr algn="l">
              <a:defRPr sz="3675" b="1">
                <a:solidFill>
                  <a:srgbClr val="0074AF"/>
                </a:solidFill>
              </a:defRPr>
            </a:pPr>
            <a:r>
              <a:rPr sz="3675" b="1">
                <a:solidFill>
                  <a:srgbClr val="0074AF"/>
                </a:solidFill>
                <a:latin typeface="Inter"/>
                <a:ea typeface="Inter"/>
                <a:cs typeface="Inter"/>
              </a:rPr>
              <a:t>26</a:t>
            </a:r>
          </a:p>
        </p:txBody>
      </p:sp>
      <p:sp>
        <p:nvSpPr>
          <p:cNvPr id="9" name="State probes match untouched group code">
            <a:extLst>
              <a:ext uri="{FF2B5EF4-FFF2-40B4-BE49-F238E27FC236}">
                <a16:creationId xmlns:a16="http://schemas.microsoft.com/office/drawing/2014/main" id="{EBEA1A6A-7A55-4504-B7DA-05F317EBFEB0}"/>
              </a:ext>
            </a:extLst>
          </p:cNvPr>
          <p:cNvSpPr>
            <a:spLocks noGrp="1"/>
          </p:cNvSpPr>
          <p:nvPr/>
        </p:nvSpPr>
        <p:spPr>
          <a:xfrm>
            <a:off x="4524375" y="2667000"/>
            <a:ext cx="3333750" cy="666750"/>
          </a:xfrm>
          <a:prstGeom prst="rect">
            <a:avLst/>
          </a:prstGeom>
          <a:noFill/>
          <a:ln w="0">
            <a:noFill/>
          </a:ln>
        </p:spPr>
        <p:txBody>
          <a:bodyPr lIns="0" tIns="0" rIns="0" bIns="0"/>
          <a:lstStyle>
            <a:defPPr algn="l">
              <a:defRPr sz="1725" b="0">
                <a:solidFill>
                  <a:srgbClr val="102235"/>
                </a:solidFill>
              </a:defRPr>
            </a:defPPr>
            <a:lvl1pPr algn="l">
              <a:defRPr sz="1725" b="0">
                <a:solidFill>
                  <a:srgbClr val="102235"/>
                </a:solidFill>
              </a:defRPr>
            </a:lvl1pPr>
            <a:lvl2pPr algn="l">
              <a:defRPr sz="1725" b="0">
                <a:solidFill>
                  <a:srgbClr val="102235"/>
                </a:solidFill>
              </a:defRPr>
            </a:lvl2pPr>
            <a:lvl3pPr algn="l">
              <a:defRPr sz="1725" b="0">
                <a:solidFill>
                  <a:srgbClr val="102235"/>
                </a:solidFill>
              </a:defRPr>
            </a:lvl3pPr>
            <a:lvl4pPr algn="l">
              <a:defRPr sz="1725" b="0">
                <a:solidFill>
                  <a:srgbClr val="102235"/>
                </a:solidFill>
              </a:defRPr>
            </a:lvl4pPr>
            <a:lvl5pPr algn="l">
              <a:defRPr sz="1725" b="0">
                <a:solidFill>
                  <a:srgbClr val="102235"/>
                </a:solidFill>
              </a:defRPr>
            </a:lvl5pPr>
            <a:lvl6pPr algn="l">
              <a:defRPr sz="1725" b="0">
                <a:solidFill>
                  <a:srgbClr val="102235"/>
                </a:solidFill>
              </a:defRPr>
            </a:lvl6pPr>
            <a:lvl7pPr algn="l">
              <a:defRPr sz="1725" b="0">
                <a:solidFill>
                  <a:srgbClr val="102235"/>
                </a:solidFill>
              </a:defRPr>
            </a:lvl7pPr>
            <a:lvl8pPr algn="l">
              <a:defRPr sz="1725" b="0">
                <a:solidFill>
                  <a:srgbClr val="102235"/>
                </a:solidFill>
              </a:defRPr>
            </a:lvl8pPr>
            <a:lvl9pPr algn="l">
              <a:defRPr sz="1725" b="0">
                <a:solidFill>
                  <a:srgbClr val="102235"/>
                </a:solidFill>
              </a:defRPr>
            </a:lvl9pPr>
          </a:lstStyle>
          <a:p>
            <a:pPr algn="l">
              <a:defRPr sz="1725" b="0">
                <a:solidFill>
                  <a:srgbClr val="102235"/>
                </a:solidFill>
              </a:defRPr>
            </a:pPr>
            <a:r>
              <a:rPr sz="1725" b="0">
                <a:solidFill>
                  <a:srgbClr val="102235"/>
                </a:solidFill>
                <a:latin typeface="Inter"/>
                <a:ea typeface="Inter"/>
                <a:cs typeface="Inter"/>
              </a:rPr>
              <a:t>State probes match untouched group code</a:t>
            </a:r>
          </a:p>
        </p:txBody>
      </p:sp>
      <p:sp>
        <p:nvSpPr>
          <p:cNvPr id="10" name="Exact replay">
            <a:extLst>
              <a:ext uri="{FF2B5EF4-FFF2-40B4-BE49-F238E27FC236}">
                <a16:creationId xmlns:a16="http://schemas.microsoft.com/office/drawing/2014/main" id="{2F402BAD-025F-46F2-BACC-16BCCEC1C99E}"/>
              </a:ext>
            </a:extLst>
          </p:cNvPr>
          <p:cNvSpPr>
            <a:spLocks noGrp="1"/>
          </p:cNvSpPr>
          <p:nvPr/>
        </p:nvSpPr>
        <p:spPr>
          <a:xfrm>
            <a:off x="8410575" y="1981200"/>
            <a:ext cx="3143250" cy="609600"/>
          </a:xfrm>
          <a:prstGeom prst="rect">
            <a:avLst/>
          </a:prstGeom>
          <a:noFill/>
          <a:ln w="0">
            <a:noFill/>
          </a:ln>
        </p:spPr>
        <p:txBody>
          <a:bodyPr lIns="0" tIns="0" rIns="0" bIns="0"/>
          <a:lstStyle>
            <a:defPPr algn="l">
              <a:defRPr sz="3675" b="1">
                <a:solidFill>
                  <a:srgbClr val="2CB6A8"/>
                </a:solidFill>
              </a:defRPr>
            </a:defPPr>
            <a:lvl1pPr algn="l">
              <a:defRPr sz="3675" b="1">
                <a:solidFill>
                  <a:srgbClr val="2CB6A8"/>
                </a:solidFill>
              </a:defRPr>
            </a:lvl1pPr>
            <a:lvl2pPr algn="l">
              <a:defRPr sz="3675" b="1">
                <a:solidFill>
                  <a:srgbClr val="2CB6A8"/>
                </a:solidFill>
              </a:defRPr>
            </a:lvl2pPr>
            <a:lvl3pPr algn="l">
              <a:defRPr sz="3675" b="1">
                <a:solidFill>
                  <a:srgbClr val="2CB6A8"/>
                </a:solidFill>
              </a:defRPr>
            </a:lvl3pPr>
            <a:lvl4pPr algn="l">
              <a:defRPr sz="3675" b="1">
                <a:solidFill>
                  <a:srgbClr val="2CB6A8"/>
                </a:solidFill>
              </a:defRPr>
            </a:lvl4pPr>
            <a:lvl5pPr algn="l">
              <a:defRPr sz="3675" b="1">
                <a:solidFill>
                  <a:srgbClr val="2CB6A8"/>
                </a:solidFill>
              </a:defRPr>
            </a:lvl5pPr>
            <a:lvl6pPr algn="l">
              <a:defRPr sz="3675" b="1">
                <a:solidFill>
                  <a:srgbClr val="2CB6A8"/>
                </a:solidFill>
              </a:defRPr>
            </a:lvl6pPr>
            <a:lvl7pPr algn="l">
              <a:defRPr sz="3675" b="1">
                <a:solidFill>
                  <a:srgbClr val="2CB6A8"/>
                </a:solidFill>
              </a:defRPr>
            </a:lvl7pPr>
            <a:lvl8pPr algn="l">
              <a:defRPr sz="3675" b="1">
                <a:solidFill>
                  <a:srgbClr val="2CB6A8"/>
                </a:solidFill>
              </a:defRPr>
            </a:lvl8pPr>
            <a:lvl9pPr algn="l">
              <a:defRPr sz="3675" b="1">
                <a:solidFill>
                  <a:srgbClr val="2CB6A8"/>
                </a:solidFill>
              </a:defRPr>
            </a:lvl9pPr>
          </a:lstStyle>
          <a:p>
            <a:pPr algn="l">
              <a:defRPr sz="3675" b="1">
                <a:solidFill>
                  <a:srgbClr val="2CB6A8"/>
                </a:solidFill>
              </a:defRPr>
            </a:pPr>
            <a:r>
              <a:rPr sz="3675" b="1">
                <a:solidFill>
                  <a:srgbClr val="2CB6A8"/>
                </a:solidFill>
                <a:latin typeface="Inter"/>
                <a:ea typeface="Inter"/>
                <a:cs typeface="Inter"/>
              </a:rPr>
              <a:t>Exact replay</a:t>
            </a:r>
          </a:p>
        </p:txBody>
      </p:sp>
      <p:sp>
        <p:nvSpPr>
          <p:cNvPr id="11" name="Saved protection maxima agree with fresh exhaustive sea">
            <a:extLst>
              <a:ext uri="{FF2B5EF4-FFF2-40B4-BE49-F238E27FC236}">
                <a16:creationId xmlns:a16="http://schemas.microsoft.com/office/drawing/2014/main" id="{8344360B-860A-4AB1-87E4-98E06370ECC8}"/>
              </a:ext>
            </a:extLst>
          </p:cNvPr>
          <p:cNvSpPr>
            <a:spLocks noGrp="1"/>
          </p:cNvSpPr>
          <p:nvPr/>
        </p:nvSpPr>
        <p:spPr>
          <a:xfrm>
            <a:off x="8410575" y="2667000"/>
            <a:ext cx="3143250" cy="666750"/>
          </a:xfrm>
          <a:prstGeom prst="rect">
            <a:avLst/>
          </a:prstGeom>
          <a:noFill/>
          <a:ln w="0">
            <a:noFill/>
          </a:ln>
        </p:spPr>
        <p:txBody>
          <a:bodyPr lIns="0" tIns="0" rIns="0" bIns="0"/>
          <a:lstStyle>
            <a:defPPr algn="l">
              <a:defRPr sz="1725" b="0">
                <a:solidFill>
                  <a:srgbClr val="102235"/>
                </a:solidFill>
              </a:defRPr>
            </a:defPPr>
            <a:lvl1pPr algn="l">
              <a:defRPr sz="1725" b="0">
                <a:solidFill>
                  <a:srgbClr val="102235"/>
                </a:solidFill>
              </a:defRPr>
            </a:lvl1pPr>
            <a:lvl2pPr algn="l">
              <a:defRPr sz="1725" b="0">
                <a:solidFill>
                  <a:srgbClr val="102235"/>
                </a:solidFill>
              </a:defRPr>
            </a:lvl2pPr>
            <a:lvl3pPr algn="l">
              <a:defRPr sz="1725" b="0">
                <a:solidFill>
                  <a:srgbClr val="102235"/>
                </a:solidFill>
              </a:defRPr>
            </a:lvl3pPr>
            <a:lvl4pPr algn="l">
              <a:defRPr sz="1725" b="0">
                <a:solidFill>
                  <a:srgbClr val="102235"/>
                </a:solidFill>
              </a:defRPr>
            </a:lvl4pPr>
            <a:lvl5pPr algn="l">
              <a:defRPr sz="1725" b="0">
                <a:solidFill>
                  <a:srgbClr val="102235"/>
                </a:solidFill>
              </a:defRPr>
            </a:lvl5pPr>
            <a:lvl6pPr algn="l">
              <a:defRPr sz="1725" b="0">
                <a:solidFill>
                  <a:srgbClr val="102235"/>
                </a:solidFill>
              </a:defRPr>
            </a:lvl6pPr>
            <a:lvl7pPr algn="l">
              <a:defRPr sz="1725" b="0">
                <a:solidFill>
                  <a:srgbClr val="102235"/>
                </a:solidFill>
              </a:defRPr>
            </a:lvl7pPr>
            <a:lvl8pPr algn="l">
              <a:defRPr sz="1725" b="0">
                <a:solidFill>
                  <a:srgbClr val="102235"/>
                </a:solidFill>
              </a:defRPr>
            </a:lvl8pPr>
            <a:lvl9pPr algn="l">
              <a:defRPr sz="1725" b="0">
                <a:solidFill>
                  <a:srgbClr val="102235"/>
                </a:solidFill>
              </a:defRPr>
            </a:lvl9pPr>
          </a:lstStyle>
          <a:p>
            <a:pPr algn="l">
              <a:defRPr sz="1725" b="0">
                <a:solidFill>
                  <a:srgbClr val="102235"/>
                </a:solidFill>
              </a:defRPr>
            </a:pPr>
            <a:r>
              <a:rPr sz="1725" b="0">
                <a:solidFill>
                  <a:srgbClr val="102235"/>
                </a:solidFill>
                <a:latin typeface="Inter"/>
                <a:ea typeface="Inter"/>
                <a:cs typeface="Inter"/>
              </a:rPr>
              <a:t>Saved protection maxima agree with fresh exhaustive searches</a:t>
            </a:r>
          </a:p>
        </p:txBody>
      </p:sp>
      <p:sp>
        <p:nvSpPr>
          <p:cNvPr id="12" name="Rectangle 11">
            <a:extLst>
              <a:ext uri="{FF2B5EF4-FFF2-40B4-BE49-F238E27FC236}">
                <a16:creationId xmlns:a16="http://schemas.microsoft.com/office/drawing/2014/main" id="{F6CCD0F2-950C-4905-9FC1-AE7E0AB91A61}"/>
              </a:ext>
            </a:extLst>
          </p:cNvPr>
          <p:cNvSpPr>
            <a:spLocks noGrp="1"/>
          </p:cNvSpPr>
          <p:nvPr/>
        </p:nvSpPr>
        <p:spPr>
          <a:xfrm>
            <a:off x="619125" y="3990975"/>
            <a:ext cx="10934700" cy="14288"/>
          </a:xfrm>
          <a:prstGeom prst="rect">
            <a:avLst/>
          </a:prstGeom>
          <a:solidFill>
            <a:srgbClr val="FFC000"/>
          </a:solidFill>
          <a:ln w="0">
            <a:noFill/>
          </a:ln>
        </p:spPr>
      </p:sp>
      <p:sp>
        <p:nvSpPr>
          <p:cNvPr id="13" name="Evaluation boundaries">
            <a:extLst>
              <a:ext uri="{FF2B5EF4-FFF2-40B4-BE49-F238E27FC236}">
                <a16:creationId xmlns:a16="http://schemas.microsoft.com/office/drawing/2014/main" id="{AA47974A-795E-46EC-8C20-9608B9B1179C}"/>
              </a:ext>
            </a:extLst>
          </p:cNvPr>
          <p:cNvSpPr>
            <a:spLocks noGrp="1"/>
          </p:cNvSpPr>
          <p:nvPr/>
        </p:nvSpPr>
        <p:spPr>
          <a:xfrm>
            <a:off x="619125" y="4343400"/>
            <a:ext cx="5000625" cy="438150"/>
          </a:xfrm>
          <a:prstGeom prst="rect">
            <a:avLst/>
          </a:prstGeom>
          <a:noFill/>
          <a:ln w="0">
            <a:noFill/>
          </a:ln>
        </p:spPr>
        <p:txBody>
          <a:bodyPr lIns="0" tIns="0" rIns="0" bIns="0"/>
          <a:lstStyle>
            <a:defPPr algn="l">
              <a:defRPr sz="2175" b="1">
                <a:solidFill>
                  <a:srgbClr val="0074AF"/>
                </a:solidFill>
              </a:defRPr>
            </a:defPPr>
            <a:lvl1pPr algn="l">
              <a:defRPr sz="2175" b="1">
                <a:solidFill>
                  <a:srgbClr val="0074AF"/>
                </a:solidFill>
              </a:defRPr>
            </a:lvl1pPr>
            <a:lvl2pPr algn="l">
              <a:defRPr sz="2175" b="1">
                <a:solidFill>
                  <a:srgbClr val="0074AF"/>
                </a:solidFill>
              </a:defRPr>
            </a:lvl2pPr>
            <a:lvl3pPr algn="l">
              <a:defRPr sz="2175" b="1">
                <a:solidFill>
                  <a:srgbClr val="0074AF"/>
                </a:solidFill>
              </a:defRPr>
            </a:lvl3pPr>
            <a:lvl4pPr algn="l">
              <a:defRPr sz="2175" b="1">
                <a:solidFill>
                  <a:srgbClr val="0074AF"/>
                </a:solidFill>
              </a:defRPr>
            </a:lvl4pPr>
            <a:lvl5pPr algn="l">
              <a:defRPr sz="2175" b="1">
                <a:solidFill>
                  <a:srgbClr val="0074AF"/>
                </a:solidFill>
              </a:defRPr>
            </a:lvl5pPr>
            <a:lvl6pPr algn="l">
              <a:defRPr sz="2175" b="1">
                <a:solidFill>
                  <a:srgbClr val="0074AF"/>
                </a:solidFill>
              </a:defRPr>
            </a:lvl6pPr>
            <a:lvl7pPr algn="l">
              <a:defRPr sz="2175" b="1">
                <a:solidFill>
                  <a:srgbClr val="0074AF"/>
                </a:solidFill>
              </a:defRPr>
            </a:lvl7pPr>
            <a:lvl8pPr algn="l">
              <a:defRPr sz="2175" b="1">
                <a:solidFill>
                  <a:srgbClr val="0074AF"/>
                </a:solidFill>
              </a:defRPr>
            </a:lvl8pPr>
            <a:lvl9pPr algn="l">
              <a:defRPr sz="2175" b="1">
                <a:solidFill>
                  <a:srgbClr val="0074AF"/>
                </a:solidFill>
              </a:defRPr>
            </a:lvl9pPr>
          </a:lstStyle>
          <a:p>
            <a:pPr algn="l">
              <a:defRPr sz="2175" b="1">
                <a:solidFill>
                  <a:srgbClr val="0074AF"/>
                </a:solidFill>
              </a:defRPr>
            </a:pPr>
            <a:r>
              <a:rPr sz="2175" b="1">
                <a:solidFill>
                  <a:srgbClr val="0074AF"/>
                </a:solidFill>
                <a:latin typeface="Inter"/>
                <a:ea typeface="Inter"/>
                <a:cs typeface="Inter"/>
              </a:rPr>
              <a:t>Evaluation boundaries</a:t>
            </a:r>
          </a:p>
        </p:txBody>
      </p:sp>
      <p:sp>
        <p:nvSpPr>
          <p:cNvPr id="14" name="Shared attack cohorts support fair comparisons. Small p">
            <a:extLst>
              <a:ext uri="{FF2B5EF4-FFF2-40B4-BE49-F238E27FC236}">
                <a16:creationId xmlns:a16="http://schemas.microsoft.com/office/drawing/2014/main" id="{504F84C9-40D3-4412-8CD9-E26B9D451F69}"/>
              </a:ext>
            </a:extLst>
          </p:cNvPr>
          <p:cNvSpPr>
            <a:spLocks noGrp="1"/>
          </p:cNvSpPr>
          <p:nvPr/>
        </p:nvSpPr>
        <p:spPr>
          <a:xfrm>
            <a:off x="619125" y="4933950"/>
            <a:ext cx="4953000" cy="990600"/>
          </a:xfrm>
          <a:prstGeom prst="rect">
            <a:avLst/>
          </a:prstGeom>
          <a:noFill/>
          <a:ln w="0">
            <a:noFill/>
          </a:ln>
        </p:spPr>
        <p:txBody>
          <a:bodyPr lIns="0" tIns="0" rIns="0" bIns="0"/>
          <a:lstStyle>
            <a:defPPr algn="l">
              <a:defRPr sz="1950" b="0">
                <a:solidFill>
                  <a:srgbClr val="102235"/>
                </a:solidFill>
              </a:defRPr>
            </a:defPPr>
            <a:lvl1pPr algn="l">
              <a:defRPr sz="1950" b="0">
                <a:solidFill>
                  <a:srgbClr val="102235"/>
                </a:solidFill>
              </a:defRPr>
            </a:lvl1pPr>
            <a:lvl2pPr algn="l">
              <a:defRPr sz="1950" b="0">
                <a:solidFill>
                  <a:srgbClr val="102235"/>
                </a:solidFill>
              </a:defRPr>
            </a:lvl2pPr>
            <a:lvl3pPr algn="l">
              <a:defRPr sz="1950" b="0">
                <a:solidFill>
                  <a:srgbClr val="102235"/>
                </a:solidFill>
              </a:defRPr>
            </a:lvl3pPr>
            <a:lvl4pPr algn="l">
              <a:defRPr sz="1950" b="0">
                <a:solidFill>
                  <a:srgbClr val="102235"/>
                </a:solidFill>
              </a:defRPr>
            </a:lvl4pPr>
            <a:lvl5pPr algn="l">
              <a:defRPr sz="1950" b="0">
                <a:solidFill>
                  <a:srgbClr val="102235"/>
                </a:solidFill>
              </a:defRPr>
            </a:lvl5pPr>
            <a:lvl6pPr algn="l">
              <a:defRPr sz="1950" b="0">
                <a:solidFill>
                  <a:srgbClr val="102235"/>
                </a:solidFill>
              </a:defRPr>
            </a:lvl6pPr>
            <a:lvl7pPr algn="l">
              <a:defRPr sz="1950" b="0">
                <a:solidFill>
                  <a:srgbClr val="102235"/>
                </a:solidFill>
              </a:defRPr>
            </a:lvl7pPr>
            <a:lvl8pPr algn="l">
              <a:defRPr sz="1950" b="0">
                <a:solidFill>
                  <a:srgbClr val="102235"/>
                </a:solidFill>
              </a:defRPr>
            </a:lvl8pPr>
            <a:lvl9pPr algn="l">
              <a:defRPr sz="1950" b="0">
                <a:solidFill>
                  <a:srgbClr val="102235"/>
                </a:solidFill>
              </a:defRPr>
            </a:lvl9pPr>
          </a:lstStyle>
          <a:p>
            <a:pPr algn="l">
              <a:defRPr sz="1950" b="0">
                <a:solidFill>
                  <a:srgbClr val="102235"/>
                </a:solidFill>
              </a:defRPr>
            </a:pPr>
            <a:r>
              <a:rPr sz="1950" b="0">
                <a:solidFill>
                  <a:srgbClr val="102235"/>
                </a:solidFill>
                <a:latin typeface="Inter"/>
                <a:ea typeface="Inter"/>
                <a:cs typeface="Inter"/>
              </a:rPr>
              <a:t>Shared attack cohorts support fair comparisons. Small protection cases use exhaustive search.</a:t>
            </a:r>
          </a:p>
        </p:txBody>
      </p:sp>
      <p:sp>
        <p:nvSpPr>
          <p:cNvPr id="15" name="Original benchmark: case 162 at k = 8 is missing after ">
            <a:extLst>
              <a:ext uri="{FF2B5EF4-FFF2-40B4-BE49-F238E27FC236}">
                <a16:creationId xmlns:a16="http://schemas.microsoft.com/office/drawing/2014/main" id="{0EC7772B-3B83-4942-AD2E-93BCBE6EF75C}"/>
              </a:ext>
            </a:extLst>
          </p:cNvPr>
          <p:cNvSpPr>
            <a:spLocks noGrp="1"/>
          </p:cNvSpPr>
          <p:nvPr/>
        </p:nvSpPr>
        <p:spPr>
          <a:xfrm>
            <a:off x="6400800" y="4410075"/>
            <a:ext cx="5095875" cy="981075"/>
          </a:xfrm>
          <a:prstGeom prst="rect">
            <a:avLst/>
          </a:prstGeom>
          <a:noFill/>
          <a:ln w="0">
            <a:noFill/>
          </a:ln>
        </p:spPr>
        <p:txBody>
          <a:bodyPr lIns="0" tIns="0" rIns="0" bIns="0"/>
          <a:lstStyle>
            <a:defPPr algn="l">
              <a:defRPr sz="2025" b="1">
                <a:solidFill>
                  <a:srgbClr val="F28C35"/>
                </a:solidFill>
              </a:defRPr>
            </a:defPPr>
            <a:lvl1pPr algn="l">
              <a:defRPr sz="2025" b="1">
                <a:solidFill>
                  <a:srgbClr val="F28C35"/>
                </a:solidFill>
              </a:defRPr>
            </a:lvl1pPr>
            <a:lvl2pPr algn="l">
              <a:defRPr sz="2025" b="1">
                <a:solidFill>
                  <a:srgbClr val="F28C35"/>
                </a:solidFill>
              </a:defRPr>
            </a:lvl2pPr>
            <a:lvl3pPr algn="l">
              <a:defRPr sz="2025" b="1">
                <a:solidFill>
                  <a:srgbClr val="F28C35"/>
                </a:solidFill>
              </a:defRPr>
            </a:lvl3pPr>
            <a:lvl4pPr algn="l">
              <a:defRPr sz="2025" b="1">
                <a:solidFill>
                  <a:srgbClr val="F28C35"/>
                </a:solidFill>
              </a:defRPr>
            </a:lvl4pPr>
            <a:lvl5pPr algn="l">
              <a:defRPr sz="2025" b="1">
                <a:solidFill>
                  <a:srgbClr val="F28C35"/>
                </a:solidFill>
              </a:defRPr>
            </a:lvl5pPr>
            <a:lvl6pPr algn="l">
              <a:defRPr sz="2025" b="1">
                <a:solidFill>
                  <a:srgbClr val="F28C35"/>
                </a:solidFill>
              </a:defRPr>
            </a:lvl6pPr>
            <a:lvl7pPr algn="l">
              <a:defRPr sz="2025" b="1">
                <a:solidFill>
                  <a:srgbClr val="F28C35"/>
                </a:solidFill>
              </a:defRPr>
            </a:lvl7pPr>
            <a:lvl8pPr algn="l">
              <a:defRPr sz="2025" b="1">
                <a:solidFill>
                  <a:srgbClr val="F28C35"/>
                </a:solidFill>
              </a:defRPr>
            </a:lvl8pPr>
            <a:lvl9pPr algn="l">
              <a:defRPr sz="2025" b="1">
                <a:solidFill>
                  <a:srgbClr val="F28C35"/>
                </a:solidFill>
              </a:defRPr>
            </a:lvl9pPr>
          </a:lstStyle>
          <a:p>
            <a:pPr algn="l">
              <a:defRPr sz="2025" b="1">
                <a:solidFill>
                  <a:srgbClr val="F28C35"/>
                </a:solidFill>
              </a:defRPr>
            </a:pPr>
            <a:r>
              <a:rPr sz="2025" b="1">
                <a:solidFill>
                  <a:srgbClr val="F28C35"/>
                </a:solidFill>
                <a:latin typeface="Inter"/>
                <a:ea typeface="Inter"/>
                <a:cs typeface="Inter"/>
              </a:rPr>
              <a:t>Original benchmark: case 162 at k = 8 is missing after an infeasible response.</a:t>
            </a:r>
          </a:p>
        </p:txBody>
      </p:sp>
      <p:sp>
        <p:nvSpPr>
          <p:cNvPr id="16" name="The full paper benchmark remains incomplete.">
            <a:extLst>
              <a:ext uri="{FF2B5EF4-FFF2-40B4-BE49-F238E27FC236}">
                <a16:creationId xmlns:a16="http://schemas.microsoft.com/office/drawing/2014/main" id="{C2487836-757E-48CD-B254-C4420AE0FD06}"/>
              </a:ext>
            </a:extLst>
          </p:cNvPr>
          <p:cNvSpPr>
            <a:spLocks noGrp="1"/>
          </p:cNvSpPr>
          <p:nvPr/>
        </p:nvSpPr>
        <p:spPr>
          <a:xfrm>
            <a:off x="6400800" y="5514975"/>
            <a:ext cx="5095875" cy="400050"/>
          </a:xfrm>
          <a:prstGeom prst="rect">
            <a:avLst/>
          </a:prstGeom>
          <a:noFill/>
          <a:ln w="0">
            <a:noFill/>
          </a:ln>
        </p:spPr>
        <p:txBody>
          <a:bodyPr lIns="0" tIns="0" rIns="0" bIns="0"/>
          <a:lstStyle>
            <a:defPPr algn="l">
              <a:defRPr sz="1725" b="0">
                <a:solidFill>
                  <a:srgbClr val="607487"/>
                </a:solidFill>
              </a:defRPr>
            </a:defPPr>
            <a:lvl1pPr algn="l">
              <a:defRPr sz="1725" b="0">
                <a:solidFill>
                  <a:srgbClr val="607487"/>
                </a:solidFill>
              </a:defRPr>
            </a:lvl1pPr>
            <a:lvl2pPr algn="l">
              <a:defRPr sz="1725" b="0">
                <a:solidFill>
                  <a:srgbClr val="607487"/>
                </a:solidFill>
              </a:defRPr>
            </a:lvl2pPr>
            <a:lvl3pPr algn="l">
              <a:defRPr sz="1725" b="0">
                <a:solidFill>
                  <a:srgbClr val="607487"/>
                </a:solidFill>
              </a:defRPr>
            </a:lvl3pPr>
            <a:lvl4pPr algn="l">
              <a:defRPr sz="1725" b="0">
                <a:solidFill>
                  <a:srgbClr val="607487"/>
                </a:solidFill>
              </a:defRPr>
            </a:lvl4pPr>
            <a:lvl5pPr algn="l">
              <a:defRPr sz="1725" b="0">
                <a:solidFill>
                  <a:srgbClr val="607487"/>
                </a:solidFill>
              </a:defRPr>
            </a:lvl5pPr>
            <a:lvl6pPr algn="l">
              <a:defRPr sz="1725" b="0">
                <a:solidFill>
                  <a:srgbClr val="607487"/>
                </a:solidFill>
              </a:defRPr>
            </a:lvl6pPr>
            <a:lvl7pPr algn="l">
              <a:defRPr sz="1725" b="0">
                <a:solidFill>
                  <a:srgbClr val="607487"/>
                </a:solidFill>
              </a:defRPr>
            </a:lvl7pPr>
            <a:lvl8pPr algn="l">
              <a:defRPr sz="1725" b="0">
                <a:solidFill>
                  <a:srgbClr val="607487"/>
                </a:solidFill>
              </a:defRPr>
            </a:lvl8pPr>
            <a:lvl9pPr algn="l">
              <a:defRPr sz="1725" b="0">
                <a:solidFill>
                  <a:srgbClr val="607487"/>
                </a:solidFill>
              </a:defRPr>
            </a:lvl9pPr>
          </a:lstStyle>
          <a:p>
            <a:pPr algn="l">
              <a:defRPr sz="1725" b="0">
                <a:solidFill>
                  <a:srgbClr val="607487"/>
                </a:solidFill>
              </a:defRPr>
            </a:pPr>
            <a:r>
              <a:rPr sz="1725" b="0">
                <a:solidFill>
                  <a:srgbClr val="607487"/>
                </a:solidFill>
                <a:latin typeface="Inter"/>
                <a:ea typeface="Inter"/>
                <a:cs typeface="Inter"/>
              </a:rPr>
              <a:t>The full paper benchmark remains incomplete.</a:t>
            </a:r>
          </a:p>
        </p:txBody>
      </p:sp>
      <p:sp>
        <p:nvSpPr>
          <p:cNvPr id="17" name="Numerical checks support these measured studies. They d">
            <a:extLst>
              <a:ext uri="{FF2B5EF4-FFF2-40B4-BE49-F238E27FC236}">
                <a16:creationId xmlns:a16="http://schemas.microsoft.com/office/drawing/2014/main" id="{00EF90FA-A885-4DAF-878C-AC9EE0D15D26}"/>
              </a:ext>
            </a:extLst>
          </p:cNvPr>
          <p:cNvSpPr>
            <a:spLocks noGrp="1"/>
          </p:cNvSpPr>
          <p:nvPr/>
        </p:nvSpPr>
        <p:spPr>
          <a:xfrm>
            <a:off x="590550" y="6134100"/>
            <a:ext cx="10858500" cy="428625"/>
          </a:xfrm>
          <a:prstGeom prst="rect">
            <a:avLst/>
          </a:prstGeom>
          <a:noFill/>
          <a:ln w="0">
            <a:noFill/>
          </a:ln>
        </p:spPr>
        <p:txBody>
          <a:bodyPr lIns="0" tIns="0" rIns="0" bIns="0"/>
          <a:lstStyle>
            <a:defPPr algn="l">
              <a:defRPr sz="1350" b="0">
                <a:solidFill>
                  <a:srgbClr val="607487"/>
                </a:solidFill>
              </a:defRPr>
            </a:defPPr>
            <a:lvl1pPr algn="l">
              <a:defRPr sz="1350" b="0">
                <a:solidFill>
                  <a:srgbClr val="607487"/>
                </a:solidFill>
              </a:defRPr>
            </a:lvl1pPr>
            <a:lvl2pPr algn="l">
              <a:defRPr sz="1350" b="0">
                <a:solidFill>
                  <a:srgbClr val="607487"/>
                </a:solidFill>
              </a:defRPr>
            </a:lvl2pPr>
            <a:lvl3pPr algn="l">
              <a:defRPr sz="1350" b="0">
                <a:solidFill>
                  <a:srgbClr val="607487"/>
                </a:solidFill>
              </a:defRPr>
            </a:lvl3pPr>
            <a:lvl4pPr algn="l">
              <a:defRPr sz="1350" b="0">
                <a:solidFill>
                  <a:srgbClr val="607487"/>
                </a:solidFill>
              </a:defRPr>
            </a:lvl4pPr>
            <a:lvl5pPr algn="l">
              <a:defRPr sz="1350" b="0">
                <a:solidFill>
                  <a:srgbClr val="607487"/>
                </a:solidFill>
              </a:defRPr>
            </a:lvl5pPr>
            <a:lvl6pPr algn="l">
              <a:defRPr sz="1350" b="0">
                <a:solidFill>
                  <a:srgbClr val="607487"/>
                </a:solidFill>
              </a:defRPr>
            </a:lvl6pPr>
            <a:lvl7pPr algn="l">
              <a:defRPr sz="1350" b="0">
                <a:solidFill>
                  <a:srgbClr val="607487"/>
                </a:solidFill>
              </a:defRPr>
            </a:lvl7pPr>
            <a:lvl8pPr algn="l">
              <a:defRPr sz="1350" b="0">
                <a:solidFill>
                  <a:srgbClr val="607487"/>
                </a:solidFill>
              </a:defRPr>
            </a:lvl8pPr>
            <a:lvl9pPr algn="l">
              <a:defRPr sz="1350" b="0">
                <a:solidFill>
                  <a:srgbClr val="607487"/>
                </a:solidFill>
              </a:defRPr>
            </a:lvl9pPr>
          </a:lstStyle>
          <a:p>
            <a:pPr algn="l">
              <a:defRPr sz="1350" b="0">
                <a:solidFill>
                  <a:srgbClr val="607487"/>
                </a:solidFill>
              </a:defRPr>
            </a:pPr>
            <a:r>
              <a:rPr sz="1350" b="0">
                <a:solidFill>
                  <a:srgbClr val="607487"/>
                </a:solidFill>
                <a:latin typeface="Inter"/>
                <a:ea typeface="Inter"/>
                <a:cs typeface="Inter"/>
              </a:rPr>
              <a:t>Numerical checks support these measured studies. They do not remove the search and model limitations.</a:t>
            </a:r>
          </a:p>
        </p:txBody>
      </p:sp>
    </p:spTree>
    <p:extLst>
      <p:ext uri="{BB962C8B-B14F-4D97-AF65-F5344CB8AC3E}">
        <p14:creationId xmlns:p14="http://schemas.microsoft.com/office/powerpoint/2010/main" val="3639389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riginal black template tab">
            <a:extLst>
              <a:ext uri="{FF2B5EF4-FFF2-40B4-BE49-F238E27FC236}">
                <a16:creationId xmlns:a16="http://schemas.microsoft.com/office/drawing/2014/main" id="{A2CF1D40-BA84-4978-8FE1-38BE6E494D7D}"/>
              </a:ext>
            </a:extLst>
          </p:cNvPr>
          <p:cNvSpPr>
            <a:spLocks noGrp="1"/>
          </p:cNvSpPr>
          <p:nvPr/>
        </p:nvSpPr>
        <p:spPr>
          <a:xfrm>
            <a:off x="129521" y="0"/>
            <a:ext cx="2749481" cy="1364786"/>
          </a:xfrm>
          <a:custGeom>
            <a:avLst/>
            <a:gdLst/>
            <a:ahLst/>
            <a:cxnLst/>
            <a:rect l="0" t="0" r="0" b="0"/>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rgbClr val="000000"/>
          </a:solidFill>
          <a:ln w="0">
            <a:noFill/>
          </a:ln>
        </p:spPr>
      </p:sp>
      <p:sp>
        <p:nvSpPr>
          <p:cNvPr id="3" name="CODE">
            <a:extLst>
              <a:ext uri="{FF2B5EF4-FFF2-40B4-BE49-F238E27FC236}">
                <a16:creationId xmlns:a16="http://schemas.microsoft.com/office/drawing/2014/main" id="{7CDA8A82-002B-48BA-B7D7-609B78C0F59E}"/>
              </a:ext>
            </a:extLst>
          </p:cNvPr>
          <p:cNvSpPr>
            <a:spLocks noGrp="1"/>
          </p:cNvSpPr>
          <p:nvPr/>
        </p:nvSpPr>
        <p:spPr>
          <a:xfrm>
            <a:off x="295275" y="409575"/>
            <a:ext cx="2381250" cy="666750"/>
          </a:xfrm>
          <a:prstGeom prst="rect">
            <a:avLst/>
          </a:prstGeom>
          <a:noFill/>
          <a:ln w="0">
            <a:noFill/>
          </a:ln>
        </p:spPr>
        <p:txBody>
          <a:bodyPr lIns="0" tIns="0" rIns="0" bIns="0"/>
          <a:lstStyle>
            <a:defPPr algn="ctr">
              <a:defRPr sz="2250" b="0">
                <a:solidFill>
                  <a:srgbClr val="FFFFFF"/>
                </a:solidFill>
              </a:defRPr>
            </a:defPPr>
            <a:lvl1pPr algn="ctr">
              <a:defRPr sz="2250" b="0">
                <a:solidFill>
                  <a:srgbClr val="FFFFFF"/>
                </a:solidFill>
              </a:defRPr>
            </a:lvl1pPr>
            <a:lvl2pPr algn="ctr">
              <a:defRPr sz="2250" b="0">
                <a:solidFill>
                  <a:srgbClr val="FFFFFF"/>
                </a:solidFill>
              </a:defRPr>
            </a:lvl2pPr>
            <a:lvl3pPr algn="ctr">
              <a:defRPr sz="2250" b="0">
                <a:solidFill>
                  <a:srgbClr val="FFFFFF"/>
                </a:solidFill>
              </a:defRPr>
            </a:lvl3pPr>
            <a:lvl4pPr algn="ctr">
              <a:defRPr sz="2250" b="0">
                <a:solidFill>
                  <a:srgbClr val="FFFFFF"/>
                </a:solidFill>
              </a:defRPr>
            </a:lvl4pPr>
            <a:lvl5pPr algn="ctr">
              <a:defRPr sz="2250" b="0">
                <a:solidFill>
                  <a:srgbClr val="FFFFFF"/>
                </a:solidFill>
              </a:defRPr>
            </a:lvl5pPr>
            <a:lvl6pPr algn="ctr">
              <a:defRPr sz="2250" b="0">
                <a:solidFill>
                  <a:srgbClr val="FFFFFF"/>
                </a:solidFill>
              </a:defRPr>
            </a:lvl6pPr>
            <a:lvl7pPr algn="ctr">
              <a:defRPr sz="2250" b="0">
                <a:solidFill>
                  <a:srgbClr val="FFFFFF"/>
                </a:solidFill>
              </a:defRPr>
            </a:lvl7pPr>
            <a:lvl8pPr algn="ctr">
              <a:defRPr sz="2250" b="0">
                <a:solidFill>
                  <a:srgbClr val="FFFFFF"/>
                </a:solidFill>
              </a:defRPr>
            </a:lvl8pPr>
            <a:lvl9pPr algn="ctr">
              <a:defRPr sz="2250" b="0">
                <a:solidFill>
                  <a:srgbClr val="FFFFFF"/>
                </a:solidFill>
              </a:defRPr>
            </a:lvl9pPr>
          </a:lstStyle>
          <a:p>
            <a:pPr algn="ctr">
              <a:defRPr sz="2250" b="0">
                <a:solidFill>
                  <a:srgbClr val="FFFFFF"/>
                </a:solidFill>
              </a:defRPr>
            </a:pPr>
            <a:r>
              <a:rPr sz="2250" b="0">
                <a:solidFill>
                  <a:srgbClr val="FFFFFF"/>
                </a:solidFill>
                <a:latin typeface="Inter"/>
                <a:ea typeface="Inter"/>
                <a:cs typeface="Inter"/>
              </a:rPr>
              <a:t>CODE</a:t>
            </a:r>
          </a:p>
        </p:txBody>
      </p:sp>
      <p:sp>
        <p:nvSpPr>
          <p:cNvPr id="4" name="Where the extensions are implemented">
            <a:extLst>
              <a:ext uri="{FF2B5EF4-FFF2-40B4-BE49-F238E27FC236}">
                <a16:creationId xmlns:a16="http://schemas.microsoft.com/office/drawing/2014/main" id="{3D0EF914-F2DF-4124-8450-7892DA9728F2}"/>
              </a:ext>
            </a:extLst>
          </p:cNvPr>
          <p:cNvSpPr>
            <a:spLocks noGrp="1"/>
          </p:cNvSpPr>
          <p:nvPr/>
        </p:nvSpPr>
        <p:spPr>
          <a:xfrm>
            <a:off x="3057525" y="381000"/>
            <a:ext cx="8572500" cy="1000125"/>
          </a:xfrm>
          <a:prstGeom prst="rect">
            <a:avLst/>
          </a:prstGeom>
          <a:noFill/>
          <a:ln w="0">
            <a:noFill/>
          </a:ln>
        </p:spPr>
        <p:txBody>
          <a:bodyPr lIns="0" tIns="0" rIns="0" bIns="0"/>
          <a:lstStyle>
            <a:defPPr algn="l">
              <a:defRPr sz="2700" b="1">
                <a:solidFill>
                  <a:srgbClr val="102235"/>
                </a:solidFill>
              </a:defRPr>
            </a:defPPr>
            <a:lvl1pPr algn="l">
              <a:defRPr sz="2700" b="1">
                <a:solidFill>
                  <a:srgbClr val="102235"/>
                </a:solidFill>
              </a:defRPr>
            </a:lvl1pPr>
            <a:lvl2pPr algn="l">
              <a:defRPr sz="2700" b="1">
                <a:solidFill>
                  <a:srgbClr val="102235"/>
                </a:solidFill>
              </a:defRPr>
            </a:lvl2pPr>
            <a:lvl3pPr algn="l">
              <a:defRPr sz="2700" b="1">
                <a:solidFill>
                  <a:srgbClr val="102235"/>
                </a:solidFill>
              </a:defRPr>
            </a:lvl3pPr>
            <a:lvl4pPr algn="l">
              <a:defRPr sz="2700" b="1">
                <a:solidFill>
                  <a:srgbClr val="102235"/>
                </a:solidFill>
              </a:defRPr>
            </a:lvl4pPr>
            <a:lvl5pPr algn="l">
              <a:defRPr sz="2700" b="1">
                <a:solidFill>
                  <a:srgbClr val="102235"/>
                </a:solidFill>
              </a:defRPr>
            </a:lvl5pPr>
            <a:lvl6pPr algn="l">
              <a:defRPr sz="2700" b="1">
                <a:solidFill>
                  <a:srgbClr val="102235"/>
                </a:solidFill>
              </a:defRPr>
            </a:lvl6pPr>
            <a:lvl7pPr algn="l">
              <a:defRPr sz="2700" b="1">
                <a:solidFill>
                  <a:srgbClr val="102235"/>
                </a:solidFill>
              </a:defRPr>
            </a:lvl7pPr>
            <a:lvl8pPr algn="l">
              <a:defRPr sz="2700" b="1">
                <a:solidFill>
                  <a:srgbClr val="102235"/>
                </a:solidFill>
              </a:defRPr>
            </a:lvl8pPr>
            <a:lvl9pPr algn="l">
              <a:defRPr sz="2700" b="1">
                <a:solidFill>
                  <a:srgbClr val="102235"/>
                </a:solidFill>
              </a:defRPr>
            </a:lvl9pPr>
          </a:lstStyle>
          <a:p>
            <a:pPr algn="l">
              <a:defRPr sz="2700" b="1">
                <a:solidFill>
                  <a:srgbClr val="102235"/>
                </a:solidFill>
              </a:defRPr>
            </a:pPr>
            <a:r>
              <a:rPr>
                <a:latin typeface="Inter Display"/>
                <a:ea typeface="Inter Display"/>
                <a:cs typeface="Inter Display"/>
              </a:rPr>
              <a:t>Where the extensions are implemented</a:t>
            </a:r>
          </a:p>
        </p:txBody>
      </p:sp>
      <p:sp>
        <p:nvSpPr>
          <p:cNvPr id="5" name="27">
            <a:extLst>
              <a:ext uri="{FF2B5EF4-FFF2-40B4-BE49-F238E27FC236}">
                <a16:creationId xmlns:a16="http://schemas.microsoft.com/office/drawing/2014/main" id="{8EB694DA-39FD-42D5-A506-D2C3C68A2B6F}"/>
              </a:ext>
            </a:extLst>
          </p:cNvPr>
          <p:cNvSpPr>
            <a:spLocks noGrp="1"/>
          </p:cNvSpPr>
          <p:nvPr/>
        </p:nvSpPr>
        <p:spPr>
          <a:xfrm>
            <a:off x="11477625" y="6486525"/>
            <a:ext cx="361950" cy="209550"/>
          </a:xfrm>
          <a:prstGeom prst="rect">
            <a:avLst/>
          </a:prstGeom>
          <a:noFill/>
          <a:ln w="0">
            <a:noFill/>
          </a:ln>
        </p:spPr>
        <p:txBody>
          <a:bodyPr lIns="0" tIns="0" rIns="0" bIns="0"/>
          <a:lstStyle>
            <a:defPPr algn="r">
              <a:defRPr sz="1050" b="0">
                <a:solidFill>
                  <a:srgbClr val="0074AF"/>
                </a:solidFill>
              </a:defRPr>
            </a:defPPr>
            <a:lvl1pPr algn="r">
              <a:defRPr sz="1050" b="0">
                <a:solidFill>
                  <a:srgbClr val="0074AF"/>
                </a:solidFill>
              </a:defRPr>
            </a:lvl1pPr>
            <a:lvl2pPr algn="r">
              <a:defRPr sz="1050" b="0">
                <a:solidFill>
                  <a:srgbClr val="0074AF"/>
                </a:solidFill>
              </a:defRPr>
            </a:lvl2pPr>
            <a:lvl3pPr algn="r">
              <a:defRPr sz="1050" b="0">
                <a:solidFill>
                  <a:srgbClr val="0074AF"/>
                </a:solidFill>
              </a:defRPr>
            </a:lvl3pPr>
            <a:lvl4pPr algn="r">
              <a:defRPr sz="1050" b="0">
                <a:solidFill>
                  <a:srgbClr val="0074AF"/>
                </a:solidFill>
              </a:defRPr>
            </a:lvl4pPr>
            <a:lvl5pPr algn="r">
              <a:defRPr sz="1050" b="0">
                <a:solidFill>
                  <a:srgbClr val="0074AF"/>
                </a:solidFill>
              </a:defRPr>
            </a:lvl5pPr>
            <a:lvl6pPr algn="r">
              <a:defRPr sz="1050" b="0">
                <a:solidFill>
                  <a:srgbClr val="0074AF"/>
                </a:solidFill>
              </a:defRPr>
            </a:lvl6pPr>
            <a:lvl7pPr algn="r">
              <a:defRPr sz="1050" b="0">
                <a:solidFill>
                  <a:srgbClr val="0074AF"/>
                </a:solidFill>
              </a:defRPr>
            </a:lvl7pPr>
            <a:lvl8pPr algn="r">
              <a:defRPr sz="1050" b="0">
                <a:solidFill>
                  <a:srgbClr val="0074AF"/>
                </a:solidFill>
              </a:defRPr>
            </a:lvl8pPr>
            <a:lvl9pPr algn="r">
              <a:defRPr sz="1050" b="0">
                <a:solidFill>
                  <a:srgbClr val="0074AF"/>
                </a:solidFill>
              </a:defRPr>
            </a:lvl9pPr>
          </a:lstStyle>
          <a:p>
            <a:pPr algn="r">
              <a:defRPr sz="1050" b="0">
                <a:solidFill>
                  <a:srgbClr val="0074AF"/>
                </a:solidFill>
              </a:defRPr>
            </a:pPr>
            <a:r>
              <a:rPr sz="1050" b="0">
                <a:solidFill>
                  <a:srgbClr val="0074AF"/>
                </a:solidFill>
                <a:latin typeface="Inter"/>
                <a:ea typeface="Inter"/>
                <a:cs typeface="Inter"/>
              </a:rPr>
              <a:t>27</a:t>
            </a:r>
          </a:p>
        </p:txBody>
      </p:sp>
      <p:sp>
        <p:nvSpPr>
          <p:cNvPr id="6" name="grid_model.py">
            <a:extLst>
              <a:ext uri="{FF2B5EF4-FFF2-40B4-BE49-F238E27FC236}">
                <a16:creationId xmlns:a16="http://schemas.microsoft.com/office/drawing/2014/main" id="{3CB14969-73FB-4DAE-916E-F1545A31828F}"/>
              </a:ext>
            </a:extLst>
          </p:cNvPr>
          <p:cNvSpPr>
            <a:spLocks noGrp="1"/>
          </p:cNvSpPr>
          <p:nvPr/>
        </p:nvSpPr>
        <p:spPr>
          <a:xfrm>
            <a:off x="619125" y="1724025"/>
            <a:ext cx="4429125" cy="381000"/>
          </a:xfrm>
          <a:prstGeom prst="rect">
            <a:avLst/>
          </a:prstGeom>
          <a:noFill/>
          <a:ln w="0">
            <a:noFill/>
          </a:ln>
        </p:spPr>
        <p:txBody>
          <a:bodyPr lIns="0" tIns="0" rIns="0" bIns="0"/>
          <a:lstStyle>
            <a:defPPr algn="l">
              <a:defRPr sz="2025" b="1">
                <a:solidFill>
                  <a:srgbClr val="0074AF"/>
                </a:solidFill>
              </a:defRPr>
            </a:defPPr>
            <a:lvl1pPr algn="l">
              <a:defRPr sz="2025" b="1">
                <a:solidFill>
                  <a:srgbClr val="0074AF"/>
                </a:solidFill>
              </a:defRPr>
            </a:lvl1pPr>
            <a:lvl2pPr algn="l">
              <a:defRPr sz="2025" b="1">
                <a:solidFill>
                  <a:srgbClr val="0074AF"/>
                </a:solidFill>
              </a:defRPr>
            </a:lvl2pPr>
            <a:lvl3pPr algn="l">
              <a:defRPr sz="2025" b="1">
                <a:solidFill>
                  <a:srgbClr val="0074AF"/>
                </a:solidFill>
              </a:defRPr>
            </a:lvl3pPr>
            <a:lvl4pPr algn="l">
              <a:defRPr sz="2025" b="1">
                <a:solidFill>
                  <a:srgbClr val="0074AF"/>
                </a:solidFill>
              </a:defRPr>
            </a:lvl4pPr>
            <a:lvl5pPr algn="l">
              <a:defRPr sz="2025" b="1">
                <a:solidFill>
                  <a:srgbClr val="0074AF"/>
                </a:solidFill>
              </a:defRPr>
            </a:lvl5pPr>
            <a:lvl6pPr algn="l">
              <a:defRPr sz="2025" b="1">
                <a:solidFill>
                  <a:srgbClr val="0074AF"/>
                </a:solidFill>
              </a:defRPr>
            </a:lvl6pPr>
            <a:lvl7pPr algn="l">
              <a:defRPr sz="2025" b="1">
                <a:solidFill>
                  <a:srgbClr val="0074AF"/>
                </a:solidFill>
              </a:defRPr>
            </a:lvl7pPr>
            <a:lvl8pPr algn="l">
              <a:defRPr sz="2025" b="1">
                <a:solidFill>
                  <a:srgbClr val="0074AF"/>
                </a:solidFill>
              </a:defRPr>
            </a:lvl8pPr>
            <a:lvl9pPr algn="l">
              <a:defRPr sz="2025" b="1">
                <a:solidFill>
                  <a:srgbClr val="0074AF"/>
                </a:solidFill>
              </a:defRPr>
            </a:lvl9pPr>
          </a:lstStyle>
          <a:p>
            <a:pPr algn="l">
              <a:defRPr sz="2025" b="1">
                <a:solidFill>
                  <a:srgbClr val="0074AF"/>
                </a:solidFill>
              </a:defRPr>
            </a:pPr>
            <a:r>
              <a:rPr sz="2025" b="1">
                <a:solidFill>
                  <a:srgbClr val="0074AF"/>
                </a:solidFill>
                <a:latin typeface="Inter"/>
                <a:ea typeface="Inter"/>
                <a:cs typeface="Inter"/>
              </a:rPr>
              <a:t>grid_model.py</a:t>
            </a:r>
          </a:p>
        </p:txBody>
      </p:sp>
      <p:sp>
        <p:nvSpPr>
          <p:cNvPr id="7" name="Physical response, optional service weights and critica">
            <a:extLst>
              <a:ext uri="{FF2B5EF4-FFF2-40B4-BE49-F238E27FC236}">
                <a16:creationId xmlns:a16="http://schemas.microsoft.com/office/drawing/2014/main" id="{B4873F58-8698-4E3C-BF43-9788F1B72BF9}"/>
              </a:ext>
            </a:extLst>
          </p:cNvPr>
          <p:cNvSpPr>
            <a:spLocks noGrp="1"/>
          </p:cNvSpPr>
          <p:nvPr/>
        </p:nvSpPr>
        <p:spPr>
          <a:xfrm>
            <a:off x="619125" y="2143125"/>
            <a:ext cx="4667250" cy="552450"/>
          </a:xfrm>
          <a:prstGeom prst="rect">
            <a:avLst/>
          </a:prstGeom>
          <a:noFill/>
          <a:ln w="0">
            <a:noFill/>
          </a:ln>
        </p:spPr>
        <p:txBody>
          <a:bodyPr lIns="0" tIns="0" rIns="0" bIns="0"/>
          <a:lstStyle>
            <a:defPPr algn="l">
              <a:defRPr sz="1725" b="0">
                <a:solidFill>
                  <a:srgbClr val="607487"/>
                </a:solidFill>
              </a:defRPr>
            </a:defPPr>
            <a:lvl1pPr algn="l">
              <a:defRPr sz="1725" b="0">
                <a:solidFill>
                  <a:srgbClr val="607487"/>
                </a:solidFill>
              </a:defRPr>
            </a:lvl1pPr>
            <a:lvl2pPr algn="l">
              <a:defRPr sz="1725" b="0">
                <a:solidFill>
                  <a:srgbClr val="607487"/>
                </a:solidFill>
              </a:defRPr>
            </a:lvl2pPr>
            <a:lvl3pPr algn="l">
              <a:defRPr sz="1725" b="0">
                <a:solidFill>
                  <a:srgbClr val="607487"/>
                </a:solidFill>
              </a:defRPr>
            </a:lvl3pPr>
            <a:lvl4pPr algn="l">
              <a:defRPr sz="1725" b="0">
                <a:solidFill>
                  <a:srgbClr val="607487"/>
                </a:solidFill>
              </a:defRPr>
            </a:lvl4pPr>
            <a:lvl5pPr algn="l">
              <a:defRPr sz="1725" b="0">
                <a:solidFill>
                  <a:srgbClr val="607487"/>
                </a:solidFill>
              </a:defRPr>
            </a:lvl5pPr>
            <a:lvl6pPr algn="l">
              <a:defRPr sz="1725" b="0">
                <a:solidFill>
                  <a:srgbClr val="607487"/>
                </a:solidFill>
              </a:defRPr>
            </a:lvl6pPr>
            <a:lvl7pPr algn="l">
              <a:defRPr sz="1725" b="0">
                <a:solidFill>
                  <a:srgbClr val="607487"/>
                </a:solidFill>
              </a:defRPr>
            </a:lvl7pPr>
            <a:lvl8pPr algn="l">
              <a:defRPr sz="1725" b="0">
                <a:solidFill>
                  <a:srgbClr val="607487"/>
                </a:solidFill>
              </a:defRPr>
            </a:lvl8pPr>
            <a:lvl9pPr algn="l">
              <a:defRPr sz="1725" b="0">
                <a:solidFill>
                  <a:srgbClr val="607487"/>
                </a:solidFill>
              </a:defRPr>
            </a:lvl9pPr>
          </a:lstStyle>
          <a:p>
            <a:pPr algn="l">
              <a:defRPr sz="1725" b="0">
                <a:solidFill>
                  <a:srgbClr val="607487"/>
                </a:solidFill>
              </a:defRPr>
            </a:pPr>
            <a:r>
              <a:rPr sz="1725" b="0">
                <a:solidFill>
                  <a:srgbClr val="607487"/>
                </a:solidFill>
                <a:latin typeface="Inter"/>
                <a:ea typeface="Inter"/>
                <a:cs typeface="Inter"/>
              </a:rPr>
              <a:t>Physical response, optional service weights and critical-first floors</a:t>
            </a:r>
          </a:p>
        </p:txBody>
      </p:sp>
      <p:sp>
        <p:nvSpPr>
          <p:cNvPr id="8" name="extensions.py">
            <a:extLst>
              <a:ext uri="{FF2B5EF4-FFF2-40B4-BE49-F238E27FC236}">
                <a16:creationId xmlns:a16="http://schemas.microsoft.com/office/drawing/2014/main" id="{5271E73B-3C68-4D1E-ABB9-832489C21F85}"/>
              </a:ext>
            </a:extLst>
          </p:cNvPr>
          <p:cNvSpPr>
            <a:spLocks noGrp="1"/>
          </p:cNvSpPr>
          <p:nvPr/>
        </p:nvSpPr>
        <p:spPr>
          <a:xfrm>
            <a:off x="619125" y="2752725"/>
            <a:ext cx="4429125" cy="381000"/>
          </a:xfrm>
          <a:prstGeom prst="rect">
            <a:avLst/>
          </a:prstGeom>
          <a:noFill/>
          <a:ln w="0">
            <a:noFill/>
          </a:ln>
        </p:spPr>
        <p:txBody>
          <a:bodyPr lIns="0" tIns="0" rIns="0" bIns="0"/>
          <a:lstStyle>
            <a:defPPr algn="l">
              <a:defRPr sz="2025" b="1">
                <a:solidFill>
                  <a:srgbClr val="0074AF"/>
                </a:solidFill>
              </a:defRPr>
            </a:defPPr>
            <a:lvl1pPr algn="l">
              <a:defRPr sz="2025" b="1">
                <a:solidFill>
                  <a:srgbClr val="0074AF"/>
                </a:solidFill>
              </a:defRPr>
            </a:lvl1pPr>
            <a:lvl2pPr algn="l">
              <a:defRPr sz="2025" b="1">
                <a:solidFill>
                  <a:srgbClr val="0074AF"/>
                </a:solidFill>
              </a:defRPr>
            </a:lvl2pPr>
            <a:lvl3pPr algn="l">
              <a:defRPr sz="2025" b="1">
                <a:solidFill>
                  <a:srgbClr val="0074AF"/>
                </a:solidFill>
              </a:defRPr>
            </a:lvl3pPr>
            <a:lvl4pPr algn="l">
              <a:defRPr sz="2025" b="1">
                <a:solidFill>
                  <a:srgbClr val="0074AF"/>
                </a:solidFill>
              </a:defRPr>
            </a:lvl4pPr>
            <a:lvl5pPr algn="l">
              <a:defRPr sz="2025" b="1">
                <a:solidFill>
                  <a:srgbClr val="0074AF"/>
                </a:solidFill>
              </a:defRPr>
            </a:lvl5pPr>
            <a:lvl6pPr algn="l">
              <a:defRPr sz="2025" b="1">
                <a:solidFill>
                  <a:srgbClr val="0074AF"/>
                </a:solidFill>
              </a:defRPr>
            </a:lvl6pPr>
            <a:lvl7pPr algn="l">
              <a:defRPr sz="2025" b="1">
                <a:solidFill>
                  <a:srgbClr val="0074AF"/>
                </a:solidFill>
              </a:defRPr>
            </a:lvl7pPr>
            <a:lvl8pPr algn="l">
              <a:defRPr sz="2025" b="1">
                <a:solidFill>
                  <a:srgbClr val="0074AF"/>
                </a:solidFill>
              </a:defRPr>
            </a:lvl8pPr>
            <a:lvl9pPr algn="l">
              <a:defRPr sz="2025" b="1">
                <a:solidFill>
                  <a:srgbClr val="0074AF"/>
                </a:solidFill>
              </a:defRPr>
            </a:lvl9pPr>
          </a:lstStyle>
          <a:p>
            <a:pPr algn="l">
              <a:defRPr sz="2025" b="1">
                <a:solidFill>
                  <a:srgbClr val="0074AF"/>
                </a:solidFill>
              </a:defRPr>
            </a:pPr>
            <a:r>
              <a:rPr sz="2025" b="1">
                <a:solidFill>
                  <a:srgbClr val="0074AF"/>
                </a:solidFill>
                <a:latin typeface="Inter"/>
                <a:ea typeface="Inter"/>
                <a:cs typeface="Inter"/>
              </a:rPr>
              <a:t>extensions.py</a:t>
            </a:r>
          </a:p>
        </p:txBody>
      </p:sp>
      <p:sp>
        <p:nvSpPr>
          <p:cNvPr id="9" name="Attack tables, protection selection and timed traces">
            <a:extLst>
              <a:ext uri="{FF2B5EF4-FFF2-40B4-BE49-F238E27FC236}">
                <a16:creationId xmlns:a16="http://schemas.microsoft.com/office/drawing/2014/main" id="{E59FCDAB-EE9F-436E-8F57-AC8A653C007D}"/>
              </a:ext>
            </a:extLst>
          </p:cNvPr>
          <p:cNvSpPr>
            <a:spLocks noGrp="1"/>
          </p:cNvSpPr>
          <p:nvPr/>
        </p:nvSpPr>
        <p:spPr>
          <a:xfrm>
            <a:off x="619125" y="3171825"/>
            <a:ext cx="4667250" cy="552450"/>
          </a:xfrm>
          <a:prstGeom prst="rect">
            <a:avLst/>
          </a:prstGeom>
          <a:noFill/>
          <a:ln w="0">
            <a:noFill/>
          </a:ln>
        </p:spPr>
        <p:txBody>
          <a:bodyPr lIns="0" tIns="0" rIns="0" bIns="0"/>
          <a:lstStyle>
            <a:defPPr algn="l">
              <a:defRPr sz="1725" b="0">
                <a:solidFill>
                  <a:srgbClr val="607487"/>
                </a:solidFill>
              </a:defRPr>
            </a:defPPr>
            <a:lvl1pPr algn="l">
              <a:defRPr sz="1725" b="0">
                <a:solidFill>
                  <a:srgbClr val="607487"/>
                </a:solidFill>
              </a:defRPr>
            </a:lvl1pPr>
            <a:lvl2pPr algn="l">
              <a:defRPr sz="1725" b="0">
                <a:solidFill>
                  <a:srgbClr val="607487"/>
                </a:solidFill>
              </a:defRPr>
            </a:lvl2pPr>
            <a:lvl3pPr algn="l">
              <a:defRPr sz="1725" b="0">
                <a:solidFill>
                  <a:srgbClr val="607487"/>
                </a:solidFill>
              </a:defRPr>
            </a:lvl3pPr>
            <a:lvl4pPr algn="l">
              <a:defRPr sz="1725" b="0">
                <a:solidFill>
                  <a:srgbClr val="607487"/>
                </a:solidFill>
              </a:defRPr>
            </a:lvl4pPr>
            <a:lvl5pPr algn="l">
              <a:defRPr sz="1725" b="0">
                <a:solidFill>
                  <a:srgbClr val="607487"/>
                </a:solidFill>
              </a:defRPr>
            </a:lvl5pPr>
            <a:lvl6pPr algn="l">
              <a:defRPr sz="1725" b="0">
                <a:solidFill>
                  <a:srgbClr val="607487"/>
                </a:solidFill>
              </a:defRPr>
            </a:lvl6pPr>
            <a:lvl7pPr algn="l">
              <a:defRPr sz="1725" b="0">
                <a:solidFill>
                  <a:srgbClr val="607487"/>
                </a:solidFill>
              </a:defRPr>
            </a:lvl7pPr>
            <a:lvl8pPr algn="l">
              <a:defRPr sz="1725" b="0">
                <a:solidFill>
                  <a:srgbClr val="607487"/>
                </a:solidFill>
              </a:defRPr>
            </a:lvl8pPr>
            <a:lvl9pPr algn="l">
              <a:defRPr sz="1725" b="0">
                <a:solidFill>
                  <a:srgbClr val="607487"/>
                </a:solidFill>
              </a:defRPr>
            </a:lvl9pPr>
          </a:lstStyle>
          <a:p>
            <a:pPr algn="l">
              <a:defRPr sz="1725" b="0">
                <a:solidFill>
                  <a:srgbClr val="607487"/>
                </a:solidFill>
              </a:defRPr>
            </a:pPr>
            <a:r>
              <a:rPr sz="1725" b="0">
                <a:solidFill>
                  <a:srgbClr val="607487"/>
                </a:solidFill>
                <a:latin typeface="Inter"/>
                <a:ea typeface="Inter"/>
                <a:cs typeface="Inter"/>
              </a:rPr>
              <a:t>Attack tables, protection selection and timed traces</a:t>
            </a:r>
          </a:p>
        </p:txBody>
      </p:sp>
      <p:sp>
        <p:nvSpPr>
          <p:cNvPr id="10" name="run_extensions.py">
            <a:extLst>
              <a:ext uri="{FF2B5EF4-FFF2-40B4-BE49-F238E27FC236}">
                <a16:creationId xmlns:a16="http://schemas.microsoft.com/office/drawing/2014/main" id="{8CD21090-1699-4C0A-8792-409B29E5D214}"/>
              </a:ext>
            </a:extLst>
          </p:cNvPr>
          <p:cNvSpPr>
            <a:spLocks noGrp="1"/>
          </p:cNvSpPr>
          <p:nvPr/>
        </p:nvSpPr>
        <p:spPr>
          <a:xfrm>
            <a:off x="619125" y="3781425"/>
            <a:ext cx="4429125" cy="381000"/>
          </a:xfrm>
          <a:prstGeom prst="rect">
            <a:avLst/>
          </a:prstGeom>
          <a:noFill/>
          <a:ln w="0">
            <a:noFill/>
          </a:ln>
        </p:spPr>
        <p:txBody>
          <a:bodyPr lIns="0" tIns="0" rIns="0" bIns="0"/>
          <a:lstStyle>
            <a:defPPr algn="l">
              <a:defRPr sz="2025" b="1">
                <a:solidFill>
                  <a:srgbClr val="0074AF"/>
                </a:solidFill>
              </a:defRPr>
            </a:defPPr>
            <a:lvl1pPr algn="l">
              <a:defRPr sz="2025" b="1">
                <a:solidFill>
                  <a:srgbClr val="0074AF"/>
                </a:solidFill>
              </a:defRPr>
            </a:lvl1pPr>
            <a:lvl2pPr algn="l">
              <a:defRPr sz="2025" b="1">
                <a:solidFill>
                  <a:srgbClr val="0074AF"/>
                </a:solidFill>
              </a:defRPr>
            </a:lvl2pPr>
            <a:lvl3pPr algn="l">
              <a:defRPr sz="2025" b="1">
                <a:solidFill>
                  <a:srgbClr val="0074AF"/>
                </a:solidFill>
              </a:defRPr>
            </a:lvl3pPr>
            <a:lvl4pPr algn="l">
              <a:defRPr sz="2025" b="1">
                <a:solidFill>
                  <a:srgbClr val="0074AF"/>
                </a:solidFill>
              </a:defRPr>
            </a:lvl4pPr>
            <a:lvl5pPr algn="l">
              <a:defRPr sz="2025" b="1">
                <a:solidFill>
                  <a:srgbClr val="0074AF"/>
                </a:solidFill>
              </a:defRPr>
            </a:lvl5pPr>
            <a:lvl6pPr algn="l">
              <a:defRPr sz="2025" b="1">
                <a:solidFill>
                  <a:srgbClr val="0074AF"/>
                </a:solidFill>
              </a:defRPr>
            </a:lvl6pPr>
            <a:lvl7pPr algn="l">
              <a:defRPr sz="2025" b="1">
                <a:solidFill>
                  <a:srgbClr val="0074AF"/>
                </a:solidFill>
              </a:defRPr>
            </a:lvl7pPr>
            <a:lvl8pPr algn="l">
              <a:defRPr sz="2025" b="1">
                <a:solidFill>
                  <a:srgbClr val="0074AF"/>
                </a:solidFill>
              </a:defRPr>
            </a:lvl8pPr>
            <a:lvl9pPr algn="l">
              <a:defRPr sz="2025" b="1">
                <a:solidFill>
                  <a:srgbClr val="0074AF"/>
                </a:solidFill>
              </a:defRPr>
            </a:lvl9pPr>
          </a:lstStyle>
          <a:p>
            <a:pPr algn="l">
              <a:defRPr sz="2025" b="1">
                <a:solidFill>
                  <a:srgbClr val="0074AF"/>
                </a:solidFill>
              </a:defRPr>
            </a:pPr>
            <a:r>
              <a:rPr sz="2025" b="1">
                <a:solidFill>
                  <a:srgbClr val="0074AF"/>
                </a:solidFill>
                <a:latin typeface="Inter"/>
                <a:ea typeface="Inter"/>
                <a:cs typeface="Inter"/>
              </a:rPr>
              <a:t>run_extensions.py</a:t>
            </a:r>
          </a:p>
        </p:txBody>
      </p:sp>
      <p:sp>
        <p:nvSpPr>
          <p:cNvPr id="11" name="Scenarios, common cohorts, sweeps and summaries">
            <a:extLst>
              <a:ext uri="{FF2B5EF4-FFF2-40B4-BE49-F238E27FC236}">
                <a16:creationId xmlns:a16="http://schemas.microsoft.com/office/drawing/2014/main" id="{D1CD0763-FCB9-47A5-89E4-026434CD0CFC}"/>
              </a:ext>
            </a:extLst>
          </p:cNvPr>
          <p:cNvSpPr>
            <a:spLocks noGrp="1"/>
          </p:cNvSpPr>
          <p:nvPr/>
        </p:nvSpPr>
        <p:spPr>
          <a:xfrm>
            <a:off x="619125" y="4200525"/>
            <a:ext cx="4667250" cy="552450"/>
          </a:xfrm>
          <a:prstGeom prst="rect">
            <a:avLst/>
          </a:prstGeom>
          <a:noFill/>
          <a:ln w="0">
            <a:noFill/>
          </a:ln>
        </p:spPr>
        <p:txBody>
          <a:bodyPr lIns="0" tIns="0" rIns="0" bIns="0"/>
          <a:lstStyle>
            <a:defPPr algn="l">
              <a:defRPr sz="1725" b="0">
                <a:solidFill>
                  <a:srgbClr val="607487"/>
                </a:solidFill>
              </a:defRPr>
            </a:defPPr>
            <a:lvl1pPr algn="l">
              <a:defRPr sz="1725" b="0">
                <a:solidFill>
                  <a:srgbClr val="607487"/>
                </a:solidFill>
              </a:defRPr>
            </a:lvl1pPr>
            <a:lvl2pPr algn="l">
              <a:defRPr sz="1725" b="0">
                <a:solidFill>
                  <a:srgbClr val="607487"/>
                </a:solidFill>
              </a:defRPr>
            </a:lvl2pPr>
            <a:lvl3pPr algn="l">
              <a:defRPr sz="1725" b="0">
                <a:solidFill>
                  <a:srgbClr val="607487"/>
                </a:solidFill>
              </a:defRPr>
            </a:lvl3pPr>
            <a:lvl4pPr algn="l">
              <a:defRPr sz="1725" b="0">
                <a:solidFill>
                  <a:srgbClr val="607487"/>
                </a:solidFill>
              </a:defRPr>
            </a:lvl4pPr>
            <a:lvl5pPr algn="l">
              <a:defRPr sz="1725" b="0">
                <a:solidFill>
                  <a:srgbClr val="607487"/>
                </a:solidFill>
              </a:defRPr>
            </a:lvl5pPr>
            <a:lvl6pPr algn="l">
              <a:defRPr sz="1725" b="0">
                <a:solidFill>
                  <a:srgbClr val="607487"/>
                </a:solidFill>
              </a:defRPr>
            </a:lvl6pPr>
            <a:lvl7pPr algn="l">
              <a:defRPr sz="1725" b="0">
                <a:solidFill>
                  <a:srgbClr val="607487"/>
                </a:solidFill>
              </a:defRPr>
            </a:lvl7pPr>
            <a:lvl8pPr algn="l">
              <a:defRPr sz="1725" b="0">
                <a:solidFill>
                  <a:srgbClr val="607487"/>
                </a:solidFill>
              </a:defRPr>
            </a:lvl8pPr>
            <a:lvl9pPr algn="l">
              <a:defRPr sz="1725" b="0">
                <a:solidFill>
                  <a:srgbClr val="607487"/>
                </a:solidFill>
              </a:defRPr>
            </a:lvl9pPr>
          </a:lstStyle>
          <a:p>
            <a:pPr algn="l">
              <a:defRPr sz="1725" b="0">
                <a:solidFill>
                  <a:srgbClr val="607487"/>
                </a:solidFill>
              </a:defRPr>
            </a:pPr>
            <a:r>
              <a:rPr sz="1725" b="0">
                <a:solidFill>
                  <a:srgbClr val="607487"/>
                </a:solidFill>
                <a:latin typeface="Inter"/>
                <a:ea typeface="Inter"/>
                <a:cs typeface="Inter"/>
              </a:rPr>
              <a:t>Scenarios, common cohorts, sweeps and summaries</a:t>
            </a:r>
          </a:p>
        </p:txBody>
      </p:sp>
      <p:sp>
        <p:nvSpPr>
          <p:cNvPr id="12" name="audit_extensions.py">
            <a:extLst>
              <a:ext uri="{FF2B5EF4-FFF2-40B4-BE49-F238E27FC236}">
                <a16:creationId xmlns:a16="http://schemas.microsoft.com/office/drawing/2014/main" id="{7EFC08D7-AB14-410A-B87D-59042A33CC2B}"/>
              </a:ext>
            </a:extLst>
          </p:cNvPr>
          <p:cNvSpPr>
            <a:spLocks noGrp="1"/>
          </p:cNvSpPr>
          <p:nvPr/>
        </p:nvSpPr>
        <p:spPr>
          <a:xfrm>
            <a:off x="619125" y="4810125"/>
            <a:ext cx="4429125" cy="381000"/>
          </a:xfrm>
          <a:prstGeom prst="rect">
            <a:avLst/>
          </a:prstGeom>
          <a:noFill/>
          <a:ln w="0">
            <a:noFill/>
          </a:ln>
        </p:spPr>
        <p:txBody>
          <a:bodyPr lIns="0" tIns="0" rIns="0" bIns="0"/>
          <a:lstStyle>
            <a:defPPr algn="l">
              <a:defRPr sz="2025" b="1">
                <a:solidFill>
                  <a:srgbClr val="0074AF"/>
                </a:solidFill>
              </a:defRPr>
            </a:defPPr>
            <a:lvl1pPr algn="l">
              <a:defRPr sz="2025" b="1">
                <a:solidFill>
                  <a:srgbClr val="0074AF"/>
                </a:solidFill>
              </a:defRPr>
            </a:lvl1pPr>
            <a:lvl2pPr algn="l">
              <a:defRPr sz="2025" b="1">
                <a:solidFill>
                  <a:srgbClr val="0074AF"/>
                </a:solidFill>
              </a:defRPr>
            </a:lvl2pPr>
            <a:lvl3pPr algn="l">
              <a:defRPr sz="2025" b="1">
                <a:solidFill>
                  <a:srgbClr val="0074AF"/>
                </a:solidFill>
              </a:defRPr>
            </a:lvl3pPr>
            <a:lvl4pPr algn="l">
              <a:defRPr sz="2025" b="1">
                <a:solidFill>
                  <a:srgbClr val="0074AF"/>
                </a:solidFill>
              </a:defRPr>
            </a:lvl4pPr>
            <a:lvl5pPr algn="l">
              <a:defRPr sz="2025" b="1">
                <a:solidFill>
                  <a:srgbClr val="0074AF"/>
                </a:solidFill>
              </a:defRPr>
            </a:lvl5pPr>
            <a:lvl6pPr algn="l">
              <a:defRPr sz="2025" b="1">
                <a:solidFill>
                  <a:srgbClr val="0074AF"/>
                </a:solidFill>
              </a:defRPr>
            </a:lvl6pPr>
            <a:lvl7pPr algn="l">
              <a:defRPr sz="2025" b="1">
                <a:solidFill>
                  <a:srgbClr val="0074AF"/>
                </a:solidFill>
              </a:defRPr>
            </a:lvl7pPr>
            <a:lvl8pPr algn="l">
              <a:defRPr sz="2025" b="1">
                <a:solidFill>
                  <a:srgbClr val="0074AF"/>
                </a:solidFill>
              </a:defRPr>
            </a:lvl8pPr>
            <a:lvl9pPr algn="l">
              <a:defRPr sz="2025" b="1">
                <a:solidFill>
                  <a:srgbClr val="0074AF"/>
                </a:solidFill>
              </a:defRPr>
            </a:lvl9pPr>
          </a:lstStyle>
          <a:p>
            <a:pPr algn="l">
              <a:defRPr sz="2025" b="1">
                <a:solidFill>
                  <a:srgbClr val="0074AF"/>
                </a:solidFill>
              </a:defRPr>
            </a:pPr>
            <a:r>
              <a:rPr sz="2025" b="1">
                <a:solidFill>
                  <a:srgbClr val="0074AF"/>
                </a:solidFill>
                <a:latin typeface="Inter"/>
                <a:ea typeface="Inter"/>
                <a:cs typeface="Inter"/>
              </a:rPr>
              <a:t>audit_extensions.py</a:t>
            </a:r>
          </a:p>
        </p:txBody>
      </p:sp>
      <p:sp>
        <p:nvSpPr>
          <p:cNvPr id="13" name="Fresh replay and matched-precision comparisons">
            <a:extLst>
              <a:ext uri="{FF2B5EF4-FFF2-40B4-BE49-F238E27FC236}">
                <a16:creationId xmlns:a16="http://schemas.microsoft.com/office/drawing/2014/main" id="{FB96ECDA-B234-4522-962A-32713EFC3541}"/>
              </a:ext>
            </a:extLst>
          </p:cNvPr>
          <p:cNvSpPr>
            <a:spLocks noGrp="1"/>
          </p:cNvSpPr>
          <p:nvPr/>
        </p:nvSpPr>
        <p:spPr>
          <a:xfrm>
            <a:off x="619125" y="5229225"/>
            <a:ext cx="4667250" cy="552450"/>
          </a:xfrm>
          <a:prstGeom prst="rect">
            <a:avLst/>
          </a:prstGeom>
          <a:noFill/>
          <a:ln w="0">
            <a:noFill/>
          </a:ln>
        </p:spPr>
        <p:txBody>
          <a:bodyPr lIns="0" tIns="0" rIns="0" bIns="0"/>
          <a:lstStyle>
            <a:defPPr algn="l">
              <a:defRPr sz="1725" b="0">
                <a:solidFill>
                  <a:srgbClr val="607487"/>
                </a:solidFill>
              </a:defRPr>
            </a:defPPr>
            <a:lvl1pPr algn="l">
              <a:defRPr sz="1725" b="0">
                <a:solidFill>
                  <a:srgbClr val="607487"/>
                </a:solidFill>
              </a:defRPr>
            </a:lvl1pPr>
            <a:lvl2pPr algn="l">
              <a:defRPr sz="1725" b="0">
                <a:solidFill>
                  <a:srgbClr val="607487"/>
                </a:solidFill>
              </a:defRPr>
            </a:lvl2pPr>
            <a:lvl3pPr algn="l">
              <a:defRPr sz="1725" b="0">
                <a:solidFill>
                  <a:srgbClr val="607487"/>
                </a:solidFill>
              </a:defRPr>
            </a:lvl3pPr>
            <a:lvl4pPr algn="l">
              <a:defRPr sz="1725" b="0">
                <a:solidFill>
                  <a:srgbClr val="607487"/>
                </a:solidFill>
              </a:defRPr>
            </a:lvl4pPr>
            <a:lvl5pPr algn="l">
              <a:defRPr sz="1725" b="0">
                <a:solidFill>
                  <a:srgbClr val="607487"/>
                </a:solidFill>
              </a:defRPr>
            </a:lvl5pPr>
            <a:lvl6pPr algn="l">
              <a:defRPr sz="1725" b="0">
                <a:solidFill>
                  <a:srgbClr val="607487"/>
                </a:solidFill>
              </a:defRPr>
            </a:lvl6pPr>
            <a:lvl7pPr algn="l">
              <a:defRPr sz="1725" b="0">
                <a:solidFill>
                  <a:srgbClr val="607487"/>
                </a:solidFill>
              </a:defRPr>
            </a:lvl7pPr>
            <a:lvl8pPr algn="l">
              <a:defRPr sz="1725" b="0">
                <a:solidFill>
                  <a:srgbClr val="607487"/>
                </a:solidFill>
              </a:defRPr>
            </a:lvl8pPr>
            <a:lvl9pPr algn="l">
              <a:defRPr sz="1725" b="0">
                <a:solidFill>
                  <a:srgbClr val="607487"/>
                </a:solidFill>
              </a:defRPr>
            </a:lvl9pPr>
          </a:lstStyle>
          <a:p>
            <a:pPr algn="l">
              <a:defRPr sz="1725" b="0">
                <a:solidFill>
                  <a:srgbClr val="607487"/>
                </a:solidFill>
              </a:defRPr>
            </a:pPr>
            <a:r>
              <a:rPr sz="1725" b="0">
                <a:solidFill>
                  <a:srgbClr val="607487"/>
                </a:solidFill>
                <a:latin typeface="Inter"/>
                <a:ea typeface="Inter"/>
                <a:cs typeface="Inter"/>
              </a:rPr>
              <a:t>Fresh replay and matched-precision comparisons</a:t>
            </a:r>
          </a:p>
        </p:txBody>
      </p:sp>
      <p:sp>
        <p:nvSpPr>
          <p:cNvPr id="14" name="Same physical defender">
            <a:extLst>
              <a:ext uri="{FF2B5EF4-FFF2-40B4-BE49-F238E27FC236}">
                <a16:creationId xmlns:a16="http://schemas.microsoft.com/office/drawing/2014/main" id="{01F06D1B-4A5B-4DE3-982E-D09D4C5E9286}"/>
              </a:ext>
            </a:extLst>
          </p:cNvPr>
          <p:cNvSpPr>
            <a:spLocks noGrp="1"/>
          </p:cNvSpPr>
          <p:nvPr/>
        </p:nvSpPr>
        <p:spPr>
          <a:xfrm>
            <a:off x="6124575" y="1847850"/>
            <a:ext cx="5381625" cy="457200"/>
          </a:xfrm>
          <a:prstGeom prst="rect">
            <a:avLst/>
          </a:prstGeom>
          <a:noFill/>
          <a:ln w="0">
            <a:noFill/>
          </a:ln>
        </p:spPr>
        <p:txBody>
          <a:bodyPr lIns="0" tIns="0" rIns="0" bIns="0"/>
          <a:lstStyle>
            <a:defPPr algn="l">
              <a:defRPr sz="2175" b="1">
                <a:solidFill>
                  <a:srgbClr val="0074AF"/>
                </a:solidFill>
              </a:defRPr>
            </a:defPPr>
            <a:lvl1pPr algn="l">
              <a:defRPr sz="2175" b="1">
                <a:solidFill>
                  <a:srgbClr val="0074AF"/>
                </a:solidFill>
              </a:defRPr>
            </a:lvl1pPr>
            <a:lvl2pPr algn="l">
              <a:defRPr sz="2175" b="1">
                <a:solidFill>
                  <a:srgbClr val="0074AF"/>
                </a:solidFill>
              </a:defRPr>
            </a:lvl2pPr>
            <a:lvl3pPr algn="l">
              <a:defRPr sz="2175" b="1">
                <a:solidFill>
                  <a:srgbClr val="0074AF"/>
                </a:solidFill>
              </a:defRPr>
            </a:lvl3pPr>
            <a:lvl4pPr algn="l">
              <a:defRPr sz="2175" b="1">
                <a:solidFill>
                  <a:srgbClr val="0074AF"/>
                </a:solidFill>
              </a:defRPr>
            </a:lvl4pPr>
            <a:lvl5pPr algn="l">
              <a:defRPr sz="2175" b="1">
                <a:solidFill>
                  <a:srgbClr val="0074AF"/>
                </a:solidFill>
              </a:defRPr>
            </a:lvl5pPr>
            <a:lvl6pPr algn="l">
              <a:defRPr sz="2175" b="1">
                <a:solidFill>
                  <a:srgbClr val="0074AF"/>
                </a:solidFill>
              </a:defRPr>
            </a:lvl6pPr>
            <a:lvl7pPr algn="l">
              <a:defRPr sz="2175" b="1">
                <a:solidFill>
                  <a:srgbClr val="0074AF"/>
                </a:solidFill>
              </a:defRPr>
            </a:lvl7pPr>
            <a:lvl8pPr algn="l">
              <a:defRPr sz="2175" b="1">
                <a:solidFill>
                  <a:srgbClr val="0074AF"/>
                </a:solidFill>
              </a:defRPr>
            </a:lvl8pPr>
            <a:lvl9pPr algn="l">
              <a:defRPr sz="2175" b="1">
                <a:solidFill>
                  <a:srgbClr val="0074AF"/>
                </a:solidFill>
              </a:defRPr>
            </a:lvl9pPr>
          </a:lstStyle>
          <a:p>
            <a:pPr algn="l">
              <a:defRPr sz="2175" b="1">
                <a:solidFill>
                  <a:srgbClr val="0074AF"/>
                </a:solidFill>
              </a:defRPr>
            </a:pPr>
            <a:r>
              <a:rPr sz="2175" b="1">
                <a:solidFill>
                  <a:srgbClr val="0074AF"/>
                </a:solidFill>
                <a:latin typeface="Inter"/>
                <a:ea typeface="Inter"/>
                <a:cs typeface="Inter"/>
              </a:rPr>
              <a:t>Same physical defender</a:t>
            </a:r>
          </a:p>
        </p:txBody>
      </p:sp>
      <p:pic>
        <p:nvPicPr>
          <p:cNvPr id="15" name="Picture 14">
            <a:extLst>
              <a:ext uri="{FF2B5EF4-FFF2-40B4-BE49-F238E27FC236}">
                <a16:creationId xmlns:a16="http://schemas.microsoft.com/office/drawing/2014/main" id="{6D765350-34FD-4FE9-A71B-466E190D22A1}"/>
              </a:ext>
            </a:extLst>
          </p:cNvPr>
          <p:cNvPicPr>
            <a:picLocks noChangeAspect="1"/>
          </p:cNvPicPr>
          <p:nvPr/>
        </p:nvPicPr>
        <p:blipFill>
          <a:blip r:embed="rId3"/>
          <a:stretch/>
        </p:blipFill>
        <p:spPr>
          <a:xfrm>
            <a:off x="6096000" y="2986190"/>
            <a:ext cx="5486400" cy="1495221"/>
          </a:xfrm>
          <a:prstGeom prst="rect">
            <a:avLst/>
          </a:prstGeom>
        </p:spPr>
      </p:pic>
      <p:sp>
        <p:nvSpPr>
          <p:cNvPr id="16" name="New experiments wrap the group implementation’s existin">
            <a:extLst>
              <a:ext uri="{FF2B5EF4-FFF2-40B4-BE49-F238E27FC236}">
                <a16:creationId xmlns:a16="http://schemas.microsoft.com/office/drawing/2014/main" id="{0AAC8A9A-3327-44AA-AE39-B906B40E16A8}"/>
              </a:ext>
            </a:extLst>
          </p:cNvPr>
          <p:cNvSpPr>
            <a:spLocks noGrp="1"/>
          </p:cNvSpPr>
          <p:nvPr/>
        </p:nvSpPr>
        <p:spPr>
          <a:xfrm>
            <a:off x="6124575" y="5172075"/>
            <a:ext cx="5381625" cy="809625"/>
          </a:xfrm>
          <a:prstGeom prst="rect">
            <a:avLst/>
          </a:prstGeom>
          <a:noFill/>
          <a:ln w="0">
            <a:noFill/>
          </a:ln>
        </p:spPr>
        <p:txBody>
          <a:bodyPr lIns="0" tIns="0" rIns="0" bIns="0"/>
          <a:lstStyle>
            <a:defPPr algn="l">
              <a:defRPr sz="1950" b="0">
                <a:solidFill>
                  <a:srgbClr val="102235"/>
                </a:solidFill>
              </a:defRPr>
            </a:defPPr>
            <a:lvl1pPr algn="l">
              <a:defRPr sz="1950" b="0">
                <a:solidFill>
                  <a:srgbClr val="102235"/>
                </a:solidFill>
              </a:defRPr>
            </a:lvl1pPr>
            <a:lvl2pPr algn="l">
              <a:defRPr sz="1950" b="0">
                <a:solidFill>
                  <a:srgbClr val="102235"/>
                </a:solidFill>
              </a:defRPr>
            </a:lvl2pPr>
            <a:lvl3pPr algn="l">
              <a:defRPr sz="1950" b="0">
                <a:solidFill>
                  <a:srgbClr val="102235"/>
                </a:solidFill>
              </a:defRPr>
            </a:lvl3pPr>
            <a:lvl4pPr algn="l">
              <a:defRPr sz="1950" b="0">
                <a:solidFill>
                  <a:srgbClr val="102235"/>
                </a:solidFill>
              </a:defRPr>
            </a:lvl4pPr>
            <a:lvl5pPr algn="l">
              <a:defRPr sz="1950" b="0">
                <a:solidFill>
                  <a:srgbClr val="102235"/>
                </a:solidFill>
              </a:defRPr>
            </a:lvl5pPr>
            <a:lvl6pPr algn="l">
              <a:defRPr sz="1950" b="0">
                <a:solidFill>
                  <a:srgbClr val="102235"/>
                </a:solidFill>
              </a:defRPr>
            </a:lvl6pPr>
            <a:lvl7pPr algn="l">
              <a:defRPr sz="1950" b="0">
                <a:solidFill>
                  <a:srgbClr val="102235"/>
                </a:solidFill>
              </a:defRPr>
            </a:lvl7pPr>
            <a:lvl8pPr algn="l">
              <a:defRPr sz="1950" b="0">
                <a:solidFill>
                  <a:srgbClr val="102235"/>
                </a:solidFill>
              </a:defRPr>
            </a:lvl8pPr>
            <a:lvl9pPr algn="l">
              <a:defRPr sz="1950" b="0">
                <a:solidFill>
                  <a:srgbClr val="102235"/>
                </a:solidFill>
              </a:defRPr>
            </a:lvl9pPr>
          </a:lstStyle>
          <a:p>
            <a:pPr algn="l">
              <a:defRPr sz="1950" b="0">
                <a:solidFill>
                  <a:srgbClr val="102235"/>
                </a:solidFill>
              </a:defRPr>
            </a:pPr>
            <a:r>
              <a:rPr sz="1950" b="0">
                <a:solidFill>
                  <a:srgbClr val="102235"/>
                </a:solidFill>
                <a:latin typeface="Inter"/>
                <a:ea typeface="Inter"/>
                <a:cs typeface="Inter"/>
              </a:rPr>
              <a:t>New experiments wrap the group implementation’s existing response model.</a:t>
            </a:r>
          </a:p>
        </p:txBody>
      </p:sp>
      <p:sp>
        <p:nvSpPr>
          <p:cNvPr id="17" name="Code and results: group-sequin/EXTENSIONS_README.md">
            <a:extLst>
              <a:ext uri="{FF2B5EF4-FFF2-40B4-BE49-F238E27FC236}">
                <a16:creationId xmlns:a16="http://schemas.microsoft.com/office/drawing/2014/main" id="{84E005D3-F102-4F91-B8AC-2AC2B809FE8D}"/>
              </a:ext>
            </a:extLst>
          </p:cNvPr>
          <p:cNvSpPr>
            <a:spLocks noGrp="1"/>
          </p:cNvSpPr>
          <p:nvPr/>
        </p:nvSpPr>
        <p:spPr>
          <a:xfrm>
            <a:off x="590550" y="6134100"/>
            <a:ext cx="10858500" cy="428625"/>
          </a:xfrm>
          <a:prstGeom prst="rect">
            <a:avLst/>
          </a:prstGeom>
          <a:noFill/>
          <a:ln w="0">
            <a:noFill/>
          </a:ln>
        </p:spPr>
        <p:txBody>
          <a:bodyPr lIns="0" tIns="0" rIns="0" bIns="0"/>
          <a:lstStyle>
            <a:defPPr algn="l">
              <a:defRPr sz="1350" b="0">
                <a:solidFill>
                  <a:srgbClr val="607487"/>
                </a:solidFill>
              </a:defRPr>
            </a:defPPr>
            <a:lvl1pPr algn="l">
              <a:defRPr sz="1350" b="0">
                <a:solidFill>
                  <a:srgbClr val="607487"/>
                </a:solidFill>
              </a:defRPr>
            </a:lvl1pPr>
            <a:lvl2pPr algn="l">
              <a:defRPr sz="1350" b="0">
                <a:solidFill>
                  <a:srgbClr val="607487"/>
                </a:solidFill>
              </a:defRPr>
            </a:lvl2pPr>
            <a:lvl3pPr algn="l">
              <a:defRPr sz="1350" b="0">
                <a:solidFill>
                  <a:srgbClr val="607487"/>
                </a:solidFill>
              </a:defRPr>
            </a:lvl3pPr>
            <a:lvl4pPr algn="l">
              <a:defRPr sz="1350" b="0">
                <a:solidFill>
                  <a:srgbClr val="607487"/>
                </a:solidFill>
              </a:defRPr>
            </a:lvl4pPr>
            <a:lvl5pPr algn="l">
              <a:defRPr sz="1350" b="0">
                <a:solidFill>
                  <a:srgbClr val="607487"/>
                </a:solidFill>
              </a:defRPr>
            </a:lvl5pPr>
            <a:lvl6pPr algn="l">
              <a:defRPr sz="1350" b="0">
                <a:solidFill>
                  <a:srgbClr val="607487"/>
                </a:solidFill>
              </a:defRPr>
            </a:lvl6pPr>
            <a:lvl7pPr algn="l">
              <a:defRPr sz="1350" b="0">
                <a:solidFill>
                  <a:srgbClr val="607487"/>
                </a:solidFill>
              </a:defRPr>
            </a:lvl7pPr>
            <a:lvl8pPr algn="l">
              <a:defRPr sz="1350" b="0">
                <a:solidFill>
                  <a:srgbClr val="607487"/>
                </a:solidFill>
              </a:defRPr>
            </a:lvl8pPr>
            <a:lvl9pPr algn="l">
              <a:defRPr sz="1350" b="0">
                <a:solidFill>
                  <a:srgbClr val="607487"/>
                </a:solidFill>
              </a:defRPr>
            </a:lvl9pPr>
          </a:lstStyle>
          <a:p>
            <a:pPr algn="l">
              <a:defRPr sz="1350" b="0">
                <a:solidFill>
                  <a:srgbClr val="607487"/>
                </a:solidFill>
              </a:defRPr>
            </a:pPr>
            <a:r>
              <a:rPr sz="1350" b="0">
                <a:solidFill>
                  <a:srgbClr val="607487"/>
                </a:solidFill>
                <a:latin typeface="Inter"/>
                <a:ea typeface="Inter"/>
                <a:cs typeface="Inter"/>
              </a:rPr>
              <a:t>Code and results: group-sequin/EXTENSIONS_README.md</a:t>
            </a:r>
          </a:p>
        </p:txBody>
      </p:sp>
    </p:spTree>
    <p:extLst>
      <p:ext uri="{BB962C8B-B14F-4D97-AF65-F5344CB8AC3E}">
        <p14:creationId xmlns:p14="http://schemas.microsoft.com/office/powerpoint/2010/main" val="14620145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riginal black template tab">
            <a:extLst>
              <a:ext uri="{FF2B5EF4-FFF2-40B4-BE49-F238E27FC236}">
                <a16:creationId xmlns:a16="http://schemas.microsoft.com/office/drawing/2014/main" id="{C9E56A63-D63F-4019-B673-41085CE8F222}"/>
              </a:ext>
            </a:extLst>
          </p:cNvPr>
          <p:cNvSpPr>
            <a:spLocks noGrp="1"/>
          </p:cNvSpPr>
          <p:nvPr/>
        </p:nvSpPr>
        <p:spPr>
          <a:xfrm>
            <a:off x="129521" y="0"/>
            <a:ext cx="2749481" cy="1364786"/>
          </a:xfrm>
          <a:custGeom>
            <a:avLst/>
            <a:gdLst/>
            <a:ahLst/>
            <a:cxnLst/>
            <a:rect l="0" t="0" r="0" b="0"/>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rgbClr val="000000"/>
          </a:solidFill>
          <a:ln w="0">
            <a:noFill/>
          </a:ln>
        </p:spPr>
      </p:sp>
      <p:sp>
        <p:nvSpPr>
          <p:cNvPr id="3" name="DEMONSTRATION">
            <a:extLst>
              <a:ext uri="{FF2B5EF4-FFF2-40B4-BE49-F238E27FC236}">
                <a16:creationId xmlns:a16="http://schemas.microsoft.com/office/drawing/2014/main" id="{6ACFB059-28FC-4177-A95A-1606C4D13DB4}"/>
              </a:ext>
            </a:extLst>
          </p:cNvPr>
          <p:cNvSpPr>
            <a:spLocks noGrp="1"/>
          </p:cNvSpPr>
          <p:nvPr/>
        </p:nvSpPr>
        <p:spPr>
          <a:xfrm>
            <a:off x="295275" y="409575"/>
            <a:ext cx="2381250" cy="666750"/>
          </a:xfrm>
          <a:prstGeom prst="rect">
            <a:avLst/>
          </a:prstGeom>
          <a:noFill/>
          <a:ln w="0">
            <a:noFill/>
          </a:ln>
        </p:spPr>
        <p:txBody>
          <a:bodyPr lIns="0" tIns="0" rIns="0" bIns="0"/>
          <a:lstStyle>
            <a:defPPr algn="ctr">
              <a:defRPr sz="2250" b="0">
                <a:solidFill>
                  <a:srgbClr val="FFFFFF"/>
                </a:solidFill>
              </a:defRPr>
            </a:defPPr>
            <a:lvl1pPr algn="ctr">
              <a:defRPr sz="2250" b="0">
                <a:solidFill>
                  <a:srgbClr val="FFFFFF"/>
                </a:solidFill>
              </a:defRPr>
            </a:lvl1pPr>
            <a:lvl2pPr algn="ctr">
              <a:defRPr sz="2250" b="0">
                <a:solidFill>
                  <a:srgbClr val="FFFFFF"/>
                </a:solidFill>
              </a:defRPr>
            </a:lvl2pPr>
            <a:lvl3pPr algn="ctr">
              <a:defRPr sz="2250" b="0">
                <a:solidFill>
                  <a:srgbClr val="FFFFFF"/>
                </a:solidFill>
              </a:defRPr>
            </a:lvl3pPr>
            <a:lvl4pPr algn="ctr">
              <a:defRPr sz="2250" b="0">
                <a:solidFill>
                  <a:srgbClr val="FFFFFF"/>
                </a:solidFill>
              </a:defRPr>
            </a:lvl4pPr>
            <a:lvl5pPr algn="ctr">
              <a:defRPr sz="2250" b="0">
                <a:solidFill>
                  <a:srgbClr val="FFFFFF"/>
                </a:solidFill>
              </a:defRPr>
            </a:lvl5pPr>
            <a:lvl6pPr algn="ctr">
              <a:defRPr sz="2250" b="0">
                <a:solidFill>
                  <a:srgbClr val="FFFFFF"/>
                </a:solidFill>
              </a:defRPr>
            </a:lvl6pPr>
            <a:lvl7pPr algn="ctr">
              <a:defRPr sz="2250" b="0">
                <a:solidFill>
                  <a:srgbClr val="FFFFFF"/>
                </a:solidFill>
              </a:defRPr>
            </a:lvl7pPr>
            <a:lvl8pPr algn="ctr">
              <a:defRPr sz="2250" b="0">
                <a:solidFill>
                  <a:srgbClr val="FFFFFF"/>
                </a:solidFill>
              </a:defRPr>
            </a:lvl8pPr>
            <a:lvl9pPr algn="ctr">
              <a:defRPr sz="2250" b="0">
                <a:solidFill>
                  <a:srgbClr val="FFFFFF"/>
                </a:solidFill>
              </a:defRPr>
            </a:lvl9pPr>
          </a:lstStyle>
          <a:p>
            <a:pPr algn="ctr">
              <a:defRPr sz="2250" b="0">
                <a:solidFill>
                  <a:srgbClr val="FFFFFF"/>
                </a:solidFill>
              </a:defRPr>
            </a:pPr>
            <a:r>
              <a:rPr sz="2250" b="0">
                <a:solidFill>
                  <a:srgbClr val="FFFFFF"/>
                </a:solidFill>
                <a:latin typeface="Inter"/>
                <a:ea typeface="Inter"/>
                <a:cs typeface="Inter"/>
              </a:rPr>
              <a:t>DEMONSTRATION</a:t>
            </a:r>
          </a:p>
        </p:txBody>
      </p:sp>
      <p:sp>
        <p:nvSpPr>
          <p:cNvPr id="4" name="Demonstration and interpretation">
            <a:extLst>
              <a:ext uri="{FF2B5EF4-FFF2-40B4-BE49-F238E27FC236}">
                <a16:creationId xmlns:a16="http://schemas.microsoft.com/office/drawing/2014/main" id="{38D28032-7B04-4A70-BB56-D28534B6B211}"/>
              </a:ext>
            </a:extLst>
          </p:cNvPr>
          <p:cNvSpPr>
            <a:spLocks noGrp="1"/>
          </p:cNvSpPr>
          <p:nvPr/>
        </p:nvSpPr>
        <p:spPr>
          <a:xfrm>
            <a:off x="3057525" y="381000"/>
            <a:ext cx="8572500" cy="1000125"/>
          </a:xfrm>
          <a:prstGeom prst="rect">
            <a:avLst/>
          </a:prstGeom>
          <a:noFill/>
          <a:ln w="0">
            <a:noFill/>
          </a:ln>
        </p:spPr>
        <p:txBody>
          <a:bodyPr lIns="0" tIns="0" rIns="0" bIns="0"/>
          <a:lstStyle>
            <a:defPPr algn="l">
              <a:defRPr sz="2700" b="1">
                <a:solidFill>
                  <a:srgbClr val="102235"/>
                </a:solidFill>
              </a:defRPr>
            </a:defPPr>
            <a:lvl1pPr algn="l">
              <a:defRPr sz="2700" b="1">
                <a:solidFill>
                  <a:srgbClr val="102235"/>
                </a:solidFill>
              </a:defRPr>
            </a:lvl1pPr>
            <a:lvl2pPr algn="l">
              <a:defRPr sz="2700" b="1">
                <a:solidFill>
                  <a:srgbClr val="102235"/>
                </a:solidFill>
              </a:defRPr>
            </a:lvl2pPr>
            <a:lvl3pPr algn="l">
              <a:defRPr sz="2700" b="1">
                <a:solidFill>
                  <a:srgbClr val="102235"/>
                </a:solidFill>
              </a:defRPr>
            </a:lvl3pPr>
            <a:lvl4pPr algn="l">
              <a:defRPr sz="2700" b="1">
                <a:solidFill>
                  <a:srgbClr val="102235"/>
                </a:solidFill>
              </a:defRPr>
            </a:lvl4pPr>
            <a:lvl5pPr algn="l">
              <a:defRPr sz="2700" b="1">
                <a:solidFill>
                  <a:srgbClr val="102235"/>
                </a:solidFill>
              </a:defRPr>
            </a:lvl5pPr>
            <a:lvl6pPr algn="l">
              <a:defRPr sz="2700" b="1">
                <a:solidFill>
                  <a:srgbClr val="102235"/>
                </a:solidFill>
              </a:defRPr>
            </a:lvl6pPr>
            <a:lvl7pPr algn="l">
              <a:defRPr sz="2700" b="1">
                <a:solidFill>
                  <a:srgbClr val="102235"/>
                </a:solidFill>
              </a:defRPr>
            </a:lvl7pPr>
            <a:lvl8pPr algn="l">
              <a:defRPr sz="2700" b="1">
                <a:solidFill>
                  <a:srgbClr val="102235"/>
                </a:solidFill>
              </a:defRPr>
            </a:lvl8pPr>
            <a:lvl9pPr algn="l">
              <a:defRPr sz="2700" b="1">
                <a:solidFill>
                  <a:srgbClr val="102235"/>
                </a:solidFill>
              </a:defRPr>
            </a:lvl9pPr>
          </a:lstStyle>
          <a:p>
            <a:pPr algn="l">
              <a:defRPr sz="2700" b="1">
                <a:solidFill>
                  <a:srgbClr val="102235"/>
                </a:solidFill>
              </a:defRPr>
            </a:pPr>
            <a:r>
              <a:rPr>
                <a:latin typeface="Inter Display"/>
                <a:ea typeface="Inter Display"/>
                <a:cs typeface="Inter Display"/>
              </a:rPr>
              <a:t>Demonstration and interpretation</a:t>
            </a:r>
          </a:p>
        </p:txBody>
      </p:sp>
      <p:sp>
        <p:nvSpPr>
          <p:cNvPr id="5" name="28">
            <a:extLst>
              <a:ext uri="{FF2B5EF4-FFF2-40B4-BE49-F238E27FC236}">
                <a16:creationId xmlns:a16="http://schemas.microsoft.com/office/drawing/2014/main" id="{73A0887F-B213-48EE-BC8F-97F1D7438E8A}"/>
              </a:ext>
            </a:extLst>
          </p:cNvPr>
          <p:cNvSpPr>
            <a:spLocks noGrp="1"/>
          </p:cNvSpPr>
          <p:nvPr/>
        </p:nvSpPr>
        <p:spPr>
          <a:xfrm>
            <a:off x="11477625" y="6486525"/>
            <a:ext cx="361950" cy="209550"/>
          </a:xfrm>
          <a:prstGeom prst="rect">
            <a:avLst/>
          </a:prstGeom>
          <a:noFill/>
          <a:ln w="0">
            <a:noFill/>
          </a:ln>
        </p:spPr>
        <p:txBody>
          <a:bodyPr lIns="0" tIns="0" rIns="0" bIns="0"/>
          <a:lstStyle>
            <a:defPPr algn="r">
              <a:defRPr sz="1050" b="0">
                <a:solidFill>
                  <a:srgbClr val="0074AF"/>
                </a:solidFill>
              </a:defRPr>
            </a:defPPr>
            <a:lvl1pPr algn="r">
              <a:defRPr sz="1050" b="0">
                <a:solidFill>
                  <a:srgbClr val="0074AF"/>
                </a:solidFill>
              </a:defRPr>
            </a:lvl1pPr>
            <a:lvl2pPr algn="r">
              <a:defRPr sz="1050" b="0">
                <a:solidFill>
                  <a:srgbClr val="0074AF"/>
                </a:solidFill>
              </a:defRPr>
            </a:lvl2pPr>
            <a:lvl3pPr algn="r">
              <a:defRPr sz="1050" b="0">
                <a:solidFill>
                  <a:srgbClr val="0074AF"/>
                </a:solidFill>
              </a:defRPr>
            </a:lvl3pPr>
            <a:lvl4pPr algn="r">
              <a:defRPr sz="1050" b="0">
                <a:solidFill>
                  <a:srgbClr val="0074AF"/>
                </a:solidFill>
              </a:defRPr>
            </a:lvl4pPr>
            <a:lvl5pPr algn="r">
              <a:defRPr sz="1050" b="0">
                <a:solidFill>
                  <a:srgbClr val="0074AF"/>
                </a:solidFill>
              </a:defRPr>
            </a:lvl5pPr>
            <a:lvl6pPr algn="r">
              <a:defRPr sz="1050" b="0">
                <a:solidFill>
                  <a:srgbClr val="0074AF"/>
                </a:solidFill>
              </a:defRPr>
            </a:lvl6pPr>
            <a:lvl7pPr algn="r">
              <a:defRPr sz="1050" b="0">
                <a:solidFill>
                  <a:srgbClr val="0074AF"/>
                </a:solidFill>
              </a:defRPr>
            </a:lvl7pPr>
            <a:lvl8pPr algn="r">
              <a:defRPr sz="1050" b="0">
                <a:solidFill>
                  <a:srgbClr val="0074AF"/>
                </a:solidFill>
              </a:defRPr>
            </a:lvl8pPr>
            <a:lvl9pPr algn="r">
              <a:defRPr sz="1050" b="0">
                <a:solidFill>
                  <a:srgbClr val="0074AF"/>
                </a:solidFill>
              </a:defRPr>
            </a:lvl9pPr>
          </a:lstStyle>
          <a:p>
            <a:pPr algn="r">
              <a:defRPr sz="1050" b="0">
                <a:solidFill>
                  <a:srgbClr val="0074AF"/>
                </a:solidFill>
              </a:defRPr>
            </a:pPr>
            <a:r>
              <a:rPr sz="1050" b="0">
                <a:solidFill>
                  <a:srgbClr val="0074AF"/>
                </a:solidFill>
                <a:latin typeface="Inter"/>
                <a:ea typeface="Inter"/>
                <a:cs typeface="Inter"/>
              </a:rPr>
              <a:t>28</a:t>
            </a:r>
          </a:p>
        </p:txBody>
      </p:sp>
      <p:pic>
        <p:nvPicPr>
          <p:cNvPr id="6" name="Picture 5">
            <a:extLst>
              <a:ext uri="{FF2B5EF4-FFF2-40B4-BE49-F238E27FC236}">
                <a16:creationId xmlns:a16="http://schemas.microsoft.com/office/drawing/2014/main" id="{16392345-B9BE-4981-950C-B71A6FBF5D69}"/>
              </a:ext>
            </a:extLst>
          </p:cNvPr>
          <p:cNvPicPr>
            <a:picLocks noChangeAspect="1"/>
          </p:cNvPicPr>
          <p:nvPr/>
        </p:nvPicPr>
        <p:blipFill>
          <a:blip r:embed="rId3"/>
          <a:stretch/>
        </p:blipFill>
        <p:spPr>
          <a:xfrm>
            <a:off x="590550" y="2112134"/>
            <a:ext cx="7029450" cy="3310008"/>
          </a:xfrm>
          <a:prstGeom prst="rect">
            <a:avLst/>
          </a:prstGeom>
        </p:spPr>
      </p:pic>
      <p:sp>
        <p:nvSpPr>
          <p:cNvPr id="7" name="Protection">
            <a:extLst>
              <a:ext uri="{FF2B5EF4-FFF2-40B4-BE49-F238E27FC236}">
                <a16:creationId xmlns:a16="http://schemas.microsoft.com/office/drawing/2014/main" id="{F246774B-54EC-4E7F-BE97-85E5A0F5DA6B}"/>
              </a:ext>
            </a:extLst>
          </p:cNvPr>
          <p:cNvSpPr>
            <a:spLocks noGrp="1"/>
          </p:cNvSpPr>
          <p:nvPr/>
        </p:nvSpPr>
        <p:spPr>
          <a:xfrm>
            <a:off x="8086725" y="1828800"/>
            <a:ext cx="3457575" cy="371475"/>
          </a:xfrm>
          <a:prstGeom prst="rect">
            <a:avLst/>
          </a:prstGeom>
          <a:noFill/>
          <a:ln w="0">
            <a:noFill/>
          </a:ln>
        </p:spPr>
        <p:txBody>
          <a:bodyPr lIns="0" tIns="0" rIns="0" bIns="0"/>
          <a:lstStyle>
            <a:defPPr algn="l">
              <a:defRPr sz="2100" b="1">
                <a:solidFill>
                  <a:srgbClr val="0074AF"/>
                </a:solidFill>
              </a:defRPr>
            </a:defPPr>
            <a:lvl1pPr algn="l">
              <a:defRPr sz="2100" b="1">
                <a:solidFill>
                  <a:srgbClr val="0074AF"/>
                </a:solidFill>
              </a:defRPr>
            </a:lvl1pPr>
            <a:lvl2pPr algn="l">
              <a:defRPr sz="2100" b="1">
                <a:solidFill>
                  <a:srgbClr val="0074AF"/>
                </a:solidFill>
              </a:defRPr>
            </a:lvl2pPr>
            <a:lvl3pPr algn="l">
              <a:defRPr sz="2100" b="1">
                <a:solidFill>
                  <a:srgbClr val="0074AF"/>
                </a:solidFill>
              </a:defRPr>
            </a:lvl3pPr>
            <a:lvl4pPr algn="l">
              <a:defRPr sz="2100" b="1">
                <a:solidFill>
                  <a:srgbClr val="0074AF"/>
                </a:solidFill>
              </a:defRPr>
            </a:lvl4pPr>
            <a:lvl5pPr algn="l">
              <a:defRPr sz="2100" b="1">
                <a:solidFill>
                  <a:srgbClr val="0074AF"/>
                </a:solidFill>
              </a:defRPr>
            </a:lvl5pPr>
            <a:lvl6pPr algn="l">
              <a:defRPr sz="2100" b="1">
                <a:solidFill>
                  <a:srgbClr val="0074AF"/>
                </a:solidFill>
              </a:defRPr>
            </a:lvl6pPr>
            <a:lvl7pPr algn="l">
              <a:defRPr sz="2100" b="1">
                <a:solidFill>
                  <a:srgbClr val="0074AF"/>
                </a:solidFill>
              </a:defRPr>
            </a:lvl7pPr>
            <a:lvl8pPr algn="l">
              <a:defRPr sz="2100" b="1">
                <a:solidFill>
                  <a:srgbClr val="0074AF"/>
                </a:solidFill>
              </a:defRPr>
            </a:lvl8pPr>
            <a:lvl9pPr algn="l">
              <a:defRPr sz="2100" b="1">
                <a:solidFill>
                  <a:srgbClr val="0074AF"/>
                </a:solidFill>
              </a:defRPr>
            </a:lvl9pPr>
          </a:lstStyle>
          <a:p>
            <a:pPr algn="l">
              <a:defRPr sz="2100" b="1">
                <a:solidFill>
                  <a:srgbClr val="0074AF"/>
                </a:solidFill>
              </a:defRPr>
            </a:pPr>
            <a:r>
              <a:rPr sz="2100" b="1">
                <a:solidFill>
                  <a:srgbClr val="0074AF"/>
                </a:solidFill>
                <a:latin typeface="Inter"/>
                <a:ea typeface="Inter"/>
                <a:cs typeface="Inter"/>
              </a:rPr>
              <a:t>Protection</a:t>
            </a:r>
          </a:p>
        </p:txBody>
      </p:sp>
      <p:sp>
        <p:nvSpPr>
          <p:cNvPr id="8" name="Protected lines and the replacement worst attack">
            <a:extLst>
              <a:ext uri="{FF2B5EF4-FFF2-40B4-BE49-F238E27FC236}">
                <a16:creationId xmlns:a16="http://schemas.microsoft.com/office/drawing/2014/main" id="{B50B227C-694A-431D-8CF0-02B2CA0039EC}"/>
              </a:ext>
            </a:extLst>
          </p:cNvPr>
          <p:cNvSpPr>
            <a:spLocks noGrp="1"/>
          </p:cNvSpPr>
          <p:nvPr/>
        </p:nvSpPr>
        <p:spPr>
          <a:xfrm>
            <a:off x="8086725" y="2286000"/>
            <a:ext cx="3457575" cy="809625"/>
          </a:xfrm>
          <a:prstGeom prst="rect">
            <a:avLst/>
          </a:prstGeom>
          <a:noFill/>
          <a:ln w="0">
            <a:noFill/>
          </a:ln>
        </p:spPr>
        <p:txBody>
          <a:bodyPr lIns="0" tIns="0" rIns="0" bIns="0"/>
          <a:lstStyle>
            <a:defPPr algn="l">
              <a:defRPr sz="1800" b="0">
                <a:solidFill>
                  <a:srgbClr val="102235"/>
                </a:solidFill>
              </a:defRPr>
            </a:defPPr>
            <a:lvl1pPr algn="l">
              <a:defRPr sz="1800" b="0">
                <a:solidFill>
                  <a:srgbClr val="102235"/>
                </a:solidFill>
              </a:defRPr>
            </a:lvl1pPr>
            <a:lvl2pPr algn="l">
              <a:defRPr sz="1800" b="0">
                <a:solidFill>
                  <a:srgbClr val="102235"/>
                </a:solidFill>
              </a:defRPr>
            </a:lvl2pPr>
            <a:lvl3pPr algn="l">
              <a:defRPr sz="1800" b="0">
                <a:solidFill>
                  <a:srgbClr val="102235"/>
                </a:solidFill>
              </a:defRPr>
            </a:lvl3pPr>
            <a:lvl4pPr algn="l">
              <a:defRPr sz="1800" b="0">
                <a:solidFill>
                  <a:srgbClr val="102235"/>
                </a:solidFill>
              </a:defRPr>
            </a:lvl4pPr>
            <a:lvl5pPr algn="l">
              <a:defRPr sz="1800" b="0">
                <a:solidFill>
                  <a:srgbClr val="102235"/>
                </a:solidFill>
              </a:defRPr>
            </a:lvl5pPr>
            <a:lvl6pPr algn="l">
              <a:defRPr sz="1800" b="0">
                <a:solidFill>
                  <a:srgbClr val="102235"/>
                </a:solidFill>
              </a:defRPr>
            </a:lvl6pPr>
            <a:lvl7pPr algn="l">
              <a:defRPr sz="1800" b="0">
                <a:solidFill>
                  <a:srgbClr val="102235"/>
                </a:solidFill>
              </a:defRPr>
            </a:lvl7pPr>
            <a:lvl8pPr algn="l">
              <a:defRPr sz="1800" b="0">
                <a:solidFill>
                  <a:srgbClr val="102235"/>
                </a:solidFill>
              </a:defRPr>
            </a:lvl8pPr>
            <a:lvl9pPr algn="l">
              <a:defRPr sz="1800" b="0">
                <a:solidFill>
                  <a:srgbClr val="102235"/>
                </a:solidFill>
              </a:defRPr>
            </a:lvl9pPr>
          </a:lstStyle>
          <a:p>
            <a:pPr algn="l">
              <a:defRPr sz="1800" b="0">
                <a:solidFill>
                  <a:srgbClr val="102235"/>
                </a:solidFill>
              </a:defRPr>
            </a:pPr>
            <a:r>
              <a:rPr sz="1800" b="0">
                <a:solidFill>
                  <a:srgbClr val="102235"/>
                </a:solidFill>
                <a:latin typeface="Inter"/>
                <a:ea typeface="Inter"/>
                <a:cs typeface="Inter"/>
              </a:rPr>
              <a:t>Protected lines and the replacement worst attack</a:t>
            </a:r>
          </a:p>
        </p:txBody>
      </p:sp>
      <p:sp>
        <p:nvSpPr>
          <p:cNvPr id="9" name="Timing">
            <a:extLst>
              <a:ext uri="{FF2B5EF4-FFF2-40B4-BE49-F238E27FC236}">
                <a16:creationId xmlns:a16="http://schemas.microsoft.com/office/drawing/2014/main" id="{62ACBF4F-7F92-4671-A110-14A177EE7D64}"/>
              </a:ext>
            </a:extLst>
          </p:cNvPr>
          <p:cNvSpPr>
            <a:spLocks noGrp="1"/>
          </p:cNvSpPr>
          <p:nvPr/>
        </p:nvSpPr>
        <p:spPr>
          <a:xfrm>
            <a:off x="8086725" y="3190875"/>
            <a:ext cx="3457575" cy="371475"/>
          </a:xfrm>
          <a:prstGeom prst="rect">
            <a:avLst/>
          </a:prstGeom>
          <a:noFill/>
          <a:ln w="0">
            <a:noFill/>
          </a:ln>
        </p:spPr>
        <p:txBody>
          <a:bodyPr lIns="0" tIns="0" rIns="0" bIns="0"/>
          <a:lstStyle>
            <a:defPPr algn="l">
              <a:defRPr sz="2100" b="1">
                <a:solidFill>
                  <a:srgbClr val="0074AF"/>
                </a:solidFill>
              </a:defRPr>
            </a:defPPr>
            <a:lvl1pPr algn="l">
              <a:defRPr sz="2100" b="1">
                <a:solidFill>
                  <a:srgbClr val="0074AF"/>
                </a:solidFill>
              </a:defRPr>
            </a:lvl1pPr>
            <a:lvl2pPr algn="l">
              <a:defRPr sz="2100" b="1">
                <a:solidFill>
                  <a:srgbClr val="0074AF"/>
                </a:solidFill>
              </a:defRPr>
            </a:lvl2pPr>
            <a:lvl3pPr algn="l">
              <a:defRPr sz="2100" b="1">
                <a:solidFill>
                  <a:srgbClr val="0074AF"/>
                </a:solidFill>
              </a:defRPr>
            </a:lvl3pPr>
            <a:lvl4pPr algn="l">
              <a:defRPr sz="2100" b="1">
                <a:solidFill>
                  <a:srgbClr val="0074AF"/>
                </a:solidFill>
              </a:defRPr>
            </a:lvl4pPr>
            <a:lvl5pPr algn="l">
              <a:defRPr sz="2100" b="1">
                <a:solidFill>
                  <a:srgbClr val="0074AF"/>
                </a:solidFill>
              </a:defRPr>
            </a:lvl5pPr>
            <a:lvl6pPr algn="l">
              <a:defRPr sz="2100" b="1">
                <a:solidFill>
                  <a:srgbClr val="0074AF"/>
                </a:solidFill>
              </a:defRPr>
            </a:lvl6pPr>
            <a:lvl7pPr algn="l">
              <a:defRPr sz="2100" b="1">
                <a:solidFill>
                  <a:srgbClr val="0074AF"/>
                </a:solidFill>
              </a:defRPr>
            </a:lvl7pPr>
            <a:lvl8pPr algn="l">
              <a:defRPr sz="2100" b="1">
                <a:solidFill>
                  <a:srgbClr val="0074AF"/>
                </a:solidFill>
              </a:defRPr>
            </a:lvl8pPr>
            <a:lvl9pPr algn="l">
              <a:defRPr sz="2100" b="1">
                <a:solidFill>
                  <a:srgbClr val="0074AF"/>
                </a:solidFill>
              </a:defRPr>
            </a:lvl9pPr>
          </a:lstStyle>
          <a:p>
            <a:pPr algn="l">
              <a:defRPr sz="2100" b="1">
                <a:solidFill>
                  <a:srgbClr val="0074AF"/>
                </a:solidFill>
              </a:defRPr>
            </a:pPr>
            <a:r>
              <a:rPr sz="2100" b="1">
                <a:solidFill>
                  <a:srgbClr val="0074AF"/>
                </a:solidFill>
                <a:latin typeface="Inter"/>
                <a:ea typeface="Inter"/>
                <a:cs typeface="Inter"/>
              </a:rPr>
              <a:t>Timing</a:t>
            </a:r>
          </a:p>
        </p:txBody>
      </p:sp>
      <p:sp>
        <p:nvSpPr>
          <p:cNvPr id="10" name="The same attack under even, early and late windows">
            <a:extLst>
              <a:ext uri="{FF2B5EF4-FFF2-40B4-BE49-F238E27FC236}">
                <a16:creationId xmlns:a16="http://schemas.microsoft.com/office/drawing/2014/main" id="{3E35A507-A652-4460-A2E8-9817FDD773A8}"/>
              </a:ext>
            </a:extLst>
          </p:cNvPr>
          <p:cNvSpPr>
            <a:spLocks noGrp="1"/>
          </p:cNvSpPr>
          <p:nvPr/>
        </p:nvSpPr>
        <p:spPr>
          <a:xfrm>
            <a:off x="8086725" y="3648075"/>
            <a:ext cx="3457575" cy="809625"/>
          </a:xfrm>
          <a:prstGeom prst="rect">
            <a:avLst/>
          </a:prstGeom>
          <a:noFill/>
          <a:ln w="0">
            <a:noFill/>
          </a:ln>
        </p:spPr>
        <p:txBody>
          <a:bodyPr lIns="0" tIns="0" rIns="0" bIns="0"/>
          <a:lstStyle>
            <a:defPPr algn="l">
              <a:defRPr sz="1800" b="0">
                <a:solidFill>
                  <a:srgbClr val="102235"/>
                </a:solidFill>
              </a:defRPr>
            </a:defPPr>
            <a:lvl1pPr algn="l">
              <a:defRPr sz="1800" b="0">
                <a:solidFill>
                  <a:srgbClr val="102235"/>
                </a:solidFill>
              </a:defRPr>
            </a:lvl1pPr>
            <a:lvl2pPr algn="l">
              <a:defRPr sz="1800" b="0">
                <a:solidFill>
                  <a:srgbClr val="102235"/>
                </a:solidFill>
              </a:defRPr>
            </a:lvl2pPr>
            <a:lvl3pPr algn="l">
              <a:defRPr sz="1800" b="0">
                <a:solidFill>
                  <a:srgbClr val="102235"/>
                </a:solidFill>
              </a:defRPr>
            </a:lvl3pPr>
            <a:lvl4pPr algn="l">
              <a:defRPr sz="1800" b="0">
                <a:solidFill>
                  <a:srgbClr val="102235"/>
                </a:solidFill>
              </a:defRPr>
            </a:lvl4pPr>
            <a:lvl5pPr algn="l">
              <a:defRPr sz="1800" b="0">
                <a:solidFill>
                  <a:srgbClr val="102235"/>
                </a:solidFill>
              </a:defRPr>
            </a:lvl5pPr>
            <a:lvl6pPr algn="l">
              <a:defRPr sz="1800" b="0">
                <a:solidFill>
                  <a:srgbClr val="102235"/>
                </a:solidFill>
              </a:defRPr>
            </a:lvl6pPr>
            <a:lvl7pPr algn="l">
              <a:defRPr sz="1800" b="0">
                <a:solidFill>
                  <a:srgbClr val="102235"/>
                </a:solidFill>
              </a:defRPr>
            </a:lvl7pPr>
            <a:lvl8pPr algn="l">
              <a:defRPr sz="1800" b="0">
                <a:solidFill>
                  <a:srgbClr val="102235"/>
                </a:solidFill>
              </a:defRPr>
            </a:lvl8pPr>
            <a:lvl9pPr algn="l">
              <a:defRPr sz="1800" b="0">
                <a:solidFill>
                  <a:srgbClr val="102235"/>
                </a:solidFill>
              </a:defRPr>
            </a:lvl9pPr>
          </a:lstStyle>
          <a:p>
            <a:pPr algn="l">
              <a:defRPr sz="1800" b="0">
                <a:solidFill>
                  <a:srgbClr val="102235"/>
                </a:solidFill>
              </a:defRPr>
            </a:pPr>
            <a:r>
              <a:rPr sz="1800" b="0">
                <a:solidFill>
                  <a:srgbClr val="102235"/>
                </a:solidFill>
                <a:latin typeface="Inter"/>
                <a:ea typeface="Inter"/>
                <a:cs typeface="Inter"/>
              </a:rPr>
              <a:t>The same attack under even, early and late windows</a:t>
            </a:r>
          </a:p>
        </p:txBody>
      </p:sp>
      <p:sp>
        <p:nvSpPr>
          <p:cNvPr id="11" name="Priority">
            <a:extLst>
              <a:ext uri="{FF2B5EF4-FFF2-40B4-BE49-F238E27FC236}">
                <a16:creationId xmlns:a16="http://schemas.microsoft.com/office/drawing/2014/main" id="{EFB7C52D-E38C-4C9F-A3D0-67996E69294A}"/>
              </a:ext>
            </a:extLst>
          </p:cNvPr>
          <p:cNvSpPr>
            <a:spLocks noGrp="1"/>
          </p:cNvSpPr>
          <p:nvPr/>
        </p:nvSpPr>
        <p:spPr>
          <a:xfrm>
            <a:off x="8086725" y="4552950"/>
            <a:ext cx="3457575" cy="371475"/>
          </a:xfrm>
          <a:prstGeom prst="rect">
            <a:avLst/>
          </a:prstGeom>
          <a:noFill/>
          <a:ln w="0">
            <a:noFill/>
          </a:ln>
        </p:spPr>
        <p:txBody>
          <a:bodyPr lIns="0" tIns="0" rIns="0" bIns="0"/>
          <a:lstStyle>
            <a:defPPr algn="l">
              <a:defRPr sz="2100" b="1">
                <a:solidFill>
                  <a:srgbClr val="0074AF"/>
                </a:solidFill>
              </a:defRPr>
            </a:defPPr>
            <a:lvl1pPr algn="l">
              <a:defRPr sz="2100" b="1">
                <a:solidFill>
                  <a:srgbClr val="0074AF"/>
                </a:solidFill>
              </a:defRPr>
            </a:lvl1pPr>
            <a:lvl2pPr algn="l">
              <a:defRPr sz="2100" b="1">
                <a:solidFill>
                  <a:srgbClr val="0074AF"/>
                </a:solidFill>
              </a:defRPr>
            </a:lvl2pPr>
            <a:lvl3pPr algn="l">
              <a:defRPr sz="2100" b="1">
                <a:solidFill>
                  <a:srgbClr val="0074AF"/>
                </a:solidFill>
              </a:defRPr>
            </a:lvl3pPr>
            <a:lvl4pPr algn="l">
              <a:defRPr sz="2100" b="1">
                <a:solidFill>
                  <a:srgbClr val="0074AF"/>
                </a:solidFill>
              </a:defRPr>
            </a:lvl4pPr>
            <a:lvl5pPr algn="l">
              <a:defRPr sz="2100" b="1">
                <a:solidFill>
                  <a:srgbClr val="0074AF"/>
                </a:solidFill>
              </a:defRPr>
            </a:lvl5pPr>
            <a:lvl6pPr algn="l">
              <a:defRPr sz="2100" b="1">
                <a:solidFill>
                  <a:srgbClr val="0074AF"/>
                </a:solidFill>
              </a:defRPr>
            </a:lvl6pPr>
            <a:lvl7pPr algn="l">
              <a:defRPr sz="2100" b="1">
                <a:solidFill>
                  <a:srgbClr val="0074AF"/>
                </a:solidFill>
              </a:defRPr>
            </a:lvl7pPr>
            <a:lvl8pPr algn="l">
              <a:defRPr sz="2100" b="1">
                <a:solidFill>
                  <a:srgbClr val="0074AF"/>
                </a:solidFill>
              </a:defRPr>
            </a:lvl8pPr>
            <a:lvl9pPr algn="l">
              <a:defRPr sz="2100" b="1">
                <a:solidFill>
                  <a:srgbClr val="0074AF"/>
                </a:solidFill>
              </a:defRPr>
            </a:lvl9pPr>
          </a:lstStyle>
          <a:p>
            <a:pPr algn="l">
              <a:defRPr sz="2100" b="1">
                <a:solidFill>
                  <a:srgbClr val="0074AF"/>
                </a:solidFill>
              </a:defRPr>
            </a:pPr>
            <a:r>
              <a:rPr sz="2100" b="1">
                <a:solidFill>
                  <a:srgbClr val="0074AF"/>
                </a:solidFill>
                <a:latin typeface="Inter"/>
                <a:ea typeface="Inter"/>
                <a:cs typeface="Inter"/>
              </a:rPr>
              <a:t>Priority</a:t>
            </a:r>
          </a:p>
        </p:txBody>
      </p:sp>
      <p:sp>
        <p:nvSpPr>
          <p:cNvPr id="12" name="One selected gain and one selected harm">
            <a:extLst>
              <a:ext uri="{FF2B5EF4-FFF2-40B4-BE49-F238E27FC236}">
                <a16:creationId xmlns:a16="http://schemas.microsoft.com/office/drawing/2014/main" id="{1BFF46D0-83D7-4ACA-A996-47489494FD27}"/>
              </a:ext>
            </a:extLst>
          </p:cNvPr>
          <p:cNvSpPr>
            <a:spLocks noGrp="1"/>
          </p:cNvSpPr>
          <p:nvPr/>
        </p:nvSpPr>
        <p:spPr>
          <a:xfrm>
            <a:off x="8086725" y="5010150"/>
            <a:ext cx="3457575" cy="809625"/>
          </a:xfrm>
          <a:prstGeom prst="rect">
            <a:avLst/>
          </a:prstGeom>
          <a:noFill/>
          <a:ln w="0">
            <a:noFill/>
          </a:ln>
        </p:spPr>
        <p:txBody>
          <a:bodyPr lIns="0" tIns="0" rIns="0" bIns="0"/>
          <a:lstStyle>
            <a:defPPr algn="l">
              <a:defRPr sz="1800" b="0">
                <a:solidFill>
                  <a:srgbClr val="102235"/>
                </a:solidFill>
              </a:defRPr>
            </a:defPPr>
            <a:lvl1pPr algn="l">
              <a:defRPr sz="1800" b="0">
                <a:solidFill>
                  <a:srgbClr val="102235"/>
                </a:solidFill>
              </a:defRPr>
            </a:lvl1pPr>
            <a:lvl2pPr algn="l">
              <a:defRPr sz="1800" b="0">
                <a:solidFill>
                  <a:srgbClr val="102235"/>
                </a:solidFill>
              </a:defRPr>
            </a:lvl2pPr>
            <a:lvl3pPr algn="l">
              <a:defRPr sz="1800" b="0">
                <a:solidFill>
                  <a:srgbClr val="102235"/>
                </a:solidFill>
              </a:defRPr>
            </a:lvl3pPr>
            <a:lvl4pPr algn="l">
              <a:defRPr sz="1800" b="0">
                <a:solidFill>
                  <a:srgbClr val="102235"/>
                </a:solidFill>
              </a:defRPr>
            </a:lvl4pPr>
            <a:lvl5pPr algn="l">
              <a:defRPr sz="1800" b="0">
                <a:solidFill>
                  <a:srgbClr val="102235"/>
                </a:solidFill>
              </a:defRPr>
            </a:lvl5pPr>
            <a:lvl6pPr algn="l">
              <a:defRPr sz="1800" b="0">
                <a:solidFill>
                  <a:srgbClr val="102235"/>
                </a:solidFill>
              </a:defRPr>
            </a:lvl6pPr>
            <a:lvl7pPr algn="l">
              <a:defRPr sz="1800" b="0">
                <a:solidFill>
                  <a:srgbClr val="102235"/>
                </a:solidFill>
              </a:defRPr>
            </a:lvl7pPr>
            <a:lvl8pPr algn="l">
              <a:defRPr sz="1800" b="0">
                <a:solidFill>
                  <a:srgbClr val="102235"/>
                </a:solidFill>
              </a:defRPr>
            </a:lvl8pPr>
            <a:lvl9pPr algn="l">
              <a:defRPr sz="1800" b="0">
                <a:solidFill>
                  <a:srgbClr val="102235"/>
                </a:solidFill>
              </a:defRPr>
            </a:lvl9pPr>
          </a:lstStyle>
          <a:p>
            <a:pPr algn="l">
              <a:defRPr sz="1800" b="0">
                <a:solidFill>
                  <a:srgbClr val="102235"/>
                </a:solidFill>
              </a:defRPr>
            </a:pPr>
            <a:r>
              <a:rPr sz="1800" b="0">
                <a:solidFill>
                  <a:srgbClr val="102235"/>
                </a:solidFill>
                <a:latin typeface="Inter"/>
                <a:ea typeface="Inter"/>
                <a:cs typeface="Inter"/>
              </a:rPr>
              <a:t>One selected gain and one selected harm</a:t>
            </a:r>
          </a:p>
        </p:txBody>
      </p:sp>
      <p:sp>
        <p:nvSpPr>
          <p:cNvPr id="13" name="Open output/demonstration.html. Selectors replay saved ">
            <a:extLst>
              <a:ext uri="{FF2B5EF4-FFF2-40B4-BE49-F238E27FC236}">
                <a16:creationId xmlns:a16="http://schemas.microsoft.com/office/drawing/2014/main" id="{2ABF3C89-5659-4A38-9A78-D44863A5279E}"/>
              </a:ext>
            </a:extLst>
          </p:cNvPr>
          <p:cNvSpPr>
            <a:spLocks noGrp="1"/>
          </p:cNvSpPr>
          <p:nvPr/>
        </p:nvSpPr>
        <p:spPr>
          <a:xfrm>
            <a:off x="590550" y="6134100"/>
            <a:ext cx="10858500" cy="428625"/>
          </a:xfrm>
          <a:prstGeom prst="rect">
            <a:avLst/>
          </a:prstGeom>
          <a:noFill/>
          <a:ln w="0">
            <a:noFill/>
          </a:ln>
        </p:spPr>
        <p:txBody>
          <a:bodyPr lIns="0" tIns="0" rIns="0" bIns="0"/>
          <a:lstStyle>
            <a:defPPr algn="l">
              <a:defRPr sz="1350" b="0">
                <a:solidFill>
                  <a:srgbClr val="607487"/>
                </a:solidFill>
              </a:defRPr>
            </a:defPPr>
            <a:lvl1pPr algn="l">
              <a:defRPr sz="1350" b="0">
                <a:solidFill>
                  <a:srgbClr val="607487"/>
                </a:solidFill>
              </a:defRPr>
            </a:lvl1pPr>
            <a:lvl2pPr algn="l">
              <a:defRPr sz="1350" b="0">
                <a:solidFill>
                  <a:srgbClr val="607487"/>
                </a:solidFill>
              </a:defRPr>
            </a:lvl2pPr>
            <a:lvl3pPr algn="l">
              <a:defRPr sz="1350" b="0">
                <a:solidFill>
                  <a:srgbClr val="607487"/>
                </a:solidFill>
              </a:defRPr>
            </a:lvl3pPr>
            <a:lvl4pPr algn="l">
              <a:defRPr sz="1350" b="0">
                <a:solidFill>
                  <a:srgbClr val="607487"/>
                </a:solidFill>
              </a:defRPr>
            </a:lvl4pPr>
            <a:lvl5pPr algn="l">
              <a:defRPr sz="1350" b="0">
                <a:solidFill>
                  <a:srgbClr val="607487"/>
                </a:solidFill>
              </a:defRPr>
            </a:lvl5pPr>
            <a:lvl6pPr algn="l">
              <a:defRPr sz="1350" b="0">
                <a:solidFill>
                  <a:srgbClr val="607487"/>
                </a:solidFill>
              </a:defRPr>
            </a:lvl6pPr>
            <a:lvl7pPr algn="l">
              <a:defRPr sz="1350" b="0">
                <a:solidFill>
                  <a:srgbClr val="607487"/>
                </a:solidFill>
              </a:defRPr>
            </a:lvl7pPr>
            <a:lvl8pPr algn="l">
              <a:defRPr sz="1350" b="0">
                <a:solidFill>
                  <a:srgbClr val="607487"/>
                </a:solidFill>
              </a:defRPr>
            </a:lvl8pPr>
            <a:lvl9pPr algn="l">
              <a:defRPr sz="1350" b="0">
                <a:solidFill>
                  <a:srgbClr val="607487"/>
                </a:solidFill>
              </a:defRPr>
            </a:lvl9pPr>
          </a:lstStyle>
          <a:p>
            <a:pPr algn="l">
              <a:defRPr sz="1350" b="0">
                <a:solidFill>
                  <a:srgbClr val="607487"/>
                </a:solidFill>
              </a:defRPr>
            </a:pPr>
            <a:r>
              <a:rPr sz="1350" b="0">
                <a:solidFill>
                  <a:srgbClr val="607487"/>
                </a:solidFill>
                <a:latin typeface="Inter"/>
                <a:ea typeface="Inter"/>
                <a:cs typeface="Inter"/>
              </a:rPr>
              <a:t>Open output/demonstration.html. Selectors replay saved traces; CSV and JSON retain the detailed evidence.</a:t>
            </a:r>
          </a:p>
        </p:txBody>
      </p:sp>
    </p:spTree>
    <p:extLst>
      <p:ext uri="{BB962C8B-B14F-4D97-AF65-F5344CB8AC3E}">
        <p14:creationId xmlns:p14="http://schemas.microsoft.com/office/powerpoint/2010/main" val="38538282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riginal black template tab">
            <a:extLst>
              <a:ext uri="{FF2B5EF4-FFF2-40B4-BE49-F238E27FC236}">
                <a16:creationId xmlns:a16="http://schemas.microsoft.com/office/drawing/2014/main" id="{DC36CFFA-DE96-460A-B219-451E8F99B3E7}"/>
              </a:ext>
            </a:extLst>
          </p:cNvPr>
          <p:cNvSpPr>
            <a:spLocks noGrp="1"/>
          </p:cNvSpPr>
          <p:nvPr/>
        </p:nvSpPr>
        <p:spPr>
          <a:xfrm>
            <a:off x="129521" y="0"/>
            <a:ext cx="2749481" cy="1364786"/>
          </a:xfrm>
          <a:custGeom>
            <a:avLst/>
            <a:gdLst/>
            <a:ahLst/>
            <a:cxnLst/>
            <a:rect l="0" t="0" r="0" b="0"/>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rgbClr val="000000"/>
          </a:solidFill>
          <a:ln w="0">
            <a:noFill/>
          </a:ln>
        </p:spPr>
      </p:sp>
      <p:sp>
        <p:nvSpPr>
          <p:cNvPr id="3" name="CONCLUSIONS">
            <a:extLst>
              <a:ext uri="{FF2B5EF4-FFF2-40B4-BE49-F238E27FC236}">
                <a16:creationId xmlns:a16="http://schemas.microsoft.com/office/drawing/2014/main" id="{FEA48CB0-4FC3-4C8E-9B72-B7E1CC75E6EC}"/>
              </a:ext>
            </a:extLst>
          </p:cNvPr>
          <p:cNvSpPr>
            <a:spLocks noGrp="1"/>
          </p:cNvSpPr>
          <p:nvPr/>
        </p:nvSpPr>
        <p:spPr>
          <a:xfrm>
            <a:off x="295275" y="409575"/>
            <a:ext cx="2381250" cy="666750"/>
          </a:xfrm>
          <a:prstGeom prst="rect">
            <a:avLst/>
          </a:prstGeom>
          <a:noFill/>
          <a:ln w="0">
            <a:noFill/>
          </a:ln>
        </p:spPr>
        <p:txBody>
          <a:bodyPr lIns="0" tIns="0" rIns="0" bIns="0"/>
          <a:lstStyle>
            <a:defPPr algn="ctr">
              <a:defRPr sz="2250" b="0">
                <a:solidFill>
                  <a:srgbClr val="FFFFFF"/>
                </a:solidFill>
              </a:defRPr>
            </a:defPPr>
            <a:lvl1pPr algn="ctr">
              <a:defRPr sz="2250" b="0">
                <a:solidFill>
                  <a:srgbClr val="FFFFFF"/>
                </a:solidFill>
              </a:defRPr>
            </a:lvl1pPr>
            <a:lvl2pPr algn="ctr">
              <a:defRPr sz="2250" b="0">
                <a:solidFill>
                  <a:srgbClr val="FFFFFF"/>
                </a:solidFill>
              </a:defRPr>
            </a:lvl2pPr>
            <a:lvl3pPr algn="ctr">
              <a:defRPr sz="2250" b="0">
                <a:solidFill>
                  <a:srgbClr val="FFFFFF"/>
                </a:solidFill>
              </a:defRPr>
            </a:lvl3pPr>
            <a:lvl4pPr algn="ctr">
              <a:defRPr sz="2250" b="0">
                <a:solidFill>
                  <a:srgbClr val="FFFFFF"/>
                </a:solidFill>
              </a:defRPr>
            </a:lvl4pPr>
            <a:lvl5pPr algn="ctr">
              <a:defRPr sz="2250" b="0">
                <a:solidFill>
                  <a:srgbClr val="FFFFFF"/>
                </a:solidFill>
              </a:defRPr>
            </a:lvl5pPr>
            <a:lvl6pPr algn="ctr">
              <a:defRPr sz="2250" b="0">
                <a:solidFill>
                  <a:srgbClr val="FFFFFF"/>
                </a:solidFill>
              </a:defRPr>
            </a:lvl6pPr>
            <a:lvl7pPr algn="ctr">
              <a:defRPr sz="2250" b="0">
                <a:solidFill>
                  <a:srgbClr val="FFFFFF"/>
                </a:solidFill>
              </a:defRPr>
            </a:lvl7pPr>
            <a:lvl8pPr algn="ctr">
              <a:defRPr sz="2250" b="0">
                <a:solidFill>
                  <a:srgbClr val="FFFFFF"/>
                </a:solidFill>
              </a:defRPr>
            </a:lvl8pPr>
            <a:lvl9pPr algn="ctr">
              <a:defRPr sz="2250" b="0">
                <a:solidFill>
                  <a:srgbClr val="FFFFFF"/>
                </a:solidFill>
              </a:defRPr>
            </a:lvl9pPr>
          </a:lstStyle>
          <a:p>
            <a:pPr algn="ctr">
              <a:defRPr sz="2250" b="0">
                <a:solidFill>
                  <a:srgbClr val="FFFFFF"/>
                </a:solidFill>
              </a:defRPr>
            </a:pPr>
            <a:r>
              <a:rPr sz="2250" b="0">
                <a:solidFill>
                  <a:srgbClr val="FFFFFF"/>
                </a:solidFill>
                <a:latin typeface="Inter"/>
                <a:ea typeface="Inter"/>
                <a:cs typeface="Inter"/>
              </a:rPr>
              <a:t>CONCLUSIONS</a:t>
            </a:r>
          </a:p>
        </p:txBody>
      </p:sp>
      <p:sp>
        <p:nvSpPr>
          <p:cNvPr id="4" name="Improvement, mixed evidence and failure">
            <a:extLst>
              <a:ext uri="{FF2B5EF4-FFF2-40B4-BE49-F238E27FC236}">
                <a16:creationId xmlns:a16="http://schemas.microsoft.com/office/drawing/2014/main" id="{C6D97276-0C76-4175-9E01-3D41AB34E4EA}"/>
              </a:ext>
            </a:extLst>
          </p:cNvPr>
          <p:cNvSpPr>
            <a:spLocks noGrp="1"/>
          </p:cNvSpPr>
          <p:nvPr/>
        </p:nvSpPr>
        <p:spPr>
          <a:xfrm>
            <a:off x="3057525" y="381000"/>
            <a:ext cx="8572500" cy="1000125"/>
          </a:xfrm>
          <a:prstGeom prst="rect">
            <a:avLst/>
          </a:prstGeom>
          <a:noFill/>
          <a:ln w="0">
            <a:noFill/>
          </a:ln>
        </p:spPr>
        <p:txBody>
          <a:bodyPr lIns="0" tIns="0" rIns="0" bIns="0"/>
          <a:lstStyle>
            <a:defPPr algn="l">
              <a:defRPr sz="2700" b="1">
                <a:solidFill>
                  <a:srgbClr val="102235"/>
                </a:solidFill>
              </a:defRPr>
            </a:defPPr>
            <a:lvl1pPr algn="l">
              <a:defRPr sz="2700" b="1">
                <a:solidFill>
                  <a:srgbClr val="102235"/>
                </a:solidFill>
              </a:defRPr>
            </a:lvl1pPr>
            <a:lvl2pPr algn="l">
              <a:defRPr sz="2700" b="1">
                <a:solidFill>
                  <a:srgbClr val="102235"/>
                </a:solidFill>
              </a:defRPr>
            </a:lvl2pPr>
            <a:lvl3pPr algn="l">
              <a:defRPr sz="2700" b="1">
                <a:solidFill>
                  <a:srgbClr val="102235"/>
                </a:solidFill>
              </a:defRPr>
            </a:lvl3pPr>
            <a:lvl4pPr algn="l">
              <a:defRPr sz="2700" b="1">
                <a:solidFill>
                  <a:srgbClr val="102235"/>
                </a:solidFill>
              </a:defRPr>
            </a:lvl4pPr>
            <a:lvl5pPr algn="l">
              <a:defRPr sz="2700" b="1">
                <a:solidFill>
                  <a:srgbClr val="102235"/>
                </a:solidFill>
              </a:defRPr>
            </a:lvl5pPr>
            <a:lvl6pPr algn="l">
              <a:defRPr sz="2700" b="1">
                <a:solidFill>
                  <a:srgbClr val="102235"/>
                </a:solidFill>
              </a:defRPr>
            </a:lvl6pPr>
            <a:lvl7pPr algn="l">
              <a:defRPr sz="2700" b="1">
                <a:solidFill>
                  <a:srgbClr val="102235"/>
                </a:solidFill>
              </a:defRPr>
            </a:lvl7pPr>
            <a:lvl8pPr algn="l">
              <a:defRPr sz="2700" b="1">
                <a:solidFill>
                  <a:srgbClr val="102235"/>
                </a:solidFill>
              </a:defRPr>
            </a:lvl8pPr>
            <a:lvl9pPr algn="l">
              <a:defRPr sz="2700" b="1">
                <a:solidFill>
                  <a:srgbClr val="102235"/>
                </a:solidFill>
              </a:defRPr>
            </a:lvl9pPr>
          </a:lstStyle>
          <a:p>
            <a:pPr algn="l">
              <a:defRPr sz="2700" b="1">
                <a:solidFill>
                  <a:srgbClr val="102235"/>
                </a:solidFill>
              </a:defRPr>
            </a:pPr>
            <a:r>
              <a:rPr>
                <a:latin typeface="Inter Display"/>
                <a:ea typeface="Inter Display"/>
                <a:cs typeface="Inter Display"/>
              </a:rPr>
              <a:t>Improvement, mixed evidence and failure</a:t>
            </a:r>
          </a:p>
        </p:txBody>
      </p:sp>
      <p:sp>
        <p:nvSpPr>
          <p:cNvPr id="5" name="29">
            <a:extLst>
              <a:ext uri="{FF2B5EF4-FFF2-40B4-BE49-F238E27FC236}">
                <a16:creationId xmlns:a16="http://schemas.microsoft.com/office/drawing/2014/main" id="{88AA2661-0F31-4549-8B54-70D0F37EA395}"/>
              </a:ext>
            </a:extLst>
          </p:cNvPr>
          <p:cNvSpPr>
            <a:spLocks noGrp="1"/>
          </p:cNvSpPr>
          <p:nvPr/>
        </p:nvSpPr>
        <p:spPr>
          <a:xfrm>
            <a:off x="11477625" y="6486525"/>
            <a:ext cx="361950" cy="209550"/>
          </a:xfrm>
          <a:prstGeom prst="rect">
            <a:avLst/>
          </a:prstGeom>
          <a:noFill/>
          <a:ln w="0">
            <a:noFill/>
          </a:ln>
        </p:spPr>
        <p:txBody>
          <a:bodyPr lIns="0" tIns="0" rIns="0" bIns="0"/>
          <a:lstStyle>
            <a:defPPr algn="r">
              <a:defRPr sz="1050" b="0">
                <a:solidFill>
                  <a:srgbClr val="0074AF"/>
                </a:solidFill>
              </a:defRPr>
            </a:defPPr>
            <a:lvl1pPr algn="r">
              <a:defRPr sz="1050" b="0">
                <a:solidFill>
                  <a:srgbClr val="0074AF"/>
                </a:solidFill>
              </a:defRPr>
            </a:lvl1pPr>
            <a:lvl2pPr algn="r">
              <a:defRPr sz="1050" b="0">
                <a:solidFill>
                  <a:srgbClr val="0074AF"/>
                </a:solidFill>
              </a:defRPr>
            </a:lvl2pPr>
            <a:lvl3pPr algn="r">
              <a:defRPr sz="1050" b="0">
                <a:solidFill>
                  <a:srgbClr val="0074AF"/>
                </a:solidFill>
              </a:defRPr>
            </a:lvl3pPr>
            <a:lvl4pPr algn="r">
              <a:defRPr sz="1050" b="0">
                <a:solidFill>
                  <a:srgbClr val="0074AF"/>
                </a:solidFill>
              </a:defRPr>
            </a:lvl4pPr>
            <a:lvl5pPr algn="r">
              <a:defRPr sz="1050" b="0">
                <a:solidFill>
                  <a:srgbClr val="0074AF"/>
                </a:solidFill>
              </a:defRPr>
            </a:lvl5pPr>
            <a:lvl6pPr algn="r">
              <a:defRPr sz="1050" b="0">
                <a:solidFill>
                  <a:srgbClr val="0074AF"/>
                </a:solidFill>
              </a:defRPr>
            </a:lvl6pPr>
            <a:lvl7pPr algn="r">
              <a:defRPr sz="1050" b="0">
                <a:solidFill>
                  <a:srgbClr val="0074AF"/>
                </a:solidFill>
              </a:defRPr>
            </a:lvl7pPr>
            <a:lvl8pPr algn="r">
              <a:defRPr sz="1050" b="0">
                <a:solidFill>
                  <a:srgbClr val="0074AF"/>
                </a:solidFill>
              </a:defRPr>
            </a:lvl8pPr>
            <a:lvl9pPr algn="r">
              <a:defRPr sz="1050" b="0">
                <a:solidFill>
                  <a:srgbClr val="0074AF"/>
                </a:solidFill>
              </a:defRPr>
            </a:lvl9pPr>
          </a:lstStyle>
          <a:p>
            <a:pPr algn="r">
              <a:defRPr sz="1050" b="0">
                <a:solidFill>
                  <a:srgbClr val="0074AF"/>
                </a:solidFill>
              </a:defRPr>
            </a:pPr>
            <a:r>
              <a:rPr sz="1050" b="0">
                <a:solidFill>
                  <a:srgbClr val="0074AF"/>
                </a:solidFill>
                <a:latin typeface="Inter"/>
                <a:ea typeface="Inter"/>
                <a:cs typeface="Inter"/>
              </a:rPr>
              <a:t>29</a:t>
            </a:r>
          </a:p>
        </p:txBody>
      </p:sp>
      <p:sp>
        <p:nvSpPr>
          <p:cNvPr id="6" name="Protection">
            <a:extLst>
              <a:ext uri="{FF2B5EF4-FFF2-40B4-BE49-F238E27FC236}">
                <a16:creationId xmlns:a16="http://schemas.microsoft.com/office/drawing/2014/main" id="{E19D8139-96FD-43B6-B90A-9CCA21CA9E48}"/>
              </a:ext>
            </a:extLst>
          </p:cNvPr>
          <p:cNvSpPr>
            <a:spLocks noGrp="1"/>
          </p:cNvSpPr>
          <p:nvPr/>
        </p:nvSpPr>
        <p:spPr>
          <a:xfrm>
            <a:off x="619125" y="1924050"/>
            <a:ext cx="3333750" cy="457200"/>
          </a:xfrm>
          <a:prstGeom prst="rect">
            <a:avLst/>
          </a:prstGeom>
          <a:noFill/>
          <a:ln w="0">
            <a:noFill/>
          </a:ln>
        </p:spPr>
        <p:txBody>
          <a:bodyPr lIns="0" tIns="0" rIns="0" bIns="0"/>
          <a:lstStyle>
            <a:defPPr algn="l">
              <a:defRPr sz="2250" b="1">
                <a:solidFill>
                  <a:srgbClr val="0074AF"/>
                </a:solidFill>
              </a:defRPr>
            </a:defPPr>
            <a:lvl1pPr algn="l">
              <a:defRPr sz="2250" b="1">
                <a:solidFill>
                  <a:srgbClr val="0074AF"/>
                </a:solidFill>
              </a:defRPr>
            </a:lvl1pPr>
            <a:lvl2pPr algn="l">
              <a:defRPr sz="2250" b="1">
                <a:solidFill>
                  <a:srgbClr val="0074AF"/>
                </a:solidFill>
              </a:defRPr>
            </a:lvl2pPr>
            <a:lvl3pPr algn="l">
              <a:defRPr sz="2250" b="1">
                <a:solidFill>
                  <a:srgbClr val="0074AF"/>
                </a:solidFill>
              </a:defRPr>
            </a:lvl3pPr>
            <a:lvl4pPr algn="l">
              <a:defRPr sz="2250" b="1">
                <a:solidFill>
                  <a:srgbClr val="0074AF"/>
                </a:solidFill>
              </a:defRPr>
            </a:lvl4pPr>
            <a:lvl5pPr algn="l">
              <a:defRPr sz="2250" b="1">
                <a:solidFill>
                  <a:srgbClr val="0074AF"/>
                </a:solidFill>
              </a:defRPr>
            </a:lvl5pPr>
            <a:lvl6pPr algn="l">
              <a:defRPr sz="2250" b="1">
                <a:solidFill>
                  <a:srgbClr val="0074AF"/>
                </a:solidFill>
              </a:defRPr>
            </a:lvl6pPr>
            <a:lvl7pPr algn="l">
              <a:defRPr sz="2250" b="1">
                <a:solidFill>
                  <a:srgbClr val="0074AF"/>
                </a:solidFill>
              </a:defRPr>
            </a:lvl7pPr>
            <a:lvl8pPr algn="l">
              <a:defRPr sz="2250" b="1">
                <a:solidFill>
                  <a:srgbClr val="0074AF"/>
                </a:solidFill>
              </a:defRPr>
            </a:lvl8pPr>
            <a:lvl9pPr algn="l">
              <a:defRPr sz="2250" b="1">
                <a:solidFill>
                  <a:srgbClr val="0074AF"/>
                </a:solidFill>
              </a:defRPr>
            </a:lvl9pPr>
          </a:lstStyle>
          <a:p>
            <a:pPr algn="l">
              <a:defRPr sz="2250" b="1">
                <a:solidFill>
                  <a:srgbClr val="0074AF"/>
                </a:solidFill>
              </a:defRPr>
            </a:pPr>
            <a:r>
              <a:rPr sz="2250" b="1">
                <a:solidFill>
                  <a:srgbClr val="0074AF"/>
                </a:solidFill>
                <a:latin typeface="Inter"/>
                <a:ea typeface="Inter"/>
                <a:cs typeface="Inter"/>
              </a:rPr>
              <a:t>Protection</a:t>
            </a:r>
          </a:p>
        </p:txBody>
      </p:sp>
      <p:sp>
        <p:nvSpPr>
          <p:cNvPr id="7" name="Rectangle 6">
            <a:extLst>
              <a:ext uri="{FF2B5EF4-FFF2-40B4-BE49-F238E27FC236}">
                <a16:creationId xmlns:a16="http://schemas.microsoft.com/office/drawing/2014/main" id="{5C130E60-DC45-4DDC-811E-B1777D0A33D9}"/>
              </a:ext>
            </a:extLst>
          </p:cNvPr>
          <p:cNvSpPr>
            <a:spLocks noGrp="1"/>
          </p:cNvSpPr>
          <p:nvPr/>
        </p:nvSpPr>
        <p:spPr>
          <a:xfrm>
            <a:off x="619125" y="2552700"/>
            <a:ext cx="3333750" cy="14288"/>
          </a:xfrm>
          <a:prstGeom prst="rect">
            <a:avLst/>
          </a:prstGeom>
          <a:solidFill>
            <a:srgbClr val="FFC000"/>
          </a:solidFill>
          <a:ln w="0">
            <a:noFill/>
          </a:ln>
        </p:spPr>
      </p:sp>
      <p:sp>
        <p:nvSpPr>
          <p:cNvPr id="8" name="Useful gains">
            <a:extLst>
              <a:ext uri="{FF2B5EF4-FFF2-40B4-BE49-F238E27FC236}">
                <a16:creationId xmlns:a16="http://schemas.microsoft.com/office/drawing/2014/main" id="{C45D695C-DF6E-4FF2-A190-7F651D314771}"/>
              </a:ext>
            </a:extLst>
          </p:cNvPr>
          <p:cNvSpPr>
            <a:spLocks noGrp="1"/>
          </p:cNvSpPr>
          <p:nvPr/>
        </p:nvSpPr>
        <p:spPr>
          <a:xfrm>
            <a:off x="619125" y="2876550"/>
            <a:ext cx="3333750" cy="723900"/>
          </a:xfrm>
          <a:prstGeom prst="rect">
            <a:avLst/>
          </a:prstGeom>
          <a:noFill/>
          <a:ln w="0">
            <a:noFill/>
          </a:ln>
        </p:spPr>
        <p:txBody>
          <a:bodyPr lIns="0" tIns="0" rIns="0" bIns="0"/>
          <a:lstStyle>
            <a:defPPr algn="l">
              <a:defRPr sz="2250" b="1">
                <a:solidFill>
                  <a:srgbClr val="244BD6"/>
                </a:solidFill>
              </a:defRPr>
            </a:defPPr>
            <a:lvl1pPr algn="l">
              <a:defRPr sz="2250" b="1">
                <a:solidFill>
                  <a:srgbClr val="244BD6"/>
                </a:solidFill>
              </a:defRPr>
            </a:lvl1pPr>
            <a:lvl2pPr algn="l">
              <a:defRPr sz="2250" b="1">
                <a:solidFill>
                  <a:srgbClr val="244BD6"/>
                </a:solidFill>
              </a:defRPr>
            </a:lvl2pPr>
            <a:lvl3pPr algn="l">
              <a:defRPr sz="2250" b="1">
                <a:solidFill>
                  <a:srgbClr val="244BD6"/>
                </a:solidFill>
              </a:defRPr>
            </a:lvl3pPr>
            <a:lvl4pPr algn="l">
              <a:defRPr sz="2250" b="1">
                <a:solidFill>
                  <a:srgbClr val="244BD6"/>
                </a:solidFill>
              </a:defRPr>
            </a:lvl4pPr>
            <a:lvl5pPr algn="l">
              <a:defRPr sz="2250" b="1">
                <a:solidFill>
                  <a:srgbClr val="244BD6"/>
                </a:solidFill>
              </a:defRPr>
            </a:lvl5pPr>
            <a:lvl6pPr algn="l">
              <a:defRPr sz="2250" b="1">
                <a:solidFill>
                  <a:srgbClr val="244BD6"/>
                </a:solidFill>
              </a:defRPr>
            </a:lvl6pPr>
            <a:lvl7pPr algn="l">
              <a:defRPr sz="2250" b="1">
                <a:solidFill>
                  <a:srgbClr val="244BD6"/>
                </a:solidFill>
              </a:defRPr>
            </a:lvl7pPr>
            <a:lvl8pPr algn="l">
              <a:defRPr sz="2250" b="1">
                <a:solidFill>
                  <a:srgbClr val="244BD6"/>
                </a:solidFill>
              </a:defRPr>
            </a:lvl8pPr>
            <a:lvl9pPr algn="l">
              <a:defRPr sz="2250" b="1">
                <a:solidFill>
                  <a:srgbClr val="244BD6"/>
                </a:solidFill>
              </a:defRPr>
            </a:lvl9pPr>
          </a:lstStyle>
          <a:p>
            <a:pPr algn="l">
              <a:defRPr sz="2250" b="1">
                <a:solidFill>
                  <a:srgbClr val="244BD6"/>
                </a:solidFill>
              </a:defRPr>
            </a:pPr>
            <a:r>
              <a:rPr sz="2250" b="1">
                <a:solidFill>
                  <a:srgbClr val="244BD6"/>
                </a:solidFill>
                <a:latin typeface="Inter"/>
                <a:ea typeface="Inter"/>
                <a:cs typeface="Inter"/>
              </a:rPr>
              <a:t>Useful gains</a:t>
            </a:r>
          </a:p>
        </p:txBody>
      </p:sp>
      <p:sp>
        <p:nvSpPr>
          <p:cNvPr id="9" name="Case 14 improves; held-out and stress failures remain.">
            <a:extLst>
              <a:ext uri="{FF2B5EF4-FFF2-40B4-BE49-F238E27FC236}">
                <a16:creationId xmlns:a16="http://schemas.microsoft.com/office/drawing/2014/main" id="{991A1847-411A-4F33-9D27-7CA2ECACF64C}"/>
              </a:ext>
            </a:extLst>
          </p:cNvPr>
          <p:cNvSpPr>
            <a:spLocks noGrp="1"/>
          </p:cNvSpPr>
          <p:nvPr/>
        </p:nvSpPr>
        <p:spPr>
          <a:xfrm>
            <a:off x="619125" y="3905250"/>
            <a:ext cx="3333750" cy="1381125"/>
          </a:xfrm>
          <a:prstGeom prst="rect">
            <a:avLst/>
          </a:prstGeom>
          <a:noFill/>
          <a:ln w="0">
            <a:noFill/>
          </a:ln>
        </p:spPr>
        <p:txBody>
          <a:bodyPr lIns="0" tIns="0" rIns="0" bIns="0"/>
          <a:lstStyle>
            <a:defPPr algn="l">
              <a:defRPr sz="2025" b="0">
                <a:solidFill>
                  <a:srgbClr val="102235"/>
                </a:solidFill>
              </a:defRPr>
            </a:defPPr>
            <a:lvl1pPr algn="l">
              <a:defRPr sz="2025" b="0">
                <a:solidFill>
                  <a:srgbClr val="102235"/>
                </a:solidFill>
              </a:defRPr>
            </a:lvl1pPr>
            <a:lvl2pPr algn="l">
              <a:defRPr sz="2025" b="0">
                <a:solidFill>
                  <a:srgbClr val="102235"/>
                </a:solidFill>
              </a:defRPr>
            </a:lvl2pPr>
            <a:lvl3pPr algn="l">
              <a:defRPr sz="2025" b="0">
                <a:solidFill>
                  <a:srgbClr val="102235"/>
                </a:solidFill>
              </a:defRPr>
            </a:lvl3pPr>
            <a:lvl4pPr algn="l">
              <a:defRPr sz="2025" b="0">
                <a:solidFill>
                  <a:srgbClr val="102235"/>
                </a:solidFill>
              </a:defRPr>
            </a:lvl4pPr>
            <a:lvl5pPr algn="l">
              <a:defRPr sz="2025" b="0">
                <a:solidFill>
                  <a:srgbClr val="102235"/>
                </a:solidFill>
              </a:defRPr>
            </a:lvl5pPr>
            <a:lvl6pPr algn="l">
              <a:defRPr sz="2025" b="0">
                <a:solidFill>
                  <a:srgbClr val="102235"/>
                </a:solidFill>
              </a:defRPr>
            </a:lvl6pPr>
            <a:lvl7pPr algn="l">
              <a:defRPr sz="2025" b="0">
                <a:solidFill>
                  <a:srgbClr val="102235"/>
                </a:solidFill>
              </a:defRPr>
            </a:lvl7pPr>
            <a:lvl8pPr algn="l">
              <a:defRPr sz="2025" b="0">
                <a:solidFill>
                  <a:srgbClr val="102235"/>
                </a:solidFill>
              </a:defRPr>
            </a:lvl8pPr>
            <a:lvl9pPr algn="l">
              <a:defRPr sz="2025" b="0">
                <a:solidFill>
                  <a:srgbClr val="102235"/>
                </a:solidFill>
              </a:defRPr>
            </a:lvl9pPr>
          </a:lstStyle>
          <a:p>
            <a:pPr algn="l">
              <a:defRPr sz="2025" b="0">
                <a:solidFill>
                  <a:srgbClr val="102235"/>
                </a:solidFill>
              </a:defRPr>
            </a:pPr>
            <a:r>
              <a:rPr sz="2025" b="0">
                <a:solidFill>
                  <a:srgbClr val="102235"/>
                </a:solidFill>
                <a:latin typeface="Inter"/>
                <a:ea typeface="Inter"/>
                <a:cs typeface="Inter"/>
              </a:rPr>
              <a:t>Case 14 improves; held-out and stress failures remain.</a:t>
            </a:r>
          </a:p>
        </p:txBody>
      </p:sp>
      <p:sp>
        <p:nvSpPr>
          <p:cNvPr id="10" name="Timing">
            <a:extLst>
              <a:ext uri="{FF2B5EF4-FFF2-40B4-BE49-F238E27FC236}">
                <a16:creationId xmlns:a16="http://schemas.microsoft.com/office/drawing/2014/main" id="{BED1DE32-4830-4F70-8C87-70398BF9AC5E}"/>
              </a:ext>
            </a:extLst>
          </p:cNvPr>
          <p:cNvSpPr>
            <a:spLocks noGrp="1"/>
          </p:cNvSpPr>
          <p:nvPr/>
        </p:nvSpPr>
        <p:spPr>
          <a:xfrm>
            <a:off x="4495800" y="1924050"/>
            <a:ext cx="3333750" cy="457200"/>
          </a:xfrm>
          <a:prstGeom prst="rect">
            <a:avLst/>
          </a:prstGeom>
          <a:noFill/>
          <a:ln w="0">
            <a:noFill/>
          </a:ln>
        </p:spPr>
        <p:txBody>
          <a:bodyPr lIns="0" tIns="0" rIns="0" bIns="0"/>
          <a:lstStyle>
            <a:defPPr algn="l">
              <a:defRPr sz="2250" b="1">
                <a:solidFill>
                  <a:srgbClr val="0074AF"/>
                </a:solidFill>
              </a:defRPr>
            </a:defPPr>
            <a:lvl1pPr algn="l">
              <a:defRPr sz="2250" b="1">
                <a:solidFill>
                  <a:srgbClr val="0074AF"/>
                </a:solidFill>
              </a:defRPr>
            </a:lvl1pPr>
            <a:lvl2pPr algn="l">
              <a:defRPr sz="2250" b="1">
                <a:solidFill>
                  <a:srgbClr val="0074AF"/>
                </a:solidFill>
              </a:defRPr>
            </a:lvl2pPr>
            <a:lvl3pPr algn="l">
              <a:defRPr sz="2250" b="1">
                <a:solidFill>
                  <a:srgbClr val="0074AF"/>
                </a:solidFill>
              </a:defRPr>
            </a:lvl3pPr>
            <a:lvl4pPr algn="l">
              <a:defRPr sz="2250" b="1">
                <a:solidFill>
                  <a:srgbClr val="0074AF"/>
                </a:solidFill>
              </a:defRPr>
            </a:lvl4pPr>
            <a:lvl5pPr algn="l">
              <a:defRPr sz="2250" b="1">
                <a:solidFill>
                  <a:srgbClr val="0074AF"/>
                </a:solidFill>
              </a:defRPr>
            </a:lvl5pPr>
            <a:lvl6pPr algn="l">
              <a:defRPr sz="2250" b="1">
                <a:solidFill>
                  <a:srgbClr val="0074AF"/>
                </a:solidFill>
              </a:defRPr>
            </a:lvl6pPr>
            <a:lvl7pPr algn="l">
              <a:defRPr sz="2250" b="1">
                <a:solidFill>
                  <a:srgbClr val="0074AF"/>
                </a:solidFill>
              </a:defRPr>
            </a:lvl7pPr>
            <a:lvl8pPr algn="l">
              <a:defRPr sz="2250" b="1">
                <a:solidFill>
                  <a:srgbClr val="0074AF"/>
                </a:solidFill>
              </a:defRPr>
            </a:lvl8pPr>
            <a:lvl9pPr algn="l">
              <a:defRPr sz="2250" b="1">
                <a:solidFill>
                  <a:srgbClr val="0074AF"/>
                </a:solidFill>
              </a:defRPr>
            </a:lvl9pPr>
          </a:lstStyle>
          <a:p>
            <a:pPr algn="l">
              <a:defRPr sz="2250" b="1">
                <a:solidFill>
                  <a:srgbClr val="0074AF"/>
                </a:solidFill>
              </a:defRPr>
            </a:pPr>
            <a:r>
              <a:rPr sz="2250" b="1">
                <a:solidFill>
                  <a:srgbClr val="0074AF"/>
                </a:solidFill>
                <a:latin typeface="Inter"/>
                <a:ea typeface="Inter"/>
                <a:cs typeface="Inter"/>
              </a:rPr>
              <a:t>Timing</a:t>
            </a:r>
          </a:p>
        </p:txBody>
      </p:sp>
      <p:sp>
        <p:nvSpPr>
          <p:cNvPr id="11" name="Rectangle 10">
            <a:extLst>
              <a:ext uri="{FF2B5EF4-FFF2-40B4-BE49-F238E27FC236}">
                <a16:creationId xmlns:a16="http://schemas.microsoft.com/office/drawing/2014/main" id="{C496BF73-805D-4E2A-B7F9-81BCC86ACE0C}"/>
              </a:ext>
            </a:extLst>
          </p:cNvPr>
          <p:cNvSpPr>
            <a:spLocks noGrp="1"/>
          </p:cNvSpPr>
          <p:nvPr/>
        </p:nvSpPr>
        <p:spPr>
          <a:xfrm>
            <a:off x="4495800" y="2552700"/>
            <a:ext cx="3333750" cy="14288"/>
          </a:xfrm>
          <a:prstGeom prst="rect">
            <a:avLst/>
          </a:prstGeom>
          <a:solidFill>
            <a:srgbClr val="FFC000"/>
          </a:solidFill>
          <a:ln w="0">
            <a:noFill/>
          </a:ln>
        </p:spPr>
      </p:sp>
      <p:sp>
        <p:nvSpPr>
          <p:cNvPr id="12" name="Different outcomes">
            <a:extLst>
              <a:ext uri="{FF2B5EF4-FFF2-40B4-BE49-F238E27FC236}">
                <a16:creationId xmlns:a16="http://schemas.microsoft.com/office/drawing/2014/main" id="{C5626776-FCD5-463F-A4BB-F7881E0BF163}"/>
              </a:ext>
            </a:extLst>
          </p:cNvPr>
          <p:cNvSpPr>
            <a:spLocks noGrp="1"/>
          </p:cNvSpPr>
          <p:nvPr/>
        </p:nvSpPr>
        <p:spPr>
          <a:xfrm>
            <a:off x="4495800" y="2876550"/>
            <a:ext cx="3333750" cy="723900"/>
          </a:xfrm>
          <a:prstGeom prst="rect">
            <a:avLst/>
          </a:prstGeom>
          <a:noFill/>
          <a:ln w="0">
            <a:noFill/>
          </a:ln>
        </p:spPr>
        <p:txBody>
          <a:bodyPr lIns="0" tIns="0" rIns="0" bIns="0"/>
          <a:lstStyle>
            <a:defPPr algn="l">
              <a:defRPr sz="2250" b="1">
                <a:solidFill>
                  <a:srgbClr val="F28C35"/>
                </a:solidFill>
              </a:defRPr>
            </a:defPPr>
            <a:lvl1pPr algn="l">
              <a:defRPr sz="2250" b="1">
                <a:solidFill>
                  <a:srgbClr val="F28C35"/>
                </a:solidFill>
              </a:defRPr>
            </a:lvl1pPr>
            <a:lvl2pPr algn="l">
              <a:defRPr sz="2250" b="1">
                <a:solidFill>
                  <a:srgbClr val="F28C35"/>
                </a:solidFill>
              </a:defRPr>
            </a:lvl2pPr>
            <a:lvl3pPr algn="l">
              <a:defRPr sz="2250" b="1">
                <a:solidFill>
                  <a:srgbClr val="F28C35"/>
                </a:solidFill>
              </a:defRPr>
            </a:lvl3pPr>
            <a:lvl4pPr algn="l">
              <a:defRPr sz="2250" b="1">
                <a:solidFill>
                  <a:srgbClr val="F28C35"/>
                </a:solidFill>
              </a:defRPr>
            </a:lvl4pPr>
            <a:lvl5pPr algn="l">
              <a:defRPr sz="2250" b="1">
                <a:solidFill>
                  <a:srgbClr val="F28C35"/>
                </a:solidFill>
              </a:defRPr>
            </a:lvl5pPr>
            <a:lvl6pPr algn="l">
              <a:defRPr sz="2250" b="1">
                <a:solidFill>
                  <a:srgbClr val="F28C35"/>
                </a:solidFill>
              </a:defRPr>
            </a:lvl6pPr>
            <a:lvl7pPr algn="l">
              <a:defRPr sz="2250" b="1">
                <a:solidFill>
                  <a:srgbClr val="F28C35"/>
                </a:solidFill>
              </a:defRPr>
            </a:lvl7pPr>
            <a:lvl8pPr algn="l">
              <a:defRPr sz="2250" b="1">
                <a:solidFill>
                  <a:srgbClr val="F28C35"/>
                </a:solidFill>
              </a:defRPr>
            </a:lvl8pPr>
            <a:lvl9pPr algn="l">
              <a:defRPr sz="2250" b="1">
                <a:solidFill>
                  <a:srgbClr val="F28C35"/>
                </a:solidFill>
              </a:defRPr>
            </a:lvl9pPr>
          </a:lstStyle>
          <a:p>
            <a:pPr algn="l">
              <a:defRPr sz="2250" b="1">
                <a:solidFill>
                  <a:srgbClr val="F28C35"/>
                </a:solidFill>
              </a:defRPr>
            </a:pPr>
            <a:r>
              <a:rPr sz="2250" b="1">
                <a:solidFill>
                  <a:srgbClr val="F28C35"/>
                </a:solidFill>
                <a:latin typeface="Inter"/>
                <a:ea typeface="Inter"/>
                <a:cs typeface="Inter"/>
              </a:rPr>
              <a:t>Different outcomes</a:t>
            </a:r>
          </a:p>
        </p:txBody>
      </p:sp>
      <p:sp>
        <p:nvSpPr>
          <p:cNvPr id="13" name="Failure spacing changes final loss and the energy proxy">
            <a:extLst>
              <a:ext uri="{FF2B5EF4-FFF2-40B4-BE49-F238E27FC236}">
                <a16:creationId xmlns:a16="http://schemas.microsoft.com/office/drawing/2014/main" id="{8AC9516F-BEFE-4DAB-9CF3-83BAAAB32533}"/>
              </a:ext>
            </a:extLst>
          </p:cNvPr>
          <p:cNvSpPr>
            <a:spLocks noGrp="1"/>
          </p:cNvSpPr>
          <p:nvPr/>
        </p:nvSpPr>
        <p:spPr>
          <a:xfrm>
            <a:off x="4495800" y="3905250"/>
            <a:ext cx="3333750" cy="1381125"/>
          </a:xfrm>
          <a:prstGeom prst="rect">
            <a:avLst/>
          </a:prstGeom>
          <a:noFill/>
          <a:ln w="0">
            <a:noFill/>
          </a:ln>
        </p:spPr>
        <p:txBody>
          <a:bodyPr lIns="0" tIns="0" rIns="0" bIns="0"/>
          <a:lstStyle>
            <a:defPPr algn="l">
              <a:defRPr sz="2025" b="0">
                <a:solidFill>
                  <a:srgbClr val="102235"/>
                </a:solidFill>
              </a:defRPr>
            </a:defPPr>
            <a:lvl1pPr algn="l">
              <a:defRPr sz="2025" b="0">
                <a:solidFill>
                  <a:srgbClr val="102235"/>
                </a:solidFill>
              </a:defRPr>
            </a:lvl1pPr>
            <a:lvl2pPr algn="l">
              <a:defRPr sz="2025" b="0">
                <a:solidFill>
                  <a:srgbClr val="102235"/>
                </a:solidFill>
              </a:defRPr>
            </a:lvl2pPr>
            <a:lvl3pPr algn="l">
              <a:defRPr sz="2025" b="0">
                <a:solidFill>
                  <a:srgbClr val="102235"/>
                </a:solidFill>
              </a:defRPr>
            </a:lvl3pPr>
            <a:lvl4pPr algn="l">
              <a:defRPr sz="2025" b="0">
                <a:solidFill>
                  <a:srgbClr val="102235"/>
                </a:solidFill>
              </a:defRPr>
            </a:lvl4pPr>
            <a:lvl5pPr algn="l">
              <a:defRPr sz="2025" b="0">
                <a:solidFill>
                  <a:srgbClr val="102235"/>
                </a:solidFill>
              </a:defRPr>
            </a:lvl5pPr>
            <a:lvl6pPr algn="l">
              <a:defRPr sz="2025" b="0">
                <a:solidFill>
                  <a:srgbClr val="102235"/>
                </a:solidFill>
              </a:defRPr>
            </a:lvl6pPr>
            <a:lvl7pPr algn="l">
              <a:defRPr sz="2025" b="0">
                <a:solidFill>
                  <a:srgbClr val="102235"/>
                </a:solidFill>
              </a:defRPr>
            </a:lvl7pPr>
            <a:lvl8pPr algn="l">
              <a:defRPr sz="2025" b="0">
                <a:solidFill>
                  <a:srgbClr val="102235"/>
                </a:solidFill>
              </a:defRPr>
            </a:lvl8pPr>
            <a:lvl9pPr algn="l">
              <a:defRPr sz="2025" b="0">
                <a:solidFill>
                  <a:srgbClr val="102235"/>
                </a:solidFill>
              </a:defRPr>
            </a:lvl9pPr>
          </a:lstStyle>
          <a:p>
            <a:pPr algn="l">
              <a:defRPr sz="2025" b="0">
                <a:solidFill>
                  <a:srgbClr val="102235"/>
                </a:solidFill>
              </a:defRPr>
            </a:pPr>
            <a:r>
              <a:rPr sz="2025" b="0">
                <a:solidFill>
                  <a:srgbClr val="102235"/>
                </a:solidFill>
                <a:latin typeface="Inter"/>
                <a:ea typeface="Inter"/>
                <a:cs typeface="Inter"/>
              </a:rPr>
              <a:t>Failure spacing changes final loss and the energy proxy.</a:t>
            </a:r>
          </a:p>
        </p:txBody>
      </p:sp>
      <p:sp>
        <p:nvSpPr>
          <p:cNvPr id="14" name="Critical service">
            <a:extLst>
              <a:ext uri="{FF2B5EF4-FFF2-40B4-BE49-F238E27FC236}">
                <a16:creationId xmlns:a16="http://schemas.microsoft.com/office/drawing/2014/main" id="{B220DAD4-E597-4EE2-B83F-72425F4C00F5}"/>
              </a:ext>
            </a:extLst>
          </p:cNvPr>
          <p:cNvSpPr>
            <a:spLocks noGrp="1"/>
          </p:cNvSpPr>
          <p:nvPr/>
        </p:nvSpPr>
        <p:spPr>
          <a:xfrm>
            <a:off x="8372475" y="1924050"/>
            <a:ext cx="3333750" cy="457200"/>
          </a:xfrm>
          <a:prstGeom prst="rect">
            <a:avLst/>
          </a:prstGeom>
          <a:noFill/>
          <a:ln w="0">
            <a:noFill/>
          </a:ln>
        </p:spPr>
        <p:txBody>
          <a:bodyPr lIns="0" tIns="0" rIns="0" bIns="0"/>
          <a:lstStyle>
            <a:defPPr algn="l">
              <a:defRPr sz="2250" b="1">
                <a:solidFill>
                  <a:srgbClr val="0074AF"/>
                </a:solidFill>
              </a:defRPr>
            </a:defPPr>
            <a:lvl1pPr algn="l">
              <a:defRPr sz="2250" b="1">
                <a:solidFill>
                  <a:srgbClr val="0074AF"/>
                </a:solidFill>
              </a:defRPr>
            </a:lvl1pPr>
            <a:lvl2pPr algn="l">
              <a:defRPr sz="2250" b="1">
                <a:solidFill>
                  <a:srgbClr val="0074AF"/>
                </a:solidFill>
              </a:defRPr>
            </a:lvl2pPr>
            <a:lvl3pPr algn="l">
              <a:defRPr sz="2250" b="1">
                <a:solidFill>
                  <a:srgbClr val="0074AF"/>
                </a:solidFill>
              </a:defRPr>
            </a:lvl3pPr>
            <a:lvl4pPr algn="l">
              <a:defRPr sz="2250" b="1">
                <a:solidFill>
                  <a:srgbClr val="0074AF"/>
                </a:solidFill>
              </a:defRPr>
            </a:lvl4pPr>
            <a:lvl5pPr algn="l">
              <a:defRPr sz="2250" b="1">
                <a:solidFill>
                  <a:srgbClr val="0074AF"/>
                </a:solidFill>
              </a:defRPr>
            </a:lvl5pPr>
            <a:lvl6pPr algn="l">
              <a:defRPr sz="2250" b="1">
                <a:solidFill>
                  <a:srgbClr val="0074AF"/>
                </a:solidFill>
              </a:defRPr>
            </a:lvl6pPr>
            <a:lvl7pPr algn="l">
              <a:defRPr sz="2250" b="1">
                <a:solidFill>
                  <a:srgbClr val="0074AF"/>
                </a:solidFill>
              </a:defRPr>
            </a:lvl7pPr>
            <a:lvl8pPr algn="l">
              <a:defRPr sz="2250" b="1">
                <a:solidFill>
                  <a:srgbClr val="0074AF"/>
                </a:solidFill>
              </a:defRPr>
            </a:lvl8pPr>
            <a:lvl9pPr algn="l">
              <a:defRPr sz="2250" b="1">
                <a:solidFill>
                  <a:srgbClr val="0074AF"/>
                </a:solidFill>
              </a:defRPr>
            </a:lvl9pPr>
          </a:lstStyle>
          <a:p>
            <a:pPr algn="l">
              <a:defRPr sz="2250" b="1">
                <a:solidFill>
                  <a:srgbClr val="0074AF"/>
                </a:solidFill>
              </a:defRPr>
            </a:pPr>
            <a:r>
              <a:rPr sz="2250" b="1">
                <a:solidFill>
                  <a:srgbClr val="0074AF"/>
                </a:solidFill>
                <a:latin typeface="Inter"/>
                <a:ea typeface="Inter"/>
                <a:cs typeface="Inter"/>
              </a:rPr>
              <a:t>Critical service</a:t>
            </a:r>
          </a:p>
        </p:txBody>
      </p:sp>
      <p:sp>
        <p:nvSpPr>
          <p:cNvPr id="15" name="Rectangle 14">
            <a:extLst>
              <a:ext uri="{FF2B5EF4-FFF2-40B4-BE49-F238E27FC236}">
                <a16:creationId xmlns:a16="http://schemas.microsoft.com/office/drawing/2014/main" id="{AF9D4E19-A6BF-4DA4-BEFE-2A202D43EB3F}"/>
              </a:ext>
            </a:extLst>
          </p:cNvPr>
          <p:cNvSpPr>
            <a:spLocks noGrp="1"/>
          </p:cNvSpPr>
          <p:nvPr/>
        </p:nvSpPr>
        <p:spPr>
          <a:xfrm>
            <a:off x="8372475" y="2552700"/>
            <a:ext cx="3333750" cy="14288"/>
          </a:xfrm>
          <a:prstGeom prst="rect">
            <a:avLst/>
          </a:prstGeom>
          <a:solidFill>
            <a:srgbClr val="FFC000"/>
          </a:solidFill>
          <a:ln w="0">
            <a:noFill/>
          </a:ln>
        </p:spPr>
      </p:sp>
      <p:sp>
        <p:nvSpPr>
          <p:cNvPr id="16" name="Benefits with costs">
            <a:extLst>
              <a:ext uri="{FF2B5EF4-FFF2-40B4-BE49-F238E27FC236}">
                <a16:creationId xmlns:a16="http://schemas.microsoft.com/office/drawing/2014/main" id="{367194FC-DB15-4D72-A90C-C65EA8C532B1}"/>
              </a:ext>
            </a:extLst>
          </p:cNvPr>
          <p:cNvSpPr>
            <a:spLocks noGrp="1"/>
          </p:cNvSpPr>
          <p:nvPr/>
        </p:nvSpPr>
        <p:spPr>
          <a:xfrm>
            <a:off x="8372475" y="2876550"/>
            <a:ext cx="3333750" cy="723900"/>
          </a:xfrm>
          <a:prstGeom prst="rect">
            <a:avLst/>
          </a:prstGeom>
          <a:noFill/>
          <a:ln w="0">
            <a:noFill/>
          </a:ln>
        </p:spPr>
        <p:txBody>
          <a:bodyPr lIns="0" tIns="0" rIns="0" bIns="0"/>
          <a:lstStyle>
            <a:defPPr algn="l">
              <a:defRPr sz="2250" b="1">
                <a:solidFill>
                  <a:srgbClr val="2CB6A8"/>
                </a:solidFill>
              </a:defRPr>
            </a:defPPr>
            <a:lvl1pPr algn="l">
              <a:defRPr sz="2250" b="1">
                <a:solidFill>
                  <a:srgbClr val="2CB6A8"/>
                </a:solidFill>
              </a:defRPr>
            </a:lvl1pPr>
            <a:lvl2pPr algn="l">
              <a:defRPr sz="2250" b="1">
                <a:solidFill>
                  <a:srgbClr val="2CB6A8"/>
                </a:solidFill>
              </a:defRPr>
            </a:lvl2pPr>
            <a:lvl3pPr algn="l">
              <a:defRPr sz="2250" b="1">
                <a:solidFill>
                  <a:srgbClr val="2CB6A8"/>
                </a:solidFill>
              </a:defRPr>
            </a:lvl3pPr>
            <a:lvl4pPr algn="l">
              <a:defRPr sz="2250" b="1">
                <a:solidFill>
                  <a:srgbClr val="2CB6A8"/>
                </a:solidFill>
              </a:defRPr>
            </a:lvl4pPr>
            <a:lvl5pPr algn="l">
              <a:defRPr sz="2250" b="1">
                <a:solidFill>
                  <a:srgbClr val="2CB6A8"/>
                </a:solidFill>
              </a:defRPr>
            </a:lvl5pPr>
            <a:lvl6pPr algn="l">
              <a:defRPr sz="2250" b="1">
                <a:solidFill>
                  <a:srgbClr val="2CB6A8"/>
                </a:solidFill>
              </a:defRPr>
            </a:lvl6pPr>
            <a:lvl7pPr algn="l">
              <a:defRPr sz="2250" b="1">
                <a:solidFill>
                  <a:srgbClr val="2CB6A8"/>
                </a:solidFill>
              </a:defRPr>
            </a:lvl7pPr>
            <a:lvl8pPr algn="l">
              <a:defRPr sz="2250" b="1">
                <a:solidFill>
                  <a:srgbClr val="2CB6A8"/>
                </a:solidFill>
              </a:defRPr>
            </a:lvl8pPr>
            <a:lvl9pPr algn="l">
              <a:defRPr sz="2250" b="1">
                <a:solidFill>
                  <a:srgbClr val="2CB6A8"/>
                </a:solidFill>
              </a:defRPr>
            </a:lvl9pPr>
          </a:lstStyle>
          <a:p>
            <a:pPr algn="l">
              <a:defRPr sz="2250" b="1">
                <a:solidFill>
                  <a:srgbClr val="2CB6A8"/>
                </a:solidFill>
              </a:defRPr>
            </a:pPr>
            <a:r>
              <a:rPr sz="2250" b="1">
                <a:solidFill>
                  <a:srgbClr val="2CB6A8"/>
                </a:solidFill>
                <a:latin typeface="Inter"/>
                <a:ea typeface="Inter"/>
                <a:cs typeface="Inter"/>
              </a:rPr>
              <a:t>Benefits with costs</a:t>
            </a:r>
          </a:p>
        </p:txBody>
      </p:sp>
      <p:sp>
        <p:nvSpPr>
          <p:cNvPr id="17" name="Selected service improves; other loss and later harm ca">
            <a:extLst>
              <a:ext uri="{FF2B5EF4-FFF2-40B4-BE49-F238E27FC236}">
                <a16:creationId xmlns:a16="http://schemas.microsoft.com/office/drawing/2014/main" id="{0788B46C-1837-41BC-8615-55180D04A00C}"/>
              </a:ext>
            </a:extLst>
          </p:cNvPr>
          <p:cNvSpPr>
            <a:spLocks noGrp="1"/>
          </p:cNvSpPr>
          <p:nvPr/>
        </p:nvSpPr>
        <p:spPr>
          <a:xfrm>
            <a:off x="8372475" y="3905250"/>
            <a:ext cx="3333750" cy="1381125"/>
          </a:xfrm>
          <a:prstGeom prst="rect">
            <a:avLst/>
          </a:prstGeom>
          <a:noFill/>
          <a:ln w="0">
            <a:noFill/>
          </a:ln>
        </p:spPr>
        <p:txBody>
          <a:bodyPr lIns="0" tIns="0" rIns="0" bIns="0"/>
          <a:lstStyle>
            <a:defPPr algn="l">
              <a:defRPr sz="2025" b="0">
                <a:solidFill>
                  <a:srgbClr val="102235"/>
                </a:solidFill>
              </a:defRPr>
            </a:defPPr>
            <a:lvl1pPr algn="l">
              <a:defRPr sz="2025" b="0">
                <a:solidFill>
                  <a:srgbClr val="102235"/>
                </a:solidFill>
              </a:defRPr>
            </a:lvl1pPr>
            <a:lvl2pPr algn="l">
              <a:defRPr sz="2025" b="0">
                <a:solidFill>
                  <a:srgbClr val="102235"/>
                </a:solidFill>
              </a:defRPr>
            </a:lvl2pPr>
            <a:lvl3pPr algn="l">
              <a:defRPr sz="2025" b="0">
                <a:solidFill>
                  <a:srgbClr val="102235"/>
                </a:solidFill>
              </a:defRPr>
            </a:lvl3pPr>
            <a:lvl4pPr algn="l">
              <a:defRPr sz="2025" b="0">
                <a:solidFill>
                  <a:srgbClr val="102235"/>
                </a:solidFill>
              </a:defRPr>
            </a:lvl4pPr>
            <a:lvl5pPr algn="l">
              <a:defRPr sz="2025" b="0">
                <a:solidFill>
                  <a:srgbClr val="102235"/>
                </a:solidFill>
              </a:defRPr>
            </a:lvl5pPr>
            <a:lvl6pPr algn="l">
              <a:defRPr sz="2025" b="0">
                <a:solidFill>
                  <a:srgbClr val="102235"/>
                </a:solidFill>
              </a:defRPr>
            </a:lvl6pPr>
            <a:lvl7pPr algn="l">
              <a:defRPr sz="2025" b="0">
                <a:solidFill>
                  <a:srgbClr val="102235"/>
                </a:solidFill>
              </a:defRPr>
            </a:lvl7pPr>
            <a:lvl8pPr algn="l">
              <a:defRPr sz="2025" b="0">
                <a:solidFill>
                  <a:srgbClr val="102235"/>
                </a:solidFill>
              </a:defRPr>
            </a:lvl8pPr>
            <a:lvl9pPr algn="l">
              <a:defRPr sz="2025" b="0">
                <a:solidFill>
                  <a:srgbClr val="102235"/>
                </a:solidFill>
              </a:defRPr>
            </a:lvl9pPr>
          </a:lstStyle>
          <a:p>
            <a:pPr algn="l">
              <a:defRPr sz="2025" b="0">
                <a:solidFill>
                  <a:srgbClr val="102235"/>
                </a:solidFill>
              </a:defRPr>
            </a:pPr>
            <a:r>
              <a:rPr sz="2025" b="0">
                <a:solidFill>
                  <a:srgbClr val="102235"/>
                </a:solidFill>
                <a:latin typeface="Inter"/>
                <a:ea typeface="Inter"/>
                <a:cs typeface="Inter"/>
              </a:rPr>
              <a:t>Selected service improves; other loss and later harm can increase.</a:t>
            </a:r>
          </a:p>
        </p:txBody>
      </p:sp>
      <p:sp>
        <p:nvSpPr>
          <p:cNvPr id="18" name="The contribution is a measured investigation of when th">
            <a:extLst>
              <a:ext uri="{FF2B5EF4-FFF2-40B4-BE49-F238E27FC236}">
                <a16:creationId xmlns:a16="http://schemas.microsoft.com/office/drawing/2014/main" id="{BFF11C4A-53CE-4358-8756-BD1EF02D3556}"/>
              </a:ext>
            </a:extLst>
          </p:cNvPr>
          <p:cNvSpPr>
            <a:spLocks noGrp="1"/>
          </p:cNvSpPr>
          <p:nvPr/>
        </p:nvSpPr>
        <p:spPr>
          <a:xfrm>
            <a:off x="590550" y="6134100"/>
            <a:ext cx="10858500" cy="428625"/>
          </a:xfrm>
          <a:prstGeom prst="rect">
            <a:avLst/>
          </a:prstGeom>
          <a:noFill/>
          <a:ln w="0">
            <a:noFill/>
          </a:ln>
        </p:spPr>
        <p:txBody>
          <a:bodyPr lIns="0" tIns="0" rIns="0" bIns="0"/>
          <a:lstStyle>
            <a:defPPr algn="l">
              <a:defRPr sz="1350" b="0">
                <a:solidFill>
                  <a:srgbClr val="607487"/>
                </a:solidFill>
              </a:defRPr>
            </a:defPPr>
            <a:lvl1pPr algn="l">
              <a:defRPr sz="1350" b="0">
                <a:solidFill>
                  <a:srgbClr val="607487"/>
                </a:solidFill>
              </a:defRPr>
            </a:lvl1pPr>
            <a:lvl2pPr algn="l">
              <a:defRPr sz="1350" b="0">
                <a:solidFill>
                  <a:srgbClr val="607487"/>
                </a:solidFill>
              </a:defRPr>
            </a:lvl2pPr>
            <a:lvl3pPr algn="l">
              <a:defRPr sz="1350" b="0">
                <a:solidFill>
                  <a:srgbClr val="607487"/>
                </a:solidFill>
              </a:defRPr>
            </a:lvl3pPr>
            <a:lvl4pPr algn="l">
              <a:defRPr sz="1350" b="0">
                <a:solidFill>
                  <a:srgbClr val="607487"/>
                </a:solidFill>
              </a:defRPr>
            </a:lvl4pPr>
            <a:lvl5pPr algn="l">
              <a:defRPr sz="1350" b="0">
                <a:solidFill>
                  <a:srgbClr val="607487"/>
                </a:solidFill>
              </a:defRPr>
            </a:lvl5pPr>
            <a:lvl6pPr algn="l">
              <a:defRPr sz="1350" b="0">
                <a:solidFill>
                  <a:srgbClr val="607487"/>
                </a:solidFill>
              </a:defRPr>
            </a:lvl6pPr>
            <a:lvl7pPr algn="l">
              <a:defRPr sz="1350" b="0">
                <a:solidFill>
                  <a:srgbClr val="607487"/>
                </a:solidFill>
              </a:defRPr>
            </a:lvl7pPr>
            <a:lvl8pPr algn="l">
              <a:defRPr sz="1350" b="0">
                <a:solidFill>
                  <a:srgbClr val="607487"/>
                </a:solidFill>
              </a:defRPr>
            </a:lvl8pPr>
            <a:lvl9pPr algn="l">
              <a:defRPr sz="1350" b="0">
                <a:solidFill>
                  <a:srgbClr val="607487"/>
                </a:solidFill>
              </a:defRPr>
            </a:lvl9pPr>
          </a:lstStyle>
          <a:p>
            <a:pPr algn="l">
              <a:defRPr sz="1350" b="0">
                <a:solidFill>
                  <a:srgbClr val="607487"/>
                </a:solidFill>
              </a:defRPr>
            </a:pPr>
            <a:r>
              <a:rPr sz="1350" b="0">
                <a:solidFill>
                  <a:srgbClr val="607487"/>
                </a:solidFill>
                <a:latin typeface="Inter"/>
                <a:ea typeface="Inter"/>
                <a:cs typeface="Inter"/>
              </a:rPr>
              <a:t>The contribution is a measured investigation of when these choices help, tie or fail.</a:t>
            </a:r>
          </a:p>
        </p:txBody>
      </p:sp>
    </p:spTree>
    <p:extLst>
      <p:ext uri="{BB962C8B-B14F-4D97-AF65-F5344CB8AC3E}">
        <p14:creationId xmlns:p14="http://schemas.microsoft.com/office/powerpoint/2010/main" val="11409733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riginal black template tab">
            <a:extLst>
              <a:ext uri="{FF2B5EF4-FFF2-40B4-BE49-F238E27FC236}">
                <a16:creationId xmlns:a16="http://schemas.microsoft.com/office/drawing/2014/main" id="{31F1C3E5-C2A2-4FD9-8241-270DC587CDB6}"/>
              </a:ext>
            </a:extLst>
          </p:cNvPr>
          <p:cNvSpPr>
            <a:spLocks noGrp="1"/>
          </p:cNvSpPr>
          <p:nvPr/>
        </p:nvSpPr>
        <p:spPr>
          <a:xfrm>
            <a:off x="129521" y="0"/>
            <a:ext cx="2749481" cy="1364786"/>
          </a:xfrm>
          <a:custGeom>
            <a:avLst/>
            <a:gdLst/>
            <a:ahLst/>
            <a:cxnLst/>
            <a:rect l="0" t="0" r="0" b="0"/>
            <a:pathLst>
              <a:path w="4741280" h="2353474">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rgbClr val="000000"/>
          </a:solidFill>
          <a:ln w="0">
            <a:noFill/>
          </a:ln>
        </p:spPr>
      </p:sp>
      <p:sp>
        <p:nvSpPr>
          <p:cNvPr id="3" name="FUTURE WORK">
            <a:extLst>
              <a:ext uri="{FF2B5EF4-FFF2-40B4-BE49-F238E27FC236}">
                <a16:creationId xmlns:a16="http://schemas.microsoft.com/office/drawing/2014/main" id="{947E937D-C319-4816-AFDD-E26A6068486F}"/>
              </a:ext>
            </a:extLst>
          </p:cNvPr>
          <p:cNvSpPr>
            <a:spLocks noGrp="1"/>
          </p:cNvSpPr>
          <p:nvPr/>
        </p:nvSpPr>
        <p:spPr>
          <a:xfrm>
            <a:off x="295275" y="409575"/>
            <a:ext cx="2381250" cy="666750"/>
          </a:xfrm>
          <a:prstGeom prst="rect">
            <a:avLst/>
          </a:prstGeom>
          <a:noFill/>
          <a:ln w="0">
            <a:noFill/>
          </a:ln>
        </p:spPr>
        <p:txBody>
          <a:bodyPr lIns="0" tIns="0" rIns="0" bIns="0"/>
          <a:lstStyle>
            <a:defPPr algn="ctr">
              <a:defRPr sz="2250" b="0">
                <a:solidFill>
                  <a:srgbClr val="FFFFFF"/>
                </a:solidFill>
              </a:defRPr>
            </a:defPPr>
            <a:lvl1pPr algn="ctr">
              <a:defRPr sz="2250" b="0">
                <a:solidFill>
                  <a:srgbClr val="FFFFFF"/>
                </a:solidFill>
              </a:defRPr>
            </a:lvl1pPr>
            <a:lvl2pPr algn="ctr">
              <a:defRPr sz="2250" b="0">
                <a:solidFill>
                  <a:srgbClr val="FFFFFF"/>
                </a:solidFill>
              </a:defRPr>
            </a:lvl2pPr>
            <a:lvl3pPr algn="ctr">
              <a:defRPr sz="2250" b="0">
                <a:solidFill>
                  <a:srgbClr val="FFFFFF"/>
                </a:solidFill>
              </a:defRPr>
            </a:lvl3pPr>
            <a:lvl4pPr algn="ctr">
              <a:defRPr sz="2250" b="0">
                <a:solidFill>
                  <a:srgbClr val="FFFFFF"/>
                </a:solidFill>
              </a:defRPr>
            </a:lvl4pPr>
            <a:lvl5pPr algn="ctr">
              <a:defRPr sz="2250" b="0">
                <a:solidFill>
                  <a:srgbClr val="FFFFFF"/>
                </a:solidFill>
              </a:defRPr>
            </a:lvl5pPr>
            <a:lvl6pPr algn="ctr">
              <a:defRPr sz="2250" b="0">
                <a:solidFill>
                  <a:srgbClr val="FFFFFF"/>
                </a:solidFill>
              </a:defRPr>
            </a:lvl6pPr>
            <a:lvl7pPr algn="ctr">
              <a:defRPr sz="2250" b="0">
                <a:solidFill>
                  <a:srgbClr val="FFFFFF"/>
                </a:solidFill>
              </a:defRPr>
            </a:lvl7pPr>
            <a:lvl8pPr algn="ctr">
              <a:defRPr sz="2250" b="0">
                <a:solidFill>
                  <a:srgbClr val="FFFFFF"/>
                </a:solidFill>
              </a:defRPr>
            </a:lvl8pPr>
            <a:lvl9pPr algn="ctr">
              <a:defRPr sz="2250" b="0">
                <a:solidFill>
                  <a:srgbClr val="FFFFFF"/>
                </a:solidFill>
              </a:defRPr>
            </a:lvl9pPr>
          </a:lstStyle>
          <a:p>
            <a:pPr algn="ctr">
              <a:defRPr sz="2250" b="0">
                <a:solidFill>
                  <a:srgbClr val="FFFFFF"/>
                </a:solidFill>
              </a:defRPr>
            </a:pPr>
            <a:r>
              <a:rPr sz="2250" b="0">
                <a:solidFill>
                  <a:srgbClr val="FFFFFF"/>
                </a:solidFill>
                <a:latin typeface="Inter"/>
                <a:ea typeface="Inter"/>
                <a:cs typeface="Inter"/>
              </a:rPr>
              <a:t>FUTURE WORK</a:t>
            </a:r>
          </a:p>
        </p:txBody>
      </p:sp>
      <p:sp>
        <p:nvSpPr>
          <p:cNvPr id="4" name="Next steps motivated by the results">
            <a:extLst>
              <a:ext uri="{FF2B5EF4-FFF2-40B4-BE49-F238E27FC236}">
                <a16:creationId xmlns:a16="http://schemas.microsoft.com/office/drawing/2014/main" id="{8F9EFB92-5C81-4D77-9903-5D1751CAB5CA}"/>
              </a:ext>
            </a:extLst>
          </p:cNvPr>
          <p:cNvSpPr>
            <a:spLocks noGrp="1"/>
          </p:cNvSpPr>
          <p:nvPr/>
        </p:nvSpPr>
        <p:spPr>
          <a:xfrm>
            <a:off x="3057525" y="381000"/>
            <a:ext cx="8572500" cy="1000125"/>
          </a:xfrm>
          <a:prstGeom prst="rect">
            <a:avLst/>
          </a:prstGeom>
          <a:noFill/>
          <a:ln w="0">
            <a:noFill/>
          </a:ln>
        </p:spPr>
        <p:txBody>
          <a:bodyPr lIns="0" tIns="0" rIns="0" bIns="0"/>
          <a:lstStyle>
            <a:defPPr algn="l">
              <a:defRPr sz="2700" b="1">
                <a:solidFill>
                  <a:srgbClr val="102235"/>
                </a:solidFill>
              </a:defRPr>
            </a:defPPr>
            <a:lvl1pPr algn="l">
              <a:defRPr sz="2700" b="1">
                <a:solidFill>
                  <a:srgbClr val="102235"/>
                </a:solidFill>
              </a:defRPr>
            </a:lvl1pPr>
            <a:lvl2pPr algn="l">
              <a:defRPr sz="2700" b="1">
                <a:solidFill>
                  <a:srgbClr val="102235"/>
                </a:solidFill>
              </a:defRPr>
            </a:lvl2pPr>
            <a:lvl3pPr algn="l">
              <a:defRPr sz="2700" b="1">
                <a:solidFill>
                  <a:srgbClr val="102235"/>
                </a:solidFill>
              </a:defRPr>
            </a:lvl3pPr>
            <a:lvl4pPr algn="l">
              <a:defRPr sz="2700" b="1">
                <a:solidFill>
                  <a:srgbClr val="102235"/>
                </a:solidFill>
              </a:defRPr>
            </a:lvl4pPr>
            <a:lvl5pPr algn="l">
              <a:defRPr sz="2700" b="1">
                <a:solidFill>
                  <a:srgbClr val="102235"/>
                </a:solidFill>
              </a:defRPr>
            </a:lvl5pPr>
            <a:lvl6pPr algn="l">
              <a:defRPr sz="2700" b="1">
                <a:solidFill>
                  <a:srgbClr val="102235"/>
                </a:solidFill>
              </a:defRPr>
            </a:lvl6pPr>
            <a:lvl7pPr algn="l">
              <a:defRPr sz="2700" b="1">
                <a:solidFill>
                  <a:srgbClr val="102235"/>
                </a:solidFill>
              </a:defRPr>
            </a:lvl7pPr>
            <a:lvl8pPr algn="l">
              <a:defRPr sz="2700" b="1">
                <a:solidFill>
                  <a:srgbClr val="102235"/>
                </a:solidFill>
              </a:defRPr>
            </a:lvl8pPr>
            <a:lvl9pPr algn="l">
              <a:defRPr sz="2700" b="1">
                <a:solidFill>
                  <a:srgbClr val="102235"/>
                </a:solidFill>
              </a:defRPr>
            </a:lvl9pPr>
          </a:lstStyle>
          <a:p>
            <a:pPr algn="l">
              <a:defRPr sz="2700" b="1">
                <a:solidFill>
                  <a:srgbClr val="102235"/>
                </a:solidFill>
              </a:defRPr>
            </a:pPr>
            <a:r>
              <a:rPr>
                <a:latin typeface="Inter Display"/>
                <a:ea typeface="Inter Display"/>
                <a:cs typeface="Inter Display"/>
              </a:rPr>
              <a:t>Next steps motivated by the results</a:t>
            </a:r>
          </a:p>
        </p:txBody>
      </p:sp>
      <p:sp>
        <p:nvSpPr>
          <p:cNvPr id="5" name="30">
            <a:extLst>
              <a:ext uri="{FF2B5EF4-FFF2-40B4-BE49-F238E27FC236}">
                <a16:creationId xmlns:a16="http://schemas.microsoft.com/office/drawing/2014/main" id="{D8652BC4-25B4-4C13-A6DE-5BCBCABDE530}"/>
              </a:ext>
            </a:extLst>
          </p:cNvPr>
          <p:cNvSpPr>
            <a:spLocks noGrp="1"/>
          </p:cNvSpPr>
          <p:nvPr/>
        </p:nvSpPr>
        <p:spPr>
          <a:xfrm>
            <a:off x="11477625" y="6486525"/>
            <a:ext cx="361950" cy="209550"/>
          </a:xfrm>
          <a:prstGeom prst="rect">
            <a:avLst/>
          </a:prstGeom>
          <a:noFill/>
          <a:ln w="0">
            <a:noFill/>
          </a:ln>
        </p:spPr>
        <p:txBody>
          <a:bodyPr lIns="0" tIns="0" rIns="0" bIns="0"/>
          <a:lstStyle>
            <a:defPPr algn="r">
              <a:defRPr sz="1050" b="0">
                <a:solidFill>
                  <a:srgbClr val="0074AF"/>
                </a:solidFill>
              </a:defRPr>
            </a:defPPr>
            <a:lvl1pPr algn="r">
              <a:defRPr sz="1050" b="0">
                <a:solidFill>
                  <a:srgbClr val="0074AF"/>
                </a:solidFill>
              </a:defRPr>
            </a:lvl1pPr>
            <a:lvl2pPr algn="r">
              <a:defRPr sz="1050" b="0">
                <a:solidFill>
                  <a:srgbClr val="0074AF"/>
                </a:solidFill>
              </a:defRPr>
            </a:lvl2pPr>
            <a:lvl3pPr algn="r">
              <a:defRPr sz="1050" b="0">
                <a:solidFill>
                  <a:srgbClr val="0074AF"/>
                </a:solidFill>
              </a:defRPr>
            </a:lvl3pPr>
            <a:lvl4pPr algn="r">
              <a:defRPr sz="1050" b="0">
                <a:solidFill>
                  <a:srgbClr val="0074AF"/>
                </a:solidFill>
              </a:defRPr>
            </a:lvl4pPr>
            <a:lvl5pPr algn="r">
              <a:defRPr sz="1050" b="0">
                <a:solidFill>
                  <a:srgbClr val="0074AF"/>
                </a:solidFill>
              </a:defRPr>
            </a:lvl5pPr>
            <a:lvl6pPr algn="r">
              <a:defRPr sz="1050" b="0">
                <a:solidFill>
                  <a:srgbClr val="0074AF"/>
                </a:solidFill>
              </a:defRPr>
            </a:lvl6pPr>
            <a:lvl7pPr algn="r">
              <a:defRPr sz="1050" b="0">
                <a:solidFill>
                  <a:srgbClr val="0074AF"/>
                </a:solidFill>
              </a:defRPr>
            </a:lvl7pPr>
            <a:lvl8pPr algn="r">
              <a:defRPr sz="1050" b="0">
                <a:solidFill>
                  <a:srgbClr val="0074AF"/>
                </a:solidFill>
              </a:defRPr>
            </a:lvl8pPr>
            <a:lvl9pPr algn="r">
              <a:defRPr sz="1050" b="0">
                <a:solidFill>
                  <a:srgbClr val="0074AF"/>
                </a:solidFill>
              </a:defRPr>
            </a:lvl9pPr>
          </a:lstStyle>
          <a:p>
            <a:pPr algn="r">
              <a:defRPr sz="1050" b="0">
                <a:solidFill>
                  <a:srgbClr val="0074AF"/>
                </a:solidFill>
              </a:defRPr>
            </a:pPr>
            <a:r>
              <a:rPr sz="1050" b="0">
                <a:solidFill>
                  <a:srgbClr val="0074AF"/>
                </a:solidFill>
                <a:latin typeface="Inter"/>
                <a:ea typeface="Inter"/>
                <a:cs typeface="Inter"/>
              </a:rPr>
              <a:t>30</a:t>
            </a:r>
          </a:p>
        </p:txBody>
      </p:sp>
      <p:sp>
        <p:nvSpPr>
          <p:cNvPr id="6" name="01">
            <a:extLst>
              <a:ext uri="{FF2B5EF4-FFF2-40B4-BE49-F238E27FC236}">
                <a16:creationId xmlns:a16="http://schemas.microsoft.com/office/drawing/2014/main" id="{BB29D73F-0E05-428F-9F13-DA502CD4792B}"/>
              </a:ext>
            </a:extLst>
          </p:cNvPr>
          <p:cNvSpPr>
            <a:spLocks noGrp="1"/>
          </p:cNvSpPr>
          <p:nvPr/>
        </p:nvSpPr>
        <p:spPr>
          <a:xfrm>
            <a:off x="628650" y="1809750"/>
            <a:ext cx="781050" cy="457200"/>
          </a:xfrm>
          <a:prstGeom prst="rect">
            <a:avLst/>
          </a:prstGeom>
          <a:noFill/>
          <a:ln w="0">
            <a:noFill/>
          </a:ln>
        </p:spPr>
        <p:txBody>
          <a:bodyPr lIns="0" tIns="0" rIns="0" bIns="0"/>
          <a:lstStyle>
            <a:defPPr algn="l">
              <a:defRPr sz="2925" b="1">
                <a:solidFill>
                  <a:srgbClr val="F28C35"/>
                </a:solidFill>
              </a:defRPr>
            </a:defPPr>
            <a:lvl1pPr algn="l">
              <a:defRPr sz="2925" b="1">
                <a:solidFill>
                  <a:srgbClr val="F28C35"/>
                </a:solidFill>
              </a:defRPr>
            </a:lvl1pPr>
            <a:lvl2pPr algn="l">
              <a:defRPr sz="2925" b="1">
                <a:solidFill>
                  <a:srgbClr val="F28C35"/>
                </a:solidFill>
              </a:defRPr>
            </a:lvl2pPr>
            <a:lvl3pPr algn="l">
              <a:defRPr sz="2925" b="1">
                <a:solidFill>
                  <a:srgbClr val="F28C35"/>
                </a:solidFill>
              </a:defRPr>
            </a:lvl3pPr>
            <a:lvl4pPr algn="l">
              <a:defRPr sz="2925" b="1">
                <a:solidFill>
                  <a:srgbClr val="F28C35"/>
                </a:solidFill>
              </a:defRPr>
            </a:lvl4pPr>
            <a:lvl5pPr algn="l">
              <a:defRPr sz="2925" b="1">
                <a:solidFill>
                  <a:srgbClr val="F28C35"/>
                </a:solidFill>
              </a:defRPr>
            </a:lvl5pPr>
            <a:lvl6pPr algn="l">
              <a:defRPr sz="2925" b="1">
                <a:solidFill>
                  <a:srgbClr val="F28C35"/>
                </a:solidFill>
              </a:defRPr>
            </a:lvl6pPr>
            <a:lvl7pPr algn="l">
              <a:defRPr sz="2925" b="1">
                <a:solidFill>
                  <a:srgbClr val="F28C35"/>
                </a:solidFill>
              </a:defRPr>
            </a:lvl7pPr>
            <a:lvl8pPr algn="l">
              <a:defRPr sz="2925" b="1">
                <a:solidFill>
                  <a:srgbClr val="F28C35"/>
                </a:solidFill>
              </a:defRPr>
            </a:lvl8pPr>
            <a:lvl9pPr algn="l">
              <a:defRPr sz="2925" b="1">
                <a:solidFill>
                  <a:srgbClr val="F28C35"/>
                </a:solidFill>
              </a:defRPr>
            </a:lvl9pPr>
          </a:lstStyle>
          <a:p>
            <a:pPr algn="l">
              <a:defRPr sz="2925" b="1">
                <a:solidFill>
                  <a:srgbClr val="F28C35"/>
                </a:solidFill>
              </a:defRPr>
            </a:pPr>
            <a:r>
              <a:rPr sz="2925" b="1">
                <a:solidFill>
                  <a:srgbClr val="F28C35"/>
                </a:solidFill>
                <a:latin typeface="Inter"/>
                <a:ea typeface="Inter"/>
                <a:cs typeface="Inter"/>
              </a:rPr>
              <a:t>01</a:t>
            </a:r>
          </a:p>
        </p:txBody>
      </p:sp>
      <p:sp>
        <p:nvSpPr>
          <p:cNvPr id="7" name="Stress failures">
            <a:extLst>
              <a:ext uri="{FF2B5EF4-FFF2-40B4-BE49-F238E27FC236}">
                <a16:creationId xmlns:a16="http://schemas.microsoft.com/office/drawing/2014/main" id="{C862970F-26CA-4D03-BFFD-989737CDA6B5}"/>
              </a:ext>
            </a:extLst>
          </p:cNvPr>
          <p:cNvSpPr>
            <a:spLocks noGrp="1"/>
          </p:cNvSpPr>
          <p:nvPr/>
        </p:nvSpPr>
        <p:spPr>
          <a:xfrm>
            <a:off x="1619250" y="1809750"/>
            <a:ext cx="9858375" cy="381000"/>
          </a:xfrm>
          <a:prstGeom prst="rect">
            <a:avLst/>
          </a:prstGeom>
          <a:noFill/>
          <a:ln w="0">
            <a:noFill/>
          </a:ln>
        </p:spPr>
        <p:txBody>
          <a:bodyPr lIns="0" tIns="0" rIns="0" bIns="0"/>
          <a:lstStyle>
            <a:defPPr algn="l">
              <a:defRPr sz="2175" b="1">
                <a:solidFill>
                  <a:srgbClr val="0074AF"/>
                </a:solidFill>
              </a:defRPr>
            </a:defPPr>
            <a:lvl1pPr algn="l">
              <a:defRPr sz="2175" b="1">
                <a:solidFill>
                  <a:srgbClr val="0074AF"/>
                </a:solidFill>
              </a:defRPr>
            </a:lvl1pPr>
            <a:lvl2pPr algn="l">
              <a:defRPr sz="2175" b="1">
                <a:solidFill>
                  <a:srgbClr val="0074AF"/>
                </a:solidFill>
              </a:defRPr>
            </a:lvl2pPr>
            <a:lvl3pPr algn="l">
              <a:defRPr sz="2175" b="1">
                <a:solidFill>
                  <a:srgbClr val="0074AF"/>
                </a:solidFill>
              </a:defRPr>
            </a:lvl3pPr>
            <a:lvl4pPr algn="l">
              <a:defRPr sz="2175" b="1">
                <a:solidFill>
                  <a:srgbClr val="0074AF"/>
                </a:solidFill>
              </a:defRPr>
            </a:lvl4pPr>
            <a:lvl5pPr algn="l">
              <a:defRPr sz="2175" b="1">
                <a:solidFill>
                  <a:srgbClr val="0074AF"/>
                </a:solidFill>
              </a:defRPr>
            </a:lvl5pPr>
            <a:lvl6pPr algn="l">
              <a:defRPr sz="2175" b="1">
                <a:solidFill>
                  <a:srgbClr val="0074AF"/>
                </a:solidFill>
              </a:defRPr>
            </a:lvl6pPr>
            <a:lvl7pPr algn="l">
              <a:defRPr sz="2175" b="1">
                <a:solidFill>
                  <a:srgbClr val="0074AF"/>
                </a:solidFill>
              </a:defRPr>
            </a:lvl7pPr>
            <a:lvl8pPr algn="l">
              <a:defRPr sz="2175" b="1">
                <a:solidFill>
                  <a:srgbClr val="0074AF"/>
                </a:solidFill>
              </a:defRPr>
            </a:lvl8pPr>
            <a:lvl9pPr algn="l">
              <a:defRPr sz="2175" b="1">
                <a:solidFill>
                  <a:srgbClr val="0074AF"/>
                </a:solidFill>
              </a:defRPr>
            </a:lvl9pPr>
          </a:lstStyle>
          <a:p>
            <a:pPr algn="l">
              <a:defRPr sz="2175" b="1">
                <a:solidFill>
                  <a:srgbClr val="0074AF"/>
                </a:solidFill>
              </a:defRPr>
            </a:pPr>
            <a:r>
              <a:rPr sz="2175" b="1">
                <a:solidFill>
                  <a:srgbClr val="0074AF"/>
                </a:solidFill>
                <a:latin typeface="Inter"/>
                <a:ea typeface="Inter"/>
                <a:cs typeface="Inter"/>
              </a:rPr>
              <a:t>Stress failures</a:t>
            </a:r>
          </a:p>
        </p:txBody>
      </p:sp>
      <p:sp>
        <p:nvSpPr>
          <p:cNvPr id="8" name="Train protection across demand and response-speed uncer">
            <a:extLst>
              <a:ext uri="{FF2B5EF4-FFF2-40B4-BE49-F238E27FC236}">
                <a16:creationId xmlns:a16="http://schemas.microsoft.com/office/drawing/2014/main" id="{87AC0B5B-5500-470B-910F-20D76C61EDDD}"/>
              </a:ext>
            </a:extLst>
          </p:cNvPr>
          <p:cNvSpPr>
            <a:spLocks noGrp="1"/>
          </p:cNvSpPr>
          <p:nvPr/>
        </p:nvSpPr>
        <p:spPr>
          <a:xfrm>
            <a:off x="1619250" y="2324100"/>
            <a:ext cx="9858375" cy="733425"/>
          </a:xfrm>
          <a:prstGeom prst="rect">
            <a:avLst/>
          </a:prstGeom>
          <a:noFill/>
          <a:ln w="0">
            <a:noFill/>
          </a:ln>
        </p:spPr>
        <p:txBody>
          <a:bodyPr lIns="0" tIns="0" rIns="0" bIns="0"/>
          <a:lstStyle>
            <a:defPPr algn="l">
              <a:defRPr sz="1950" b="0">
                <a:solidFill>
                  <a:srgbClr val="102235"/>
                </a:solidFill>
              </a:defRPr>
            </a:defPPr>
            <a:lvl1pPr algn="l">
              <a:defRPr sz="1950" b="0">
                <a:solidFill>
                  <a:srgbClr val="102235"/>
                </a:solidFill>
              </a:defRPr>
            </a:lvl1pPr>
            <a:lvl2pPr algn="l">
              <a:defRPr sz="1950" b="0">
                <a:solidFill>
                  <a:srgbClr val="102235"/>
                </a:solidFill>
              </a:defRPr>
            </a:lvl2pPr>
            <a:lvl3pPr algn="l">
              <a:defRPr sz="1950" b="0">
                <a:solidFill>
                  <a:srgbClr val="102235"/>
                </a:solidFill>
              </a:defRPr>
            </a:lvl3pPr>
            <a:lvl4pPr algn="l">
              <a:defRPr sz="1950" b="0">
                <a:solidFill>
                  <a:srgbClr val="102235"/>
                </a:solidFill>
              </a:defRPr>
            </a:lvl4pPr>
            <a:lvl5pPr algn="l">
              <a:defRPr sz="1950" b="0">
                <a:solidFill>
                  <a:srgbClr val="102235"/>
                </a:solidFill>
              </a:defRPr>
            </a:lvl5pPr>
            <a:lvl6pPr algn="l">
              <a:defRPr sz="1950" b="0">
                <a:solidFill>
                  <a:srgbClr val="102235"/>
                </a:solidFill>
              </a:defRPr>
            </a:lvl6pPr>
            <a:lvl7pPr algn="l">
              <a:defRPr sz="1950" b="0">
                <a:solidFill>
                  <a:srgbClr val="102235"/>
                </a:solidFill>
              </a:defRPr>
            </a:lvl7pPr>
            <a:lvl8pPr algn="l">
              <a:defRPr sz="1950" b="0">
                <a:solidFill>
                  <a:srgbClr val="102235"/>
                </a:solidFill>
              </a:defRPr>
            </a:lvl8pPr>
            <a:lvl9pPr algn="l">
              <a:defRPr sz="1950" b="0">
                <a:solidFill>
                  <a:srgbClr val="102235"/>
                </a:solidFill>
              </a:defRPr>
            </a:lvl9pPr>
          </a:lstStyle>
          <a:p>
            <a:pPr algn="l">
              <a:defRPr sz="1950" b="0">
                <a:solidFill>
                  <a:srgbClr val="102235"/>
                </a:solidFill>
              </a:defRPr>
            </a:pPr>
            <a:r>
              <a:rPr sz="1950" b="0">
                <a:solidFill>
                  <a:srgbClr val="102235"/>
                </a:solidFill>
                <a:latin typeface="Inter"/>
                <a:ea typeface="Inter"/>
                <a:cs typeface="Inter"/>
              </a:rPr>
              <a:t>Train protection across demand and response-speed uncertainty.</a:t>
            </a:r>
          </a:p>
        </p:txBody>
      </p:sp>
      <p:sp>
        <p:nvSpPr>
          <p:cNvPr id="9" name="02">
            <a:extLst>
              <a:ext uri="{FF2B5EF4-FFF2-40B4-BE49-F238E27FC236}">
                <a16:creationId xmlns:a16="http://schemas.microsoft.com/office/drawing/2014/main" id="{52D634E2-221E-4CF1-A81A-0E0A4189DC0E}"/>
              </a:ext>
            </a:extLst>
          </p:cNvPr>
          <p:cNvSpPr>
            <a:spLocks noGrp="1"/>
          </p:cNvSpPr>
          <p:nvPr/>
        </p:nvSpPr>
        <p:spPr>
          <a:xfrm>
            <a:off x="628650" y="3152775"/>
            <a:ext cx="781050" cy="457200"/>
          </a:xfrm>
          <a:prstGeom prst="rect">
            <a:avLst/>
          </a:prstGeom>
          <a:noFill/>
          <a:ln w="0">
            <a:noFill/>
          </a:ln>
        </p:spPr>
        <p:txBody>
          <a:bodyPr lIns="0" tIns="0" rIns="0" bIns="0"/>
          <a:lstStyle>
            <a:defPPr algn="l">
              <a:defRPr sz="2925" b="1">
                <a:solidFill>
                  <a:srgbClr val="F28C35"/>
                </a:solidFill>
              </a:defRPr>
            </a:defPPr>
            <a:lvl1pPr algn="l">
              <a:defRPr sz="2925" b="1">
                <a:solidFill>
                  <a:srgbClr val="F28C35"/>
                </a:solidFill>
              </a:defRPr>
            </a:lvl1pPr>
            <a:lvl2pPr algn="l">
              <a:defRPr sz="2925" b="1">
                <a:solidFill>
                  <a:srgbClr val="F28C35"/>
                </a:solidFill>
              </a:defRPr>
            </a:lvl2pPr>
            <a:lvl3pPr algn="l">
              <a:defRPr sz="2925" b="1">
                <a:solidFill>
                  <a:srgbClr val="F28C35"/>
                </a:solidFill>
              </a:defRPr>
            </a:lvl3pPr>
            <a:lvl4pPr algn="l">
              <a:defRPr sz="2925" b="1">
                <a:solidFill>
                  <a:srgbClr val="F28C35"/>
                </a:solidFill>
              </a:defRPr>
            </a:lvl4pPr>
            <a:lvl5pPr algn="l">
              <a:defRPr sz="2925" b="1">
                <a:solidFill>
                  <a:srgbClr val="F28C35"/>
                </a:solidFill>
              </a:defRPr>
            </a:lvl5pPr>
            <a:lvl6pPr algn="l">
              <a:defRPr sz="2925" b="1">
                <a:solidFill>
                  <a:srgbClr val="F28C35"/>
                </a:solidFill>
              </a:defRPr>
            </a:lvl6pPr>
            <a:lvl7pPr algn="l">
              <a:defRPr sz="2925" b="1">
                <a:solidFill>
                  <a:srgbClr val="F28C35"/>
                </a:solidFill>
              </a:defRPr>
            </a:lvl7pPr>
            <a:lvl8pPr algn="l">
              <a:defRPr sz="2925" b="1">
                <a:solidFill>
                  <a:srgbClr val="F28C35"/>
                </a:solidFill>
              </a:defRPr>
            </a:lvl8pPr>
            <a:lvl9pPr algn="l">
              <a:defRPr sz="2925" b="1">
                <a:solidFill>
                  <a:srgbClr val="F28C35"/>
                </a:solidFill>
              </a:defRPr>
            </a:lvl9pPr>
          </a:lstStyle>
          <a:p>
            <a:pPr algn="l">
              <a:defRPr sz="2925" b="1">
                <a:solidFill>
                  <a:srgbClr val="F28C35"/>
                </a:solidFill>
              </a:defRPr>
            </a:pPr>
            <a:r>
              <a:rPr sz="2925" b="1">
                <a:solidFill>
                  <a:srgbClr val="F28C35"/>
                </a:solidFill>
                <a:latin typeface="Inter"/>
                <a:ea typeface="Inter"/>
                <a:cs typeface="Inter"/>
              </a:rPr>
              <a:t>02</a:t>
            </a:r>
          </a:p>
        </p:txBody>
      </p:sp>
      <p:sp>
        <p:nvSpPr>
          <p:cNvPr id="10" name="Sampled larger cases">
            <a:extLst>
              <a:ext uri="{FF2B5EF4-FFF2-40B4-BE49-F238E27FC236}">
                <a16:creationId xmlns:a16="http://schemas.microsoft.com/office/drawing/2014/main" id="{B2E995BD-F936-42DA-916B-50DD51D24671}"/>
              </a:ext>
            </a:extLst>
          </p:cNvPr>
          <p:cNvSpPr>
            <a:spLocks noGrp="1"/>
          </p:cNvSpPr>
          <p:nvPr/>
        </p:nvSpPr>
        <p:spPr>
          <a:xfrm>
            <a:off x="1619250" y="3152775"/>
            <a:ext cx="9858375" cy="381000"/>
          </a:xfrm>
          <a:prstGeom prst="rect">
            <a:avLst/>
          </a:prstGeom>
          <a:noFill/>
          <a:ln w="0">
            <a:noFill/>
          </a:ln>
        </p:spPr>
        <p:txBody>
          <a:bodyPr lIns="0" tIns="0" rIns="0" bIns="0"/>
          <a:lstStyle>
            <a:defPPr algn="l">
              <a:defRPr sz="2175" b="1">
                <a:solidFill>
                  <a:srgbClr val="0074AF"/>
                </a:solidFill>
              </a:defRPr>
            </a:defPPr>
            <a:lvl1pPr algn="l">
              <a:defRPr sz="2175" b="1">
                <a:solidFill>
                  <a:srgbClr val="0074AF"/>
                </a:solidFill>
              </a:defRPr>
            </a:lvl1pPr>
            <a:lvl2pPr algn="l">
              <a:defRPr sz="2175" b="1">
                <a:solidFill>
                  <a:srgbClr val="0074AF"/>
                </a:solidFill>
              </a:defRPr>
            </a:lvl2pPr>
            <a:lvl3pPr algn="l">
              <a:defRPr sz="2175" b="1">
                <a:solidFill>
                  <a:srgbClr val="0074AF"/>
                </a:solidFill>
              </a:defRPr>
            </a:lvl3pPr>
            <a:lvl4pPr algn="l">
              <a:defRPr sz="2175" b="1">
                <a:solidFill>
                  <a:srgbClr val="0074AF"/>
                </a:solidFill>
              </a:defRPr>
            </a:lvl4pPr>
            <a:lvl5pPr algn="l">
              <a:defRPr sz="2175" b="1">
                <a:solidFill>
                  <a:srgbClr val="0074AF"/>
                </a:solidFill>
              </a:defRPr>
            </a:lvl5pPr>
            <a:lvl6pPr algn="l">
              <a:defRPr sz="2175" b="1">
                <a:solidFill>
                  <a:srgbClr val="0074AF"/>
                </a:solidFill>
              </a:defRPr>
            </a:lvl6pPr>
            <a:lvl7pPr algn="l">
              <a:defRPr sz="2175" b="1">
                <a:solidFill>
                  <a:srgbClr val="0074AF"/>
                </a:solidFill>
              </a:defRPr>
            </a:lvl7pPr>
            <a:lvl8pPr algn="l">
              <a:defRPr sz="2175" b="1">
                <a:solidFill>
                  <a:srgbClr val="0074AF"/>
                </a:solidFill>
              </a:defRPr>
            </a:lvl8pPr>
            <a:lvl9pPr algn="l">
              <a:defRPr sz="2175" b="1">
                <a:solidFill>
                  <a:srgbClr val="0074AF"/>
                </a:solidFill>
              </a:defRPr>
            </a:lvl9pPr>
          </a:lstStyle>
          <a:p>
            <a:pPr algn="l">
              <a:defRPr sz="2175" b="1">
                <a:solidFill>
                  <a:srgbClr val="0074AF"/>
                </a:solidFill>
              </a:defRPr>
            </a:pPr>
            <a:r>
              <a:rPr sz="2175" b="1">
                <a:solidFill>
                  <a:srgbClr val="0074AF"/>
                </a:solidFill>
                <a:latin typeface="Inter"/>
                <a:ea typeface="Inter"/>
                <a:cs typeface="Inter"/>
              </a:rPr>
              <a:t>Sampled larger cases</a:t>
            </a:r>
          </a:p>
        </p:txBody>
      </p:sp>
      <p:sp>
        <p:nvSpPr>
          <p:cNvPr id="11" name="Search more strongly for attacks against critical deman">
            <a:extLst>
              <a:ext uri="{FF2B5EF4-FFF2-40B4-BE49-F238E27FC236}">
                <a16:creationId xmlns:a16="http://schemas.microsoft.com/office/drawing/2014/main" id="{E92FBEBC-5929-428C-AEBC-FD6486F992FA}"/>
              </a:ext>
            </a:extLst>
          </p:cNvPr>
          <p:cNvSpPr>
            <a:spLocks noGrp="1"/>
          </p:cNvSpPr>
          <p:nvPr/>
        </p:nvSpPr>
        <p:spPr>
          <a:xfrm>
            <a:off x="1619250" y="3667125"/>
            <a:ext cx="9858375" cy="733425"/>
          </a:xfrm>
          <a:prstGeom prst="rect">
            <a:avLst/>
          </a:prstGeom>
          <a:noFill/>
          <a:ln w="0">
            <a:noFill/>
          </a:ln>
        </p:spPr>
        <p:txBody>
          <a:bodyPr lIns="0" tIns="0" rIns="0" bIns="0"/>
          <a:lstStyle>
            <a:defPPr algn="l">
              <a:defRPr sz="1950" b="0">
                <a:solidFill>
                  <a:srgbClr val="102235"/>
                </a:solidFill>
              </a:defRPr>
            </a:defPPr>
            <a:lvl1pPr algn="l">
              <a:defRPr sz="1950" b="0">
                <a:solidFill>
                  <a:srgbClr val="102235"/>
                </a:solidFill>
              </a:defRPr>
            </a:lvl1pPr>
            <a:lvl2pPr algn="l">
              <a:defRPr sz="1950" b="0">
                <a:solidFill>
                  <a:srgbClr val="102235"/>
                </a:solidFill>
              </a:defRPr>
            </a:lvl2pPr>
            <a:lvl3pPr algn="l">
              <a:defRPr sz="1950" b="0">
                <a:solidFill>
                  <a:srgbClr val="102235"/>
                </a:solidFill>
              </a:defRPr>
            </a:lvl3pPr>
            <a:lvl4pPr algn="l">
              <a:defRPr sz="1950" b="0">
                <a:solidFill>
                  <a:srgbClr val="102235"/>
                </a:solidFill>
              </a:defRPr>
            </a:lvl4pPr>
            <a:lvl5pPr algn="l">
              <a:defRPr sz="1950" b="0">
                <a:solidFill>
                  <a:srgbClr val="102235"/>
                </a:solidFill>
              </a:defRPr>
            </a:lvl5pPr>
            <a:lvl6pPr algn="l">
              <a:defRPr sz="1950" b="0">
                <a:solidFill>
                  <a:srgbClr val="102235"/>
                </a:solidFill>
              </a:defRPr>
            </a:lvl6pPr>
            <a:lvl7pPr algn="l">
              <a:defRPr sz="1950" b="0">
                <a:solidFill>
                  <a:srgbClr val="102235"/>
                </a:solidFill>
              </a:defRPr>
            </a:lvl7pPr>
            <a:lvl8pPr algn="l">
              <a:defRPr sz="1950" b="0">
                <a:solidFill>
                  <a:srgbClr val="102235"/>
                </a:solidFill>
              </a:defRPr>
            </a:lvl8pPr>
            <a:lvl9pPr algn="l">
              <a:defRPr sz="1950" b="0">
                <a:solidFill>
                  <a:srgbClr val="102235"/>
                </a:solidFill>
              </a:defRPr>
            </a:lvl9pPr>
          </a:lstStyle>
          <a:p>
            <a:pPr algn="l">
              <a:defRPr sz="1950" b="0">
                <a:solidFill>
                  <a:srgbClr val="102235"/>
                </a:solidFill>
              </a:defRPr>
            </a:pPr>
            <a:r>
              <a:rPr sz="1950" b="0">
                <a:solidFill>
                  <a:srgbClr val="102235"/>
                </a:solidFill>
                <a:latin typeface="Inter"/>
                <a:ea typeface="Inter"/>
                <a:cs typeface="Inter"/>
              </a:rPr>
              <a:t>Search more strongly for attacks against critical demand. Vary priority groups.</a:t>
            </a:r>
          </a:p>
        </p:txBody>
      </p:sp>
      <p:sp>
        <p:nvSpPr>
          <p:cNvPr id="12" name="03">
            <a:extLst>
              <a:ext uri="{FF2B5EF4-FFF2-40B4-BE49-F238E27FC236}">
                <a16:creationId xmlns:a16="http://schemas.microsoft.com/office/drawing/2014/main" id="{34D7C77B-4E01-460D-8BCA-F02C1C86D6D4}"/>
              </a:ext>
            </a:extLst>
          </p:cNvPr>
          <p:cNvSpPr>
            <a:spLocks noGrp="1"/>
          </p:cNvSpPr>
          <p:nvPr/>
        </p:nvSpPr>
        <p:spPr>
          <a:xfrm>
            <a:off x="628650" y="4495800"/>
            <a:ext cx="781050" cy="457200"/>
          </a:xfrm>
          <a:prstGeom prst="rect">
            <a:avLst/>
          </a:prstGeom>
          <a:noFill/>
          <a:ln w="0">
            <a:noFill/>
          </a:ln>
        </p:spPr>
        <p:txBody>
          <a:bodyPr lIns="0" tIns="0" rIns="0" bIns="0"/>
          <a:lstStyle>
            <a:defPPr algn="l">
              <a:defRPr sz="2925" b="1">
                <a:solidFill>
                  <a:srgbClr val="F28C35"/>
                </a:solidFill>
              </a:defRPr>
            </a:defPPr>
            <a:lvl1pPr algn="l">
              <a:defRPr sz="2925" b="1">
                <a:solidFill>
                  <a:srgbClr val="F28C35"/>
                </a:solidFill>
              </a:defRPr>
            </a:lvl1pPr>
            <a:lvl2pPr algn="l">
              <a:defRPr sz="2925" b="1">
                <a:solidFill>
                  <a:srgbClr val="F28C35"/>
                </a:solidFill>
              </a:defRPr>
            </a:lvl2pPr>
            <a:lvl3pPr algn="l">
              <a:defRPr sz="2925" b="1">
                <a:solidFill>
                  <a:srgbClr val="F28C35"/>
                </a:solidFill>
              </a:defRPr>
            </a:lvl3pPr>
            <a:lvl4pPr algn="l">
              <a:defRPr sz="2925" b="1">
                <a:solidFill>
                  <a:srgbClr val="F28C35"/>
                </a:solidFill>
              </a:defRPr>
            </a:lvl4pPr>
            <a:lvl5pPr algn="l">
              <a:defRPr sz="2925" b="1">
                <a:solidFill>
                  <a:srgbClr val="F28C35"/>
                </a:solidFill>
              </a:defRPr>
            </a:lvl5pPr>
            <a:lvl6pPr algn="l">
              <a:defRPr sz="2925" b="1">
                <a:solidFill>
                  <a:srgbClr val="F28C35"/>
                </a:solidFill>
              </a:defRPr>
            </a:lvl6pPr>
            <a:lvl7pPr algn="l">
              <a:defRPr sz="2925" b="1">
                <a:solidFill>
                  <a:srgbClr val="F28C35"/>
                </a:solidFill>
              </a:defRPr>
            </a:lvl7pPr>
            <a:lvl8pPr algn="l">
              <a:defRPr sz="2925" b="1">
                <a:solidFill>
                  <a:srgbClr val="F28C35"/>
                </a:solidFill>
              </a:defRPr>
            </a:lvl8pPr>
            <a:lvl9pPr algn="l">
              <a:defRPr sz="2925" b="1">
                <a:solidFill>
                  <a:srgbClr val="F28C35"/>
                </a:solidFill>
              </a:defRPr>
            </a:lvl9pPr>
          </a:lstStyle>
          <a:p>
            <a:pPr algn="l">
              <a:defRPr sz="2925" b="1">
                <a:solidFill>
                  <a:srgbClr val="F28C35"/>
                </a:solidFill>
              </a:defRPr>
            </a:pPr>
            <a:r>
              <a:rPr sz="2925" b="1">
                <a:solidFill>
                  <a:srgbClr val="F28C35"/>
                </a:solidFill>
                <a:latin typeface="Inter"/>
                <a:ea typeface="Inter"/>
                <a:cs typeface="Inter"/>
              </a:rPr>
              <a:t>03</a:t>
            </a:r>
          </a:p>
        </p:txBody>
      </p:sp>
      <p:sp>
        <p:nvSpPr>
          <p:cNvPr id="13" name="Model assumptions">
            <a:extLst>
              <a:ext uri="{FF2B5EF4-FFF2-40B4-BE49-F238E27FC236}">
                <a16:creationId xmlns:a16="http://schemas.microsoft.com/office/drawing/2014/main" id="{4C0C22FD-5520-401A-8910-31A18AE229F6}"/>
              </a:ext>
            </a:extLst>
          </p:cNvPr>
          <p:cNvSpPr>
            <a:spLocks noGrp="1"/>
          </p:cNvSpPr>
          <p:nvPr/>
        </p:nvSpPr>
        <p:spPr>
          <a:xfrm>
            <a:off x="1619250" y="4495800"/>
            <a:ext cx="9858375" cy="381000"/>
          </a:xfrm>
          <a:prstGeom prst="rect">
            <a:avLst/>
          </a:prstGeom>
          <a:noFill/>
          <a:ln w="0">
            <a:noFill/>
          </a:ln>
        </p:spPr>
        <p:txBody>
          <a:bodyPr lIns="0" tIns="0" rIns="0" bIns="0"/>
          <a:lstStyle>
            <a:defPPr algn="l">
              <a:defRPr sz="2175" b="1">
                <a:solidFill>
                  <a:srgbClr val="0074AF"/>
                </a:solidFill>
              </a:defRPr>
            </a:defPPr>
            <a:lvl1pPr algn="l">
              <a:defRPr sz="2175" b="1">
                <a:solidFill>
                  <a:srgbClr val="0074AF"/>
                </a:solidFill>
              </a:defRPr>
            </a:lvl1pPr>
            <a:lvl2pPr algn="l">
              <a:defRPr sz="2175" b="1">
                <a:solidFill>
                  <a:srgbClr val="0074AF"/>
                </a:solidFill>
              </a:defRPr>
            </a:lvl2pPr>
            <a:lvl3pPr algn="l">
              <a:defRPr sz="2175" b="1">
                <a:solidFill>
                  <a:srgbClr val="0074AF"/>
                </a:solidFill>
              </a:defRPr>
            </a:lvl3pPr>
            <a:lvl4pPr algn="l">
              <a:defRPr sz="2175" b="1">
                <a:solidFill>
                  <a:srgbClr val="0074AF"/>
                </a:solidFill>
              </a:defRPr>
            </a:lvl4pPr>
            <a:lvl5pPr algn="l">
              <a:defRPr sz="2175" b="1">
                <a:solidFill>
                  <a:srgbClr val="0074AF"/>
                </a:solidFill>
              </a:defRPr>
            </a:lvl5pPr>
            <a:lvl6pPr algn="l">
              <a:defRPr sz="2175" b="1">
                <a:solidFill>
                  <a:srgbClr val="0074AF"/>
                </a:solidFill>
              </a:defRPr>
            </a:lvl6pPr>
            <a:lvl7pPr algn="l">
              <a:defRPr sz="2175" b="1">
                <a:solidFill>
                  <a:srgbClr val="0074AF"/>
                </a:solidFill>
              </a:defRPr>
            </a:lvl7pPr>
            <a:lvl8pPr algn="l">
              <a:defRPr sz="2175" b="1">
                <a:solidFill>
                  <a:srgbClr val="0074AF"/>
                </a:solidFill>
              </a:defRPr>
            </a:lvl8pPr>
            <a:lvl9pPr algn="l">
              <a:defRPr sz="2175" b="1">
                <a:solidFill>
                  <a:srgbClr val="0074AF"/>
                </a:solidFill>
              </a:defRPr>
            </a:lvl9pPr>
          </a:lstStyle>
          <a:p>
            <a:pPr algn="l">
              <a:defRPr sz="2175" b="1">
                <a:solidFill>
                  <a:srgbClr val="0074AF"/>
                </a:solidFill>
              </a:defRPr>
            </a:pPr>
            <a:r>
              <a:rPr sz="2175" b="1">
                <a:solidFill>
                  <a:srgbClr val="0074AF"/>
                </a:solidFill>
                <a:latin typeface="Inter"/>
                <a:ea typeface="Inter"/>
                <a:cs typeface="Inter"/>
              </a:rPr>
              <a:t>Model assumptions</a:t>
            </a:r>
          </a:p>
        </p:txBody>
      </p:sp>
      <p:sp>
        <p:nvSpPr>
          <p:cNvPr id="14" name="Compare restart rules and dispatch ties. Add lookahead,">
            <a:extLst>
              <a:ext uri="{FF2B5EF4-FFF2-40B4-BE49-F238E27FC236}">
                <a16:creationId xmlns:a16="http://schemas.microsoft.com/office/drawing/2014/main" id="{90D4C220-EA14-42C8-AF70-D064569524A1}"/>
              </a:ext>
            </a:extLst>
          </p:cNvPr>
          <p:cNvSpPr>
            <a:spLocks noGrp="1"/>
          </p:cNvSpPr>
          <p:nvPr/>
        </p:nvSpPr>
        <p:spPr>
          <a:xfrm>
            <a:off x="1619250" y="5010150"/>
            <a:ext cx="9858375" cy="733425"/>
          </a:xfrm>
          <a:prstGeom prst="rect">
            <a:avLst/>
          </a:prstGeom>
          <a:noFill/>
          <a:ln w="0">
            <a:noFill/>
          </a:ln>
        </p:spPr>
        <p:txBody>
          <a:bodyPr lIns="0" tIns="0" rIns="0" bIns="0"/>
          <a:lstStyle>
            <a:defPPr algn="l">
              <a:defRPr sz="1950" b="0">
                <a:solidFill>
                  <a:srgbClr val="102235"/>
                </a:solidFill>
              </a:defRPr>
            </a:defPPr>
            <a:lvl1pPr algn="l">
              <a:defRPr sz="1950" b="0">
                <a:solidFill>
                  <a:srgbClr val="102235"/>
                </a:solidFill>
              </a:defRPr>
            </a:lvl1pPr>
            <a:lvl2pPr algn="l">
              <a:defRPr sz="1950" b="0">
                <a:solidFill>
                  <a:srgbClr val="102235"/>
                </a:solidFill>
              </a:defRPr>
            </a:lvl2pPr>
            <a:lvl3pPr algn="l">
              <a:defRPr sz="1950" b="0">
                <a:solidFill>
                  <a:srgbClr val="102235"/>
                </a:solidFill>
              </a:defRPr>
            </a:lvl3pPr>
            <a:lvl4pPr algn="l">
              <a:defRPr sz="1950" b="0">
                <a:solidFill>
                  <a:srgbClr val="102235"/>
                </a:solidFill>
              </a:defRPr>
            </a:lvl4pPr>
            <a:lvl5pPr algn="l">
              <a:defRPr sz="1950" b="0">
                <a:solidFill>
                  <a:srgbClr val="102235"/>
                </a:solidFill>
              </a:defRPr>
            </a:lvl5pPr>
            <a:lvl6pPr algn="l">
              <a:defRPr sz="1950" b="0">
                <a:solidFill>
                  <a:srgbClr val="102235"/>
                </a:solidFill>
              </a:defRPr>
            </a:lvl6pPr>
            <a:lvl7pPr algn="l">
              <a:defRPr sz="1950" b="0">
                <a:solidFill>
                  <a:srgbClr val="102235"/>
                </a:solidFill>
              </a:defRPr>
            </a:lvl7pPr>
            <a:lvl8pPr algn="l">
              <a:defRPr sz="1950" b="0">
                <a:solidFill>
                  <a:srgbClr val="102235"/>
                </a:solidFill>
              </a:defRPr>
            </a:lvl8pPr>
            <a:lvl9pPr algn="l">
              <a:defRPr sz="1950" b="0">
                <a:solidFill>
                  <a:srgbClr val="102235"/>
                </a:solidFill>
              </a:defRPr>
            </a:lvl9pPr>
          </a:lstStyle>
          <a:p>
            <a:pPr algn="l">
              <a:defRPr sz="1950" b="0">
                <a:solidFill>
                  <a:srgbClr val="102235"/>
                </a:solidFill>
              </a:defRPr>
            </a:pPr>
            <a:r>
              <a:rPr sz="1950" b="0">
                <a:solidFill>
                  <a:srgbClr val="102235"/>
                </a:solidFill>
                <a:latin typeface="Inter"/>
                <a:ea typeface="Inter"/>
                <a:cs typeface="Inter"/>
              </a:rPr>
              <a:t>Compare restart rules and dispatch ties. Add lookahead, continuous ramps, restoration, storage and AC checks.</a:t>
            </a:r>
          </a:p>
        </p:txBody>
      </p:sp>
      <p:sp>
        <p:nvSpPr>
          <p:cNvPr id="15" name="The strongest next experiments follow the failures and ">
            <a:extLst>
              <a:ext uri="{FF2B5EF4-FFF2-40B4-BE49-F238E27FC236}">
                <a16:creationId xmlns:a16="http://schemas.microsoft.com/office/drawing/2014/main" id="{5A9DD564-BEDC-4E5D-89A2-373F25F49654}"/>
              </a:ext>
            </a:extLst>
          </p:cNvPr>
          <p:cNvSpPr>
            <a:spLocks noGrp="1"/>
          </p:cNvSpPr>
          <p:nvPr/>
        </p:nvSpPr>
        <p:spPr>
          <a:xfrm>
            <a:off x="590550" y="6134100"/>
            <a:ext cx="10858500" cy="428625"/>
          </a:xfrm>
          <a:prstGeom prst="rect">
            <a:avLst/>
          </a:prstGeom>
          <a:noFill/>
          <a:ln w="0">
            <a:noFill/>
          </a:ln>
        </p:spPr>
        <p:txBody>
          <a:bodyPr lIns="0" tIns="0" rIns="0" bIns="0"/>
          <a:lstStyle>
            <a:defPPr algn="l">
              <a:defRPr sz="1350" b="0">
                <a:solidFill>
                  <a:srgbClr val="607487"/>
                </a:solidFill>
              </a:defRPr>
            </a:defPPr>
            <a:lvl1pPr algn="l">
              <a:defRPr sz="1350" b="0">
                <a:solidFill>
                  <a:srgbClr val="607487"/>
                </a:solidFill>
              </a:defRPr>
            </a:lvl1pPr>
            <a:lvl2pPr algn="l">
              <a:defRPr sz="1350" b="0">
                <a:solidFill>
                  <a:srgbClr val="607487"/>
                </a:solidFill>
              </a:defRPr>
            </a:lvl2pPr>
            <a:lvl3pPr algn="l">
              <a:defRPr sz="1350" b="0">
                <a:solidFill>
                  <a:srgbClr val="607487"/>
                </a:solidFill>
              </a:defRPr>
            </a:lvl3pPr>
            <a:lvl4pPr algn="l">
              <a:defRPr sz="1350" b="0">
                <a:solidFill>
                  <a:srgbClr val="607487"/>
                </a:solidFill>
              </a:defRPr>
            </a:lvl4pPr>
            <a:lvl5pPr algn="l">
              <a:defRPr sz="1350" b="0">
                <a:solidFill>
                  <a:srgbClr val="607487"/>
                </a:solidFill>
              </a:defRPr>
            </a:lvl5pPr>
            <a:lvl6pPr algn="l">
              <a:defRPr sz="1350" b="0">
                <a:solidFill>
                  <a:srgbClr val="607487"/>
                </a:solidFill>
              </a:defRPr>
            </a:lvl6pPr>
            <a:lvl7pPr algn="l">
              <a:defRPr sz="1350" b="0">
                <a:solidFill>
                  <a:srgbClr val="607487"/>
                </a:solidFill>
              </a:defRPr>
            </a:lvl7pPr>
            <a:lvl8pPr algn="l">
              <a:defRPr sz="1350" b="0">
                <a:solidFill>
                  <a:srgbClr val="607487"/>
                </a:solidFill>
              </a:defRPr>
            </a:lvl8pPr>
            <a:lvl9pPr algn="l">
              <a:defRPr sz="1350" b="0">
                <a:solidFill>
                  <a:srgbClr val="607487"/>
                </a:solidFill>
              </a:defRPr>
            </a:lvl9pPr>
          </a:lstStyle>
          <a:p>
            <a:pPr algn="l">
              <a:defRPr sz="1350" b="0">
                <a:solidFill>
                  <a:srgbClr val="607487"/>
                </a:solidFill>
              </a:defRPr>
            </a:pPr>
            <a:r>
              <a:rPr sz="1350" b="0">
                <a:solidFill>
                  <a:srgbClr val="607487"/>
                </a:solidFill>
                <a:latin typeface="Inter"/>
                <a:ea typeface="Inter"/>
                <a:cs typeface="Inter"/>
              </a:rPr>
              <a:t>The strongest next experiments follow the failures and uncertainties already observed.</a:t>
            </a:r>
          </a:p>
        </p:txBody>
      </p:sp>
    </p:spTree>
    <p:extLst>
      <p:ext uri="{BB962C8B-B14F-4D97-AF65-F5344CB8AC3E}">
        <p14:creationId xmlns:p14="http://schemas.microsoft.com/office/powerpoint/2010/main" val="12664660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a:t>POWERFUL PRESENTATIONS!</a:t>
            </a:r>
          </a:p>
        </p:txBody>
      </p:sp>
      <p:sp>
        <p:nvSpPr>
          <p:cNvPr id="4" name="Title 6">
            <a:extLst>
              <a:ext uri="{FF2B5EF4-FFF2-40B4-BE49-F238E27FC236}">
                <a16:creationId xmlns:a16="http://schemas.microsoft.com/office/drawing/2014/main" id="{34BDD74C-5263-464C-AA3C-D945D23978FF}"/>
              </a:ext>
            </a:extLst>
          </p:cNvPr>
          <p:cNvSpPr txBox="1">
            <a:spLocks/>
          </p:cNvSpPr>
          <p:nvPr/>
        </p:nvSpPr>
        <p:spPr>
          <a:xfrm>
            <a:off x="4433852" y="4256429"/>
            <a:ext cx="5756957" cy="927824"/>
          </a:xfrm>
          <a:prstGeom prst="rect">
            <a:avLst/>
          </a:prstGeom>
        </p:spPr>
        <p:txBody>
          <a:bodyPr vert="horz" lIns="457200" tIns="45720" rIns="457200" bIns="45720" rtlCol="0" anchor="ctr">
            <a:noAutofit/>
          </a:bodyPr>
          <a:lstStyle>
            <a:lvl1pPr algn="ctr" defTabSz="914400" rtl="0" eaLnBrk="1" latinLnBrk="0" hangingPunct="1">
              <a:lnSpc>
                <a:spcPct val="90000"/>
              </a:lnSpc>
              <a:spcBef>
                <a:spcPct val="0"/>
              </a:spcBef>
              <a:buNone/>
              <a:defRPr lang="en-US" sz="3200" b="1" i="0" kern="1200" spc="300" dirty="0">
                <a:solidFill>
                  <a:schemeClr val="tx1">
                    <a:lumMod val="85000"/>
                    <a:lumOff val="15000"/>
                  </a:schemeClr>
                </a:solidFill>
                <a:latin typeface="+mj-lt"/>
                <a:ea typeface="+mn-ea"/>
                <a:cs typeface="Segoe UI Semilight" panose="020B0402040204020203" pitchFamily="34" charset="0"/>
              </a:defRPr>
            </a:lvl1pPr>
          </a:lstStyle>
          <a:p>
            <a:r>
              <a:rPr lang="en-US" dirty="0"/>
              <a:t>THANK YOU</a:t>
            </a:r>
          </a:p>
        </p:txBody>
      </p:sp>
      <p:sp>
        <p:nvSpPr>
          <p:cNvPr id="5" name="TextBox 4">
            <a:hlinkClick r:id="rId3"/>
            <a:extLst>
              <a:ext uri="{FF2B5EF4-FFF2-40B4-BE49-F238E27FC236}">
                <a16:creationId xmlns:a16="http://schemas.microsoft.com/office/drawing/2014/main" id="{8B99DC0F-548E-4A58-81EB-85144506AC7B}"/>
              </a:ext>
            </a:extLst>
          </p:cNvPr>
          <p:cNvSpPr txBox="1"/>
          <p:nvPr/>
        </p:nvSpPr>
        <p:spPr>
          <a:xfrm>
            <a:off x="9005881" y="6316156"/>
            <a:ext cx="2466220" cy="367873"/>
          </a:xfrm>
          <a:prstGeom prst="roundRect">
            <a:avLst>
              <a:gd name="adj" fmla="val 50000"/>
            </a:avLst>
          </a:prstGeom>
          <a:solidFill>
            <a:schemeClr val="accent2"/>
          </a:solidFill>
        </p:spPr>
        <p:txBody>
          <a:bodyPr wrap="none" rtlCol="0">
            <a:spAutoFit/>
          </a:bodyPr>
          <a:lstStyle/>
          <a:p>
            <a:r>
              <a:rPr lang="en-US" sz="1100" noProof="0" dirty="0">
                <a:solidFill>
                  <a:schemeClr val="tx1"/>
                </a:solidFill>
              </a:rPr>
              <a:t>Neal Creative</a:t>
            </a:r>
            <a:r>
              <a:rPr lang="en-US" sz="1100" baseline="0" noProof="0" dirty="0">
                <a:solidFill>
                  <a:schemeClr val="tx1"/>
                </a:solidFill>
              </a:rPr>
              <a:t>  | click &amp; </a:t>
            </a:r>
            <a:r>
              <a:rPr lang="en-US" sz="1100" b="1" baseline="0" noProof="0" dirty="0">
                <a:solidFill>
                  <a:schemeClr val="tx1"/>
                </a:solidFill>
              </a:rPr>
              <a:t>Learn more</a:t>
            </a:r>
            <a:endParaRPr lang="en-US" sz="1100" b="1" noProof="0" dirty="0">
              <a:solidFill>
                <a:schemeClr val="tx1"/>
              </a:solidFill>
            </a:endParaRPr>
          </a:p>
        </p:txBody>
      </p:sp>
    </p:spTree>
    <p:extLst>
      <p:ext uri="{BB962C8B-B14F-4D97-AF65-F5344CB8AC3E}">
        <p14:creationId xmlns:p14="http://schemas.microsoft.com/office/powerpoint/2010/main" val="349282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torybuilding Neal Creative">
  <a:themeElements>
    <a:clrScheme name="Neal Analytics 2">
      <a:dk1>
        <a:srgbClr val="000000"/>
      </a:dk1>
      <a:lt1>
        <a:srgbClr val="FFFFFF"/>
      </a:lt1>
      <a:dk2>
        <a:srgbClr val="0074AF"/>
      </a:dk2>
      <a:lt2>
        <a:srgbClr val="00B0F0"/>
      </a:lt2>
      <a:accent1>
        <a:srgbClr val="75D1FF"/>
      </a:accent1>
      <a:accent2>
        <a:srgbClr val="004568"/>
      </a:accent2>
      <a:accent3>
        <a:srgbClr val="92D050"/>
      </a:accent3>
      <a:accent4>
        <a:srgbClr val="FFC000"/>
      </a:accent4>
      <a:accent5>
        <a:srgbClr val="004568"/>
      </a:accent5>
      <a:accent6>
        <a:srgbClr val="0074AF"/>
      </a:accent6>
      <a:hlink>
        <a:srgbClr val="43C0FF"/>
      </a:hlink>
      <a:folHlink>
        <a:srgbClr val="75D1FF"/>
      </a:folHlink>
    </a:clrScheme>
    <a:fontScheme name="MICROSOFT">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6401425_Powerful Presentations_Win32_mlw - v2" id="{7CBB6D80-F69F-4458-A96A-A39B855A93D5}" vid="{827664DE-2D82-4B7F-8582-8671022436F9}"/>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imbus Sans"/>
        <a:ea typeface=""/>
        <a:cs typeface=""/>
      </a:majorFont>
      <a:minorFont>
        <a:latin typeface="Nimbus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Powerful Presentations</Template>
  <TotalTime>192</TotalTime>
  <Words>3499</Words>
  <Application>Microsoft Office PowerPoint</Application>
  <PresentationFormat>Widescreen</PresentationFormat>
  <Paragraphs>536</Paragraphs>
  <Slides>31</Slides>
  <Notes>27</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31</vt:i4>
      </vt:variant>
    </vt:vector>
  </HeadingPairs>
  <TitlesOfParts>
    <vt:vector size="49" baseType="lpstr">
      <vt:lpstr>Bitstream Charter</vt:lpstr>
      <vt:lpstr>DejaVu Serif</vt:lpstr>
      <vt:lpstr>Inter</vt:lpstr>
      <vt:lpstr>Inter Display</vt:lpstr>
      <vt:lpstr>Nimbus Sans</vt:lpstr>
      <vt:lpstr>Arial</vt:lpstr>
      <vt:lpstr>Arial Black</vt:lpstr>
      <vt:lpstr>Calibri</vt:lpstr>
      <vt:lpstr>Consolas</vt:lpstr>
      <vt:lpstr>Roboto Mono</vt:lpstr>
      <vt:lpstr>Segoe UI</vt:lpstr>
      <vt:lpstr>Segoe UI Black</vt:lpstr>
      <vt:lpstr>Segoe UI Light</vt:lpstr>
      <vt:lpstr>Segoe UI Semibold</vt:lpstr>
      <vt:lpstr>Segoe UI Semilight</vt:lpstr>
      <vt:lpstr>Wingdings</vt:lpstr>
      <vt:lpstr>Storybuilding Neal Creative</vt:lpstr>
      <vt:lpstr>ChatGPT</vt:lpstr>
      <vt:lpstr>SEQUIN: Sequential N-k Attacks in Electric Power Grids    </vt:lpstr>
      <vt:lpstr>PowerPoint Presentation</vt:lpstr>
      <vt:lpstr>CONTEXT</vt:lpstr>
      <vt:lpstr>CONTEXT</vt:lpstr>
      <vt:lpstr>MOTIVATION  FOR SEQUIN</vt:lpstr>
      <vt:lpstr>MOTIVATION  FOR SEQUIN</vt:lpstr>
      <vt:lpstr>SEQUIN</vt:lpstr>
      <vt:lpstr>PowerPoint Presentation</vt:lpstr>
      <vt:lpstr>PowerPoint Presentation</vt:lpstr>
      <vt:lpstr>PowerPoint Presentation</vt:lpstr>
      <vt:lpstr>Reproduction</vt:lpstr>
      <vt:lpstr>Implementation</vt:lpstr>
      <vt:lpstr>Results</vt:lpstr>
      <vt:lpstr>Impact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POWERFUL PRESENTATIONS!</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SEQUIN: Sequential N-k Attacks in Electric Power Grids    </dc:title>
  <dc:subject/>
  <dc:creator>Alankrit Gupta</dc:creator>
  <cp:keywords/>
  <dc:description/>
  <cp:lastModifiedBy>CHANDAN ACHARY</cp:lastModifiedBy>
  <cp:revision>3</cp:revision>
  <dcterms:created xsi:type="dcterms:W3CDTF">2026-10-29T09:34:31Z</dcterms:created>
  <dcterms:modified xsi:type="dcterms:W3CDTF">2026-10-29T16:50:43Z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