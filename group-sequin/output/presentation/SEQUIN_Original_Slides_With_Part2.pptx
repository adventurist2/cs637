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art2/theme/theme1.xml" ContentType="application/vnd.openxmlformats-officedocument.theme+xml"/>
  <Override PartName="/ppt/part2/slideMasters/slideMaster1.xml" ContentType="application/vnd.openxmlformats-officedocument.presentationml.slideMaster+xml"/>
  <Override PartName="/ppt/part2/slideMasters/theme/theme2.xml" ContentType="application/vnd.openxmlformats-officedocument.theme+xml"/>
  <Override PartName="/ppt/part2/slideLayouts/slideLayout1.xml" ContentType="application/vnd.openxmlformats-officedocument.presentationml.slideLayout+xml"/>
  <Override PartName="/ppt/part2/slideLayouts/slideLayout2.xml" ContentType="application/vnd.openxmlformats-officedocument.presentationml.slideLayout+xml"/>
  <Override PartName="/ppt/part2/slideLayouts/slideLayout3.xml" ContentType="application/vnd.openxmlformats-officedocument.presentationml.slideLayout+xml"/>
  <Override PartName="/ppt/part2/slideLayouts/slideLayout4.xml" ContentType="application/vnd.openxmlformats-officedocument.presentationml.slideLayout+xml"/>
  <Override PartName="/ppt/part2/slideLayouts/slideLayout5.xml" ContentType="application/vnd.openxmlformats-officedocument.presentationml.slideLayout+xml"/>
  <Override PartName="/ppt/part2/slideLayouts/slideLayout6.xml" ContentType="application/vnd.openxmlformats-officedocument.presentationml.slideLayout+xml"/>
  <Override PartName="/ppt/part2/notesMasters/notesMaster1.xml" ContentType="application/vnd.openxmlformats-officedocument.presentationml.notesMaster+xml"/>
  <Override PartName="/ppt/part2/notesMasters/theme/theme3.xml" ContentType="application/vnd.openxmlformats-officedocument.theme+xml"/>
  <Override PartName="/ppt/part2/presProps.xml" ContentType="application/vnd.openxmlformats-officedocument.presentationml.presProps+xml"/>
  <Override PartName="/ppt/part2/tableStyles.xml" ContentType="application/vnd.openxmlformats-officedocument.presentationml.tableStyles+xml"/>
  <Override PartName="/ppt/part2/slides/slide1.xml" ContentType="application/vnd.openxmlformats-officedocument.presentationml.slide+xml"/>
  <Override PartName="/ppt/part2/notesSlides/notesSlide1.xml" ContentType="application/vnd.openxmlformats-officedocument.presentationml.notesSlide+xml"/>
  <Override PartName="/ppt/part2/slides/slide2.xml" ContentType="application/vnd.openxmlformats-officedocument.presentationml.slide+xml"/>
  <Override PartName="/ppt/part2/notesSlides/notesSlide2.xml" ContentType="application/vnd.openxmlformats-officedocument.presentationml.notesSlide+xml"/>
  <Override PartName="/ppt/part2/slides/slide3.xml" ContentType="application/vnd.openxmlformats-officedocument.presentationml.slide+xml"/>
  <Override PartName="/ppt/part2/notesSlides/notesSlide3.xml" ContentType="application/vnd.openxmlformats-officedocument.presentationml.notesSlide+xml"/>
  <Override PartName="/ppt/part2/slides/slide4.xml" ContentType="application/vnd.openxmlformats-officedocument.presentationml.slide+xml"/>
  <Override PartName="/ppt/part2/slides/charts/chart1.xml" ContentType="application/vnd.openxmlformats-officedocument.drawingml.chart+xml"/>
  <Override PartName="/ppt/part2/slides/charts/chart2.xml" ContentType="application/vnd.openxmlformats-officedocument.drawingml.chart+xml"/>
  <Override PartName="/ppt/part2/notesSlides/notesSlide4.xml" ContentType="application/vnd.openxmlformats-officedocument.presentationml.notesSlide+xml"/>
  <Override PartName="/ppt/part2/slides/slide5.xml" ContentType="application/vnd.openxmlformats-officedocument.presentationml.slide+xml"/>
  <Override PartName="/ppt/part2/notesSlides/notesSlide5.xml" ContentType="application/vnd.openxmlformats-officedocument.presentationml.notesSlide+xml"/>
  <Override PartName="/ppt/part2/slides/slide6.xml" ContentType="application/vnd.openxmlformats-officedocument.presentationml.slide+xml"/>
  <Override PartName="/ppt/part2/notesSlides/notesSlide6.xml" ContentType="application/vnd.openxmlformats-officedocument.presentationml.notesSlide+xml"/>
  <Override PartName="/ppt/part2/slides/slide7.xml" ContentType="application/vnd.openxmlformats-officedocument.presentationml.slide+xml"/>
  <Override PartName="/ppt/part2/slides/charts/chart3.xml" ContentType="application/vnd.openxmlformats-officedocument.drawingml.chart+xml"/>
  <Override PartName="/ppt/part2/slides/charts/chart4.xml" ContentType="application/vnd.openxmlformats-officedocument.drawingml.chart+xml"/>
  <Override PartName="/ppt/part2/notesSlides/notesSlide7.xml" ContentType="application/vnd.openxmlformats-officedocument.presentationml.notesSlide+xml"/>
  <Override PartName="/ppt/part2/slides/slide8.xml" ContentType="application/vnd.openxmlformats-officedocument.presentationml.slide+xml"/>
  <Override PartName="/ppt/part2/notesSlides/notesSlide8.xml" ContentType="application/vnd.openxmlformats-officedocument.presentationml.notesSlide+xml"/>
  <Override PartName="/ppt/part2/slides/slide9.xml" ContentType="application/vnd.openxmlformats-officedocument.presentationml.slide+xml"/>
  <Override PartName="/ppt/part2/slides/charts/chart5.xml" ContentType="application/vnd.openxmlformats-officedocument.drawingml.chart+xml"/>
  <Override PartName="/ppt/part2/notesSlides/notesSlide9.xml" ContentType="application/vnd.openxmlformats-officedocument.presentationml.notesSlide+xml"/>
  <Override PartName="/ppt/part2/slides/slide10.xml" ContentType="application/vnd.openxmlformats-officedocument.presentationml.slide+xml"/>
  <Override PartName="/ppt/part2/notesSlides/notesSlide10.xml" ContentType="application/vnd.openxmlformats-officedocument.presentationml.notesSlide+xml"/>
  <Override PartName="/ppt/part2/slides/slide11.xml" ContentType="application/vnd.openxmlformats-officedocument.presentationml.slide+xml"/>
  <Override PartName="/ppt/part2/slides/charts/chart6.xml" ContentType="application/vnd.openxmlformats-officedocument.drawingml.chart+xml"/>
  <Override PartName="/ppt/part2/slides/charts/chart7.xml" ContentType="application/vnd.openxmlformats-officedocument.drawingml.chart+xml"/>
  <Override PartName="/ppt/part2/notesSlides/notesSlide11.xml" ContentType="application/vnd.openxmlformats-officedocument.presentationml.notesSlide+xml"/>
  <Override PartName="/ppt/part2/slides/slide12.xml" ContentType="application/vnd.openxmlformats-officedocument.presentationml.slide+xml"/>
  <Override PartName="/ppt/part2/notesSlides/notesSlide12.xml" ContentType="application/vnd.openxmlformats-officedocument.presentationml.notesSlide+xml"/>
  <Override PartName="/ppt/part2/slides/slide13.xml" ContentType="application/vnd.openxmlformats-officedocument.presentationml.slide+xml"/>
  <Override PartName="/ppt/part2/notesSlides/notesSlide13.xml" ContentType="application/vnd.openxmlformats-officedocument.presentationml.notesSlide+xml"/>
  <Override PartName="/ppt/part2/slides/slide14.xml" ContentType="application/vnd.openxmlformats-officedocument.presentationml.slide+xml"/>
  <Override PartName="/ppt/part2/notesSlides/notesSlide14.xml" ContentType="application/vnd.openxmlformats-officedocument.presentationml.notesSlide+xml"/>
  <Override PartName="/ppt/part2/slides/slide15.xml" ContentType="application/vnd.openxmlformats-officedocument.presentationml.slide+xml"/>
  <Override PartName="/ppt/part2/notesSlides/notesSlide15.xml" ContentType="application/vnd.openxmlformats-officedocument.presentationml.notesSlide+xml"/>
  <Override PartName="/ppt/part2/slides/slide16.xml" ContentType="application/vnd.openxmlformats-officedocument.presentationml.slide+xml"/>
  <Override PartName="/ppt/part2/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54" r:id="rId5"/>
    <p:sldMasterId id="2147483755" r:id="rId27"/>
  </p:sldMasterIdLst>
  <p:notesMasterIdLst>
    <p:notesMasterId r:id="rId21"/>
    <p:notesMasterId r:id="rId28"/>
  </p:notesMasterIdLst>
  <p:handoutMasterIdLst>
    <p:handoutMasterId r:id="rId22"/>
  </p:handoutMasterIdLst>
  <p:sldIdLst>
    <p:sldId id="377" r:id="rId6"/>
    <p:sldId id="257" r:id="rId7"/>
    <p:sldId id="361" r:id="rId8"/>
    <p:sldId id="384" r:id="rId9"/>
    <p:sldId id="329" r:id="rId10"/>
    <p:sldId id="386" r:id="rId11"/>
    <p:sldId id="385" r:id="rId12"/>
    <p:sldId id="362" r:id="rId13"/>
    <p:sldId id="283" r:id="rId14"/>
    <p:sldId id="388" r:id="rId15"/>
    <p:sldId id="389" r:id="rId16"/>
    <p:sldId id="390" r:id="rId17"/>
    <p:sldId id="391" r:id="rId18"/>
    <p:sldId id="392" r:id="rId19"/>
    <p:sldId id="393" r:id="rId29"/>
    <p:sldId id="394" r:id="rId30"/>
    <p:sldId id="395" r:id="rId31"/>
    <p:sldId id="396" r:id="rId32"/>
    <p:sldId id="397" r:id="rId33"/>
    <p:sldId id="398" r:id="rId34"/>
    <p:sldId id="399" r:id="rId35"/>
    <p:sldId id="400" r:id="rId36"/>
    <p:sldId id="401" r:id="rId37"/>
    <p:sldId id="402" r:id="rId38"/>
    <p:sldId id="403" r:id="rId39"/>
    <p:sldId id="404" r:id="rId40"/>
    <p:sldId id="405" r:id="rId41"/>
    <p:sldId id="406" r:id="rId42"/>
    <p:sldId id="407" r:id="rId43"/>
    <p:sldId id="408" r:id="rId44"/>
    <p:sldId id="378" r:id="rId20"/>
  </p:sldIdLst>
  <p:sldSz cx="12192000" cy="6858000"/>
  <p:notesSz cx="9388475" cy="7102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LIDE STARTERS" id="{ACC24B29-0CC7-491A-A98A-CF7CBDBE501E}">
          <p14:sldIdLst>
            <p14:sldId id="377"/>
            <p14:sldId id="257"/>
            <p14:sldId id="361"/>
            <p14:sldId id="384"/>
            <p14:sldId id="329"/>
            <p14:sldId id="386"/>
            <p14:sldId id="385"/>
            <p14:sldId id="362"/>
            <p14:sldId id="283"/>
            <p14:sldId id="388"/>
            <p14:sldId id="389"/>
            <p14:sldId id="390"/>
            <p14:sldId id="391"/>
            <p14:sldId id="392"/>
          </p14:sldIdLst>
        </p14:section>
        <p14:section name="THANK YOU" id="{6CD91DAB-8EC3-4802-89E9-0F1C7022FB28}">
          <p14:sldIdLst>
            <p14:sldId id="37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DC5924"/>
    <a:srgbClr val="B7472A"/>
    <a:srgbClr val="000000"/>
    <a:srgbClr val="FFFFFF"/>
    <a:srgbClr val="75D1FF"/>
    <a:srgbClr val="11161C"/>
    <a:srgbClr val="7F7F7F"/>
    <a:srgbClr val="F2F2F2"/>
    <a:srgbClr val="00B0F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4972" autoAdjust="0"/>
  </p:normalViewPr>
  <p:slideViewPr>
    <p:cSldViewPr snapToGrid="0">
      <p:cViewPr varScale="1">
        <p:scale>
          <a:sx n="66" d="100"/>
          <a:sy n="66" d="100"/>
        </p:scale>
        <p:origin x="1253" y="62"/>
      </p:cViewPr>
      <p:guideLst/>
    </p:cSldViewPr>
  </p:slideViewPr>
  <p:outlineViewPr>
    <p:cViewPr>
      <p:scale>
        <a:sx n="33" d="100"/>
        <a:sy n="33" d="100"/>
      </p:scale>
      <p:origin x="0" y="-1164"/>
    </p:cViewPr>
  </p:outlineViewPr>
  <p:notesTextViewPr>
    <p:cViewPr>
      <p:scale>
        <a:sx n="1" d="1"/>
        <a:sy n="1" d="1"/>
      </p:scale>
      <p:origin x="0" y="0"/>
    </p:cViewPr>
  </p:notesTextViewPr>
  <p:sorterViewPr>
    <p:cViewPr>
      <p:scale>
        <a:sx n="108" d="100"/>
        <a:sy n="108" d="100"/>
      </p:scale>
      <p:origin x="0" y="-3162"/>
    </p:cViewPr>
  </p:sorterViewPr>
  <p:notesViewPr>
    <p:cSldViewPr snapToGrid="0">
      <p:cViewPr>
        <p:scale>
          <a:sx n="66" d="100"/>
          <a:sy n="66" d="100"/>
        </p:scale>
        <p:origin x="2539" y="28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handoutMaster" Target="handoutMasters/handoutMaster1.xml"/><Relationship Id="rId27" Type="http://schemas.openxmlformats.org/officeDocument/2006/relationships/slideMaster" Target="part2/slideMasters/slideMaster1.xml"/><Relationship Id="rId28" Type="http://schemas.openxmlformats.org/officeDocument/2006/relationships/notesMaster" Target="part2/notesMasters/notesMaster1.xml"/><Relationship Id="rId29" Type="http://schemas.openxmlformats.org/officeDocument/2006/relationships/slide" Target="part2/slides/slide1.xml"/><Relationship Id="rId30" Type="http://schemas.openxmlformats.org/officeDocument/2006/relationships/slide" Target="part2/slides/slide2.xml"/><Relationship Id="rId31" Type="http://schemas.openxmlformats.org/officeDocument/2006/relationships/slide" Target="part2/slides/slide3.xml"/><Relationship Id="rId32" Type="http://schemas.openxmlformats.org/officeDocument/2006/relationships/slide" Target="part2/slides/slide4.xml"/><Relationship Id="rId33" Type="http://schemas.openxmlformats.org/officeDocument/2006/relationships/slide" Target="part2/slides/slide5.xml"/><Relationship Id="rId34" Type="http://schemas.openxmlformats.org/officeDocument/2006/relationships/slide" Target="part2/slides/slide6.xml"/><Relationship Id="rId35" Type="http://schemas.openxmlformats.org/officeDocument/2006/relationships/slide" Target="part2/slides/slide7.xml"/><Relationship Id="rId36" Type="http://schemas.openxmlformats.org/officeDocument/2006/relationships/slide" Target="part2/slides/slide8.xml"/><Relationship Id="rId37" Type="http://schemas.openxmlformats.org/officeDocument/2006/relationships/slide" Target="part2/slides/slide9.xml"/><Relationship Id="rId38" Type="http://schemas.openxmlformats.org/officeDocument/2006/relationships/slide" Target="part2/slides/slide10.xml"/><Relationship Id="rId39" Type="http://schemas.openxmlformats.org/officeDocument/2006/relationships/slide" Target="part2/slides/slide11.xml"/><Relationship Id="rId40" Type="http://schemas.openxmlformats.org/officeDocument/2006/relationships/slide" Target="part2/slides/slide12.xml"/><Relationship Id="rId41" Type="http://schemas.openxmlformats.org/officeDocument/2006/relationships/slide" Target="part2/slides/slide13.xml"/><Relationship Id="rId42" Type="http://schemas.openxmlformats.org/officeDocument/2006/relationships/slide" Target="part2/slides/slide14.xml"/><Relationship Id="rId43" Type="http://schemas.openxmlformats.org/officeDocument/2006/relationships/slide" Target="part2/slides/slide15.xml"/><Relationship Id="rId44" Type="http://schemas.openxmlformats.org/officeDocument/2006/relationships/slide" Target="part2/slides/slide1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68339" cy="356357"/>
          </a:xfrm>
          <a:prstGeom prst="rect">
            <a:avLst/>
          </a:prstGeom>
        </p:spPr>
        <p:txBody>
          <a:bodyPr vert="horz" lIns="94229" tIns="47114" rIns="94229" bIns="47114" rtlCol="0"/>
          <a:lstStyle>
            <a:lvl1pPr algn="l">
              <a:defRPr sz="1200"/>
            </a:lvl1pPr>
          </a:lstStyle>
          <a:p>
            <a:endParaRPr lang="en-US" dirty="0"/>
          </a:p>
        </p:txBody>
      </p:sp>
      <p:sp>
        <p:nvSpPr>
          <p:cNvPr id="3" name="Date Placeholder 2"/>
          <p:cNvSpPr>
            <a:spLocks noGrp="1"/>
          </p:cNvSpPr>
          <p:nvPr>
            <p:ph type="dt" sz="quarter" idx="1"/>
          </p:nvPr>
        </p:nvSpPr>
        <p:spPr>
          <a:xfrm>
            <a:off x="5317963" y="1"/>
            <a:ext cx="4068339" cy="356357"/>
          </a:xfrm>
          <a:prstGeom prst="rect">
            <a:avLst/>
          </a:prstGeom>
        </p:spPr>
        <p:txBody>
          <a:bodyPr vert="horz" lIns="94229" tIns="47114" rIns="94229" bIns="47114" rtlCol="0"/>
          <a:lstStyle>
            <a:lvl1pPr algn="r">
              <a:defRPr sz="1200"/>
            </a:lvl1pPr>
          </a:lstStyle>
          <a:p>
            <a:fld id="{7CCA049B-3A46-4BDA-A8F5-2925B00FE570}" type="datetimeFigureOut">
              <a:rPr lang="en-US" smtClean="0"/>
              <a:t>10/29/2026</a:t>
            </a:fld>
            <a:endParaRPr lang="en-US" dirty="0"/>
          </a:p>
        </p:txBody>
      </p:sp>
      <p:sp>
        <p:nvSpPr>
          <p:cNvPr id="4" name="Footer Placeholder 3"/>
          <p:cNvSpPr>
            <a:spLocks noGrp="1"/>
          </p:cNvSpPr>
          <p:nvPr>
            <p:ph type="ftr" sz="quarter" idx="2"/>
          </p:nvPr>
        </p:nvSpPr>
        <p:spPr>
          <a:xfrm>
            <a:off x="0" y="6746119"/>
            <a:ext cx="4068339" cy="356356"/>
          </a:xfrm>
          <a:prstGeom prst="rect">
            <a:avLst/>
          </a:prstGeom>
        </p:spPr>
        <p:txBody>
          <a:bodyPr vert="horz" lIns="94229" tIns="47114" rIns="94229" bIns="47114" rtlCol="0" anchor="b"/>
          <a:lstStyle>
            <a:lvl1pPr algn="l">
              <a:defRPr sz="1200"/>
            </a:lvl1pPr>
          </a:lstStyle>
          <a:p>
            <a:endParaRPr lang="en-US" dirty="0"/>
          </a:p>
        </p:txBody>
      </p:sp>
      <p:sp>
        <p:nvSpPr>
          <p:cNvPr id="5" name="Slide Number Placeholder 4"/>
          <p:cNvSpPr>
            <a:spLocks noGrp="1"/>
          </p:cNvSpPr>
          <p:nvPr>
            <p:ph type="sldNum" sz="quarter" idx="3"/>
          </p:nvPr>
        </p:nvSpPr>
        <p:spPr>
          <a:xfrm>
            <a:off x="5317963" y="6746119"/>
            <a:ext cx="4068339" cy="356356"/>
          </a:xfrm>
          <a:prstGeom prst="rect">
            <a:avLst/>
          </a:prstGeom>
        </p:spPr>
        <p:txBody>
          <a:bodyPr vert="horz" lIns="94229" tIns="47114" rIns="94229" bIns="47114" rtlCol="0" anchor="b"/>
          <a:lstStyle>
            <a:lvl1pPr algn="r">
              <a:defRPr sz="1200"/>
            </a:lvl1pPr>
          </a:lstStyle>
          <a:p>
            <a:fld id="{DBAA5490-FD59-4087-AC7E-016E8A4124C4}" type="slidenum">
              <a:rPr lang="en-US" smtClean="0"/>
              <a:t>‹#›</a:t>
            </a:fld>
            <a:endParaRPr lang="en-US" dirty="0"/>
          </a:p>
        </p:txBody>
      </p:sp>
    </p:spTree>
    <p:extLst>
      <p:ext uri="{BB962C8B-B14F-4D97-AF65-F5344CB8AC3E}">
        <p14:creationId xmlns:p14="http://schemas.microsoft.com/office/powerpoint/2010/main" val="7910926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68339" cy="356357"/>
          </a:xfrm>
          <a:prstGeom prst="rect">
            <a:avLst/>
          </a:prstGeom>
        </p:spPr>
        <p:txBody>
          <a:bodyPr vert="horz" lIns="94229" tIns="47114" rIns="94229" bIns="47114" rtlCol="0"/>
          <a:lstStyle>
            <a:lvl1pPr algn="l">
              <a:defRPr sz="1200"/>
            </a:lvl1pPr>
          </a:lstStyle>
          <a:p>
            <a:endParaRPr lang="en-US" dirty="0"/>
          </a:p>
        </p:txBody>
      </p:sp>
      <p:sp>
        <p:nvSpPr>
          <p:cNvPr id="3" name="Date Placeholder 2"/>
          <p:cNvSpPr>
            <a:spLocks noGrp="1"/>
          </p:cNvSpPr>
          <p:nvPr>
            <p:ph type="dt" idx="1"/>
          </p:nvPr>
        </p:nvSpPr>
        <p:spPr>
          <a:xfrm>
            <a:off x="5317963" y="1"/>
            <a:ext cx="4068339" cy="356357"/>
          </a:xfrm>
          <a:prstGeom prst="rect">
            <a:avLst/>
          </a:prstGeom>
        </p:spPr>
        <p:txBody>
          <a:bodyPr vert="horz" lIns="94229" tIns="47114" rIns="94229" bIns="47114" rtlCol="0"/>
          <a:lstStyle>
            <a:lvl1pPr algn="r">
              <a:defRPr sz="1200"/>
            </a:lvl1pPr>
          </a:lstStyle>
          <a:p>
            <a:fld id="{44C46CEC-428A-4DD0-A7C7-21AF8DE33E93}" type="datetimeFigureOut">
              <a:rPr lang="en-US" smtClean="0"/>
              <a:t>10/29/2026</a:t>
            </a:fld>
            <a:endParaRPr lang="en-US" dirty="0"/>
          </a:p>
        </p:txBody>
      </p:sp>
      <p:sp>
        <p:nvSpPr>
          <p:cNvPr id="4" name="Slide Image Placeholder 3"/>
          <p:cNvSpPr>
            <a:spLocks noGrp="1" noRot="1" noChangeAspect="1"/>
          </p:cNvSpPr>
          <p:nvPr>
            <p:ph type="sldImg" idx="2"/>
          </p:nvPr>
        </p:nvSpPr>
        <p:spPr>
          <a:xfrm>
            <a:off x="2563813" y="887413"/>
            <a:ext cx="4260850" cy="2397125"/>
          </a:xfrm>
          <a:prstGeom prst="rect">
            <a:avLst/>
          </a:prstGeom>
          <a:noFill/>
          <a:ln w="12700">
            <a:solidFill>
              <a:prstClr val="black"/>
            </a:solidFill>
          </a:ln>
        </p:spPr>
        <p:txBody>
          <a:bodyPr vert="horz" lIns="94229" tIns="47114" rIns="94229" bIns="47114" rtlCol="0" anchor="ctr"/>
          <a:lstStyle/>
          <a:p>
            <a:endParaRPr lang="en-US" dirty="0"/>
          </a:p>
        </p:txBody>
      </p:sp>
      <p:sp>
        <p:nvSpPr>
          <p:cNvPr id="5" name="Notes Placeholder 4"/>
          <p:cNvSpPr>
            <a:spLocks noGrp="1"/>
          </p:cNvSpPr>
          <p:nvPr>
            <p:ph type="body" sz="quarter" idx="3"/>
          </p:nvPr>
        </p:nvSpPr>
        <p:spPr>
          <a:xfrm>
            <a:off x="938848" y="3418066"/>
            <a:ext cx="7510780" cy="2796600"/>
          </a:xfrm>
          <a:prstGeom prst="rect">
            <a:avLst/>
          </a:prstGeom>
        </p:spPr>
        <p:txBody>
          <a:bodyPr vert="horz" lIns="94229" tIns="47114" rIns="94229" bIns="47114"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746119"/>
            <a:ext cx="4068339" cy="356356"/>
          </a:xfrm>
          <a:prstGeom prst="rect">
            <a:avLst/>
          </a:prstGeom>
        </p:spPr>
        <p:txBody>
          <a:bodyPr vert="horz" lIns="94229" tIns="47114" rIns="94229" bIns="47114" rtlCol="0" anchor="b"/>
          <a:lstStyle>
            <a:lvl1pPr algn="l">
              <a:defRPr sz="1200"/>
            </a:lvl1pPr>
          </a:lstStyle>
          <a:p>
            <a:endParaRPr lang="en-US" dirty="0"/>
          </a:p>
        </p:txBody>
      </p:sp>
      <p:sp>
        <p:nvSpPr>
          <p:cNvPr id="7" name="Slide Number Placeholder 6"/>
          <p:cNvSpPr>
            <a:spLocks noGrp="1"/>
          </p:cNvSpPr>
          <p:nvPr>
            <p:ph type="sldNum" sz="quarter" idx="5"/>
          </p:nvPr>
        </p:nvSpPr>
        <p:spPr>
          <a:xfrm>
            <a:off x="5317963" y="6746119"/>
            <a:ext cx="4068339" cy="356356"/>
          </a:xfrm>
          <a:prstGeom prst="rect">
            <a:avLst/>
          </a:prstGeom>
        </p:spPr>
        <p:txBody>
          <a:bodyPr vert="horz" lIns="94229" tIns="47114" rIns="94229" bIns="47114" rtlCol="0" anchor="b"/>
          <a:lstStyle>
            <a:lvl1pPr algn="r">
              <a:defRPr sz="1200"/>
            </a:lvl1pPr>
          </a:lstStyle>
          <a:p>
            <a:fld id="{4CBCEA92-F142-4D57-B507-37BDAF44710C}" type="slidenum">
              <a:rPr lang="en-US" smtClean="0"/>
              <a:t>‹#›</a:t>
            </a:fld>
            <a:endParaRPr lang="en-US" dirty="0"/>
          </a:p>
        </p:txBody>
      </p:sp>
    </p:spTree>
    <p:extLst>
      <p:ext uri="{BB962C8B-B14F-4D97-AF65-F5344CB8AC3E}">
        <p14:creationId xmlns:p14="http://schemas.microsoft.com/office/powerpoint/2010/main" val="140202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use this title animation slide with a new image simply 1) move the top semi-transparent shape</a:t>
            </a:r>
            <a:r>
              <a:rPr lang="en-US" baseline="0" dirty="0"/>
              <a:t> </a:t>
            </a:r>
            <a:r>
              <a:rPr lang="en-US" dirty="0"/>
              <a:t>to the side, 2) delete placeholder image,</a:t>
            </a:r>
            <a:r>
              <a:rPr lang="en-US" baseline="0" dirty="0"/>
              <a:t> </a:t>
            </a:r>
            <a:br>
              <a:rPr lang="en-US" baseline="0" dirty="0"/>
            </a:br>
            <a:r>
              <a:rPr lang="en-US" baseline="0" dirty="0"/>
              <a:t>3) click on the picture icon to add a new picture, 4) </a:t>
            </a:r>
            <a:r>
              <a:rPr lang="en-US" dirty="0"/>
              <a:t>Move semi-transparent shape back to original position, 5) Update text on slide.</a:t>
            </a:r>
          </a:p>
          <a:p>
            <a:endParaRPr lang="en-US" dirty="0"/>
          </a:p>
        </p:txBody>
      </p:sp>
      <p:sp>
        <p:nvSpPr>
          <p:cNvPr id="4" name="Slide Number Placeholder 3"/>
          <p:cNvSpPr>
            <a:spLocks noGrp="1"/>
          </p:cNvSpPr>
          <p:nvPr>
            <p:ph type="sldNum" sz="quarter" idx="10"/>
          </p:nvPr>
        </p:nvSpPr>
        <p:spPr/>
        <p:txBody>
          <a:bodyPr/>
          <a:lstStyle/>
          <a:p>
            <a:fld id="{4CBCEA92-F142-4D57-B507-37BDAF44710C}" type="slidenum">
              <a:rPr lang="en-US" smtClean="0"/>
              <a:t>1</a:t>
            </a:fld>
            <a:endParaRPr lang="en-US" dirty="0"/>
          </a:p>
        </p:txBody>
      </p:sp>
    </p:spTree>
    <p:extLst>
      <p:ext uri="{BB962C8B-B14F-4D97-AF65-F5344CB8AC3E}">
        <p14:creationId xmlns:p14="http://schemas.microsoft.com/office/powerpoint/2010/main" val="649825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paper’s title once, then explain its two ingredients. Network science identifies promising components. Physics-based optimization evaluates how the grid responds. SEQUIN stands for the sequential interdiction framework. The small figure is the authors’ architecture, included here to preview the full system. The publication is the ACM/IEEE International Conference on Cyber-Physical Systems, held in May 2025.</a:t>
            </a:r>
          </a:p>
          <a:p>
            <a:endParaRPr/>
          </a:p>
          <a:p>
            <a:r>
              <a:t>Sources: Chio et al., ICCPS 2025. DOI: 10.1145/3716550.3722029. https://ics.uci.edu/~achio/publication/2025-sequin/SEQUIN-paper.pdf Figure 1 reproduced from the authors’ paper, CC BY-SA 4.0.</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Nimbus Sans"/>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BCEA92-F142-4D57-B507-37BDAF44710C}" type="slidenum">
              <a:rPr lang="en-US" smtClean="0"/>
              <a:t>3</a:t>
            </a:fld>
            <a:endParaRPr lang="en-US" dirty="0"/>
          </a:p>
        </p:txBody>
      </p:sp>
    </p:spTree>
    <p:extLst>
      <p:ext uri="{BB962C8B-B14F-4D97-AF65-F5344CB8AC3E}">
        <p14:creationId xmlns:p14="http://schemas.microsoft.com/office/powerpoint/2010/main" val="19209474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7C5C0-77C4-D112-6365-4137C967A3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D22828-8090-1F7D-5E0B-CA995B5C1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DCA556-843F-25C0-75EB-F205CB45A2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0C04A8-703D-9DEC-B89A-7EAC0B7BADFD}"/>
              </a:ext>
            </a:extLst>
          </p:cNvPr>
          <p:cNvSpPr>
            <a:spLocks noGrp="1"/>
          </p:cNvSpPr>
          <p:nvPr>
            <p:ph type="sldNum" sz="quarter" idx="10"/>
          </p:nvPr>
        </p:nvSpPr>
        <p:spPr/>
        <p:txBody>
          <a:bodyPr/>
          <a:lstStyle/>
          <a:p>
            <a:fld id="{4CBCEA92-F142-4D57-B507-37BDAF44710C}" type="slidenum">
              <a:rPr lang="en-US" smtClean="0"/>
              <a:t>4</a:t>
            </a:fld>
            <a:endParaRPr lang="en-US" dirty="0"/>
          </a:p>
        </p:txBody>
      </p:sp>
    </p:spTree>
    <p:extLst>
      <p:ext uri="{BB962C8B-B14F-4D97-AF65-F5344CB8AC3E}">
        <p14:creationId xmlns:p14="http://schemas.microsoft.com/office/powerpoint/2010/main" val="3338835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BCEA92-F142-4D57-B507-37BDAF44710C}" type="slidenum">
              <a:rPr lang="en-US" smtClean="0"/>
              <a:t>5</a:t>
            </a:fld>
            <a:endParaRPr lang="en-US" dirty="0"/>
          </a:p>
        </p:txBody>
      </p:sp>
    </p:spTree>
    <p:extLst>
      <p:ext uri="{BB962C8B-B14F-4D97-AF65-F5344CB8AC3E}">
        <p14:creationId xmlns:p14="http://schemas.microsoft.com/office/powerpoint/2010/main" val="1137576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54E3C-15FC-B09D-A589-18D8C47F7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1AAD47-EF1A-B903-EB87-42FA097A2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2822B3-E17D-5055-026F-705F3D7F28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E7B46A-7807-6478-A668-6ABE30852FC1}"/>
              </a:ext>
            </a:extLst>
          </p:cNvPr>
          <p:cNvSpPr>
            <a:spLocks noGrp="1"/>
          </p:cNvSpPr>
          <p:nvPr>
            <p:ph type="sldNum" sz="quarter" idx="10"/>
          </p:nvPr>
        </p:nvSpPr>
        <p:spPr/>
        <p:txBody>
          <a:bodyPr/>
          <a:lstStyle/>
          <a:p>
            <a:fld id="{4CBCEA92-F142-4D57-B507-37BDAF44710C}" type="slidenum">
              <a:rPr lang="en-US" smtClean="0"/>
              <a:t>6</a:t>
            </a:fld>
            <a:endParaRPr lang="en-US" dirty="0"/>
          </a:p>
        </p:txBody>
      </p:sp>
    </p:spTree>
    <p:extLst>
      <p:ext uri="{BB962C8B-B14F-4D97-AF65-F5344CB8AC3E}">
        <p14:creationId xmlns:p14="http://schemas.microsoft.com/office/powerpoint/2010/main" val="9621219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06B48-CBB6-D758-9D2B-D53260721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F71077-8495-05E8-2AAB-DE59EFEEC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00E5F-2A80-E8DC-FD13-C4B0C6F057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3D5F58-64C5-EF0B-52A9-7B162AF2ED9D}"/>
              </a:ext>
            </a:extLst>
          </p:cNvPr>
          <p:cNvSpPr>
            <a:spLocks noGrp="1"/>
          </p:cNvSpPr>
          <p:nvPr>
            <p:ph type="sldNum" sz="quarter" idx="10"/>
          </p:nvPr>
        </p:nvSpPr>
        <p:spPr/>
        <p:txBody>
          <a:bodyPr/>
          <a:lstStyle/>
          <a:p>
            <a:fld id="{4CBCEA92-F142-4D57-B507-37BDAF44710C}" type="slidenum">
              <a:rPr lang="en-US" smtClean="0"/>
              <a:t>7</a:t>
            </a:fld>
            <a:endParaRPr lang="en-US" dirty="0"/>
          </a:p>
        </p:txBody>
      </p:sp>
    </p:spTree>
    <p:extLst>
      <p:ext uri="{BB962C8B-B14F-4D97-AF65-F5344CB8AC3E}">
        <p14:creationId xmlns:p14="http://schemas.microsoft.com/office/powerpoint/2010/main" val="2021796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BCEA92-F142-4D57-B507-37BDAF44710C}" type="slidenum">
              <a:rPr lang="en-US" smtClean="0"/>
              <a:t>8</a:t>
            </a:fld>
            <a:endParaRPr lang="en-US" dirty="0"/>
          </a:p>
        </p:txBody>
      </p:sp>
    </p:spTree>
    <p:extLst>
      <p:ext uri="{BB962C8B-B14F-4D97-AF65-F5344CB8AC3E}">
        <p14:creationId xmlns:p14="http://schemas.microsoft.com/office/powerpoint/2010/main" val="36720035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BCEA92-F142-4D57-B507-37BDAF44710C}" type="slidenum">
              <a:rPr lang="en-US" smtClean="0"/>
              <a:t>9</a:t>
            </a:fld>
            <a:endParaRPr lang="en-US" dirty="0"/>
          </a:p>
        </p:txBody>
      </p:sp>
    </p:spTree>
    <p:extLst>
      <p:ext uri="{BB962C8B-B14F-4D97-AF65-F5344CB8AC3E}">
        <p14:creationId xmlns:p14="http://schemas.microsoft.com/office/powerpoint/2010/main" val="24412168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86E7C-BEA5-A242-0308-707111BC13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3E441F-E86A-982A-8544-FF68AEB32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EB0CC0-6439-EB75-5A74-2B22268C43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B2C006-D4DC-1E56-005D-2213B5F28033}"/>
              </a:ext>
            </a:extLst>
          </p:cNvPr>
          <p:cNvSpPr>
            <a:spLocks noGrp="1"/>
          </p:cNvSpPr>
          <p:nvPr>
            <p:ph type="sldNum" sz="quarter" idx="10"/>
          </p:nvPr>
        </p:nvSpPr>
        <p:spPr/>
        <p:txBody>
          <a:bodyPr/>
          <a:lstStyle/>
          <a:p>
            <a:fld id="{4CBCEA92-F142-4D57-B507-37BDAF44710C}" type="slidenum">
              <a:rPr lang="en-US" smtClean="0"/>
              <a:t>11</a:t>
            </a:fld>
            <a:endParaRPr lang="en-US" dirty="0"/>
          </a:p>
        </p:txBody>
      </p:sp>
    </p:spTree>
    <p:extLst>
      <p:ext uri="{BB962C8B-B14F-4D97-AF65-F5344CB8AC3E}">
        <p14:creationId xmlns:p14="http://schemas.microsoft.com/office/powerpoint/2010/main" val="37816032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BCEA92-F142-4D57-B507-37BDAF44710C}" type="slidenum">
              <a:rPr lang="en-US" smtClean="0"/>
              <a:t>15</a:t>
            </a:fld>
            <a:endParaRPr lang="en-US" dirty="0"/>
          </a:p>
        </p:txBody>
      </p:sp>
    </p:spTree>
    <p:extLst>
      <p:ext uri="{BB962C8B-B14F-4D97-AF65-F5344CB8AC3E}">
        <p14:creationId xmlns:p14="http://schemas.microsoft.com/office/powerpoint/2010/main" val="3450951327"/>
      </p:ext>
    </p:extLst>
  </p:cSld>
  <p:clrMapOvr>
    <a:masterClrMapping/>
  </p:clrMapOvr>
</p:notes>
</file>

<file path=ppt/part2/notesMasters/_rels/notesMaster1.xml.rels><?xml version='1.0' encoding='UTF-8' standalone='yes'?>
<Relationships xmlns="http://schemas.openxmlformats.org/package/2006/relationships"><Relationship Type="http://schemas.openxmlformats.org/officeDocument/2006/relationships/theme" Target="theme/theme3.xml" Id="R6968210243b74140"/></Relationships>
</file>

<file path=ppt/part2/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part2/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Inter"/>
        <a:ea typeface=""/>
        <a:cs typeface=""/>
      </a:majorFont>
      <a:minorFont>
        <a:latin typeface="Inter"/>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part2/notesSlides/_rels/notesSlide1.xml.rels><?xml version='1.0' encoding='UTF-8' standalone='yes'?>
<Relationships xmlns="http://schemas.openxmlformats.org/package/2006/relationships"><Relationship Type="http://schemas.openxmlformats.org/officeDocument/2006/relationships/slide" Target="../slides/slide1.xml" Id="Rb677a1f74d0940f0"/><Relationship Type="http://schemas.openxmlformats.org/officeDocument/2006/relationships/notesMaster" Target="../notesMasters/notesMaster1.xml" Id="Rc2af743a16ec4d4d"/></Relationships>
</file>

<file path=ppt/part2/notesSlides/_rels/notesSlide2.xml.rels><?xml version='1.0' encoding='UTF-8' standalone='yes'?>
<Relationships xmlns="http://schemas.openxmlformats.org/package/2006/relationships"><Relationship Type="http://schemas.openxmlformats.org/officeDocument/2006/relationships/slide" Target="../slides/slide2.xml" Id="Re0aad8d6f14943c6"/><Relationship Type="http://schemas.openxmlformats.org/officeDocument/2006/relationships/notesMaster" Target="../notesMasters/notesMaster1.xml" Id="R060934a71c5b44fb"/></Relationships>
</file>

<file path=ppt/part2/notesSlides/_rels/notesSlide3.xml.rels><?xml version='1.0' encoding='UTF-8' standalone='yes'?>
<Relationships xmlns="http://schemas.openxmlformats.org/package/2006/relationships"><Relationship Type="http://schemas.openxmlformats.org/officeDocument/2006/relationships/slide" Target="../slides/slide3.xml" Id="Rd6592046444b45f1"/><Relationship Type="http://schemas.openxmlformats.org/officeDocument/2006/relationships/notesMaster" Target="../notesMasters/notesMaster1.xml" Id="Rabe2c6d32e7a4fb4"/></Relationships>
</file>

<file path=ppt/part2/notesSlides/_rels/notesSlide4.xml.rels><?xml version='1.0' encoding='UTF-8' standalone='yes'?>
<Relationships xmlns="http://schemas.openxmlformats.org/package/2006/relationships"><Relationship Type="http://schemas.openxmlformats.org/officeDocument/2006/relationships/slide" Target="../slides/slide4.xml" Id="R01cef99235204cce"/><Relationship Type="http://schemas.openxmlformats.org/officeDocument/2006/relationships/notesMaster" Target="../notesMasters/notesMaster1.xml" Id="Rd28299ab5a874e93"/></Relationships>
</file>

<file path=ppt/part2/notesSlides/_rels/notesSlide5.xml.rels><?xml version='1.0' encoding='UTF-8' standalone='yes'?>
<Relationships xmlns="http://schemas.openxmlformats.org/package/2006/relationships"><Relationship Type="http://schemas.openxmlformats.org/officeDocument/2006/relationships/slide" Target="../slides/slide5.xml" Id="Rd28a0d3f3e924f05"/><Relationship Type="http://schemas.openxmlformats.org/officeDocument/2006/relationships/notesMaster" Target="../notesMasters/notesMaster1.xml" Id="R39445113cde44bad"/></Relationships>
</file>

<file path=ppt/part2/notesSlides/_rels/notesSlide6.xml.rels><?xml version='1.0' encoding='UTF-8' standalone='yes'?>
<Relationships xmlns="http://schemas.openxmlformats.org/package/2006/relationships"><Relationship Type="http://schemas.openxmlformats.org/officeDocument/2006/relationships/slide" Target="../slides/slide6.xml" Id="R1c6cf26451124fc8"/><Relationship Type="http://schemas.openxmlformats.org/officeDocument/2006/relationships/notesMaster" Target="../notesMasters/notesMaster1.xml" Id="R8ad051fb5af249d6"/></Relationships>
</file>

<file path=ppt/part2/notesSlides/_rels/notesSlide7.xml.rels><?xml version='1.0' encoding='UTF-8' standalone='yes'?>
<Relationships xmlns="http://schemas.openxmlformats.org/package/2006/relationships"><Relationship Type="http://schemas.openxmlformats.org/officeDocument/2006/relationships/slide" Target="../slides/slide7.xml" Id="R077f652c347f4702"/><Relationship Type="http://schemas.openxmlformats.org/officeDocument/2006/relationships/notesMaster" Target="../notesMasters/notesMaster1.xml" Id="R7d31f2e09f35411a"/></Relationships>
</file>

<file path=ppt/part2/notesSlides/_rels/notesSlide8.xml.rels><?xml version='1.0' encoding='UTF-8' standalone='yes'?>
<Relationships xmlns="http://schemas.openxmlformats.org/package/2006/relationships"><Relationship Type="http://schemas.openxmlformats.org/officeDocument/2006/relationships/slide" Target="../slides/slide8.xml" Id="R822bb17a5a1144a5"/><Relationship Type="http://schemas.openxmlformats.org/officeDocument/2006/relationships/notesMaster" Target="../notesMasters/notesMaster1.xml" Id="R44632d16c6bc4536"/></Relationships>
</file>

<file path=ppt/part2/notesSlides/_rels/notesSlide9.xml.rels><?xml version='1.0' encoding='UTF-8' standalone='yes'?>
<Relationships xmlns="http://schemas.openxmlformats.org/package/2006/relationships"><Relationship Type="http://schemas.openxmlformats.org/officeDocument/2006/relationships/slide" Target="../slides/slide9.xml" Id="Rdf57c2af700f489a"/><Relationship Type="http://schemas.openxmlformats.org/officeDocument/2006/relationships/notesMaster" Target="../notesMasters/notesMaster1.xml" Id="R4409b16adb834eb4"/></Relationships>
</file>

<file path=ppt/part2/notesSlides/_rels/notesSlide10.xml.rels><?xml version='1.0' encoding='UTF-8' standalone='yes'?>
<Relationships xmlns="http://schemas.openxmlformats.org/package/2006/relationships"><Relationship Type="http://schemas.openxmlformats.org/officeDocument/2006/relationships/slide" Target="../slides/slide10.xml" Id="R2eca754e6a0c4545"/><Relationship Type="http://schemas.openxmlformats.org/officeDocument/2006/relationships/notesMaster" Target="../notesMasters/notesMaster1.xml" Id="Rc2f4caccbb97431a"/></Relationships>
</file>

<file path=ppt/part2/notesSlides/_rels/notesSlide11.xml.rels><?xml version='1.0' encoding='UTF-8' standalone='yes'?>
<Relationships xmlns="http://schemas.openxmlformats.org/package/2006/relationships"><Relationship Type="http://schemas.openxmlformats.org/officeDocument/2006/relationships/slide" Target="../slides/slide11.xml" Id="R271f34797baf4b96"/><Relationship Type="http://schemas.openxmlformats.org/officeDocument/2006/relationships/notesMaster" Target="../notesMasters/notesMaster1.xml" Id="R6ad2b47371ba483d"/></Relationships>
</file>

<file path=ppt/part2/notesSlides/_rels/notesSlide12.xml.rels><?xml version='1.0' encoding='UTF-8' standalone='yes'?>
<Relationships xmlns="http://schemas.openxmlformats.org/package/2006/relationships"><Relationship Type="http://schemas.openxmlformats.org/officeDocument/2006/relationships/slide" Target="../slides/slide12.xml" Id="R1297346c2aac4772"/><Relationship Type="http://schemas.openxmlformats.org/officeDocument/2006/relationships/notesMaster" Target="../notesMasters/notesMaster1.xml" Id="R3e44a08b38c541ba"/></Relationships>
</file>

<file path=ppt/part2/notesSlides/_rels/notesSlide13.xml.rels><?xml version='1.0' encoding='UTF-8' standalone='yes'?>
<Relationships xmlns="http://schemas.openxmlformats.org/package/2006/relationships"><Relationship Type="http://schemas.openxmlformats.org/officeDocument/2006/relationships/slide" Target="../slides/slide13.xml" Id="R1ca473de3c1c4113"/><Relationship Type="http://schemas.openxmlformats.org/officeDocument/2006/relationships/notesMaster" Target="../notesMasters/notesMaster1.xml" Id="R3bc16fa16b70402f"/></Relationships>
</file>

<file path=ppt/part2/notesSlides/_rels/notesSlide14.xml.rels><?xml version='1.0' encoding='UTF-8' standalone='yes'?>
<Relationships xmlns="http://schemas.openxmlformats.org/package/2006/relationships"><Relationship Type="http://schemas.openxmlformats.org/officeDocument/2006/relationships/slide" Target="../slides/slide14.xml" Id="Rcf2658082fdb4ce5"/><Relationship Type="http://schemas.openxmlformats.org/officeDocument/2006/relationships/notesMaster" Target="../notesMasters/notesMaster1.xml" Id="Rf6bda23fae2e47a2"/></Relationships>
</file>

<file path=ppt/part2/notesSlides/_rels/notesSlide15.xml.rels><?xml version='1.0' encoding='UTF-8' standalone='yes'?>
<Relationships xmlns="http://schemas.openxmlformats.org/package/2006/relationships"><Relationship Type="http://schemas.openxmlformats.org/officeDocument/2006/relationships/slide" Target="../slides/slide15.xml" Id="R5139839dc09e49c1"/><Relationship Type="http://schemas.openxmlformats.org/officeDocument/2006/relationships/notesMaster" Target="../notesMasters/notesMaster1.xml" Id="R7f771cc9cda34c02"/></Relationships>
</file>

<file path=ppt/part2/notesSlides/_rels/notesSlide16.xml.rels><?xml version='1.0' encoding='UTF-8' standalone='yes'?>
<Relationships xmlns="http://schemas.openxmlformats.org/package/2006/relationships"><Relationship Type="http://schemas.openxmlformats.org/officeDocument/2006/relationships/slide" Target="../slides/slide16.xml" Id="R09fdfeef685b4e62"/><Relationship Type="http://schemas.openxmlformats.org/officeDocument/2006/relationships/notesMaster" Target="../notesMasters/notesMaster1.xml" Id="R21377516c86f43ed"/></Relationships>
</file>

<file path=ppt/part2/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explicitly proposes ruggedization and variable epochs as future work in Section 6. Priority service is a realistic course-project extension with synthetic labels. Do not claim these general research ideas are invented here.</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Protection changes outage eligibility only. It leaves physical response on an eligible sequence unchanged, so filtering complete tables is valid. Exact outer protection enumeration for q&lt;=2 is a separate small-instance oracle. Greedy has no general global guarantee.</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Protection makes a line ineligible for the modeled failure but does not change eligible sequence physics. This makes complete-table filtering exact under the fixed group response policy. Equal protection cost and perfect hardening are assumptions. Group results/extensions/protection.csv and defense_designs.json.</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Lower loss is better. Each point averages held-out scenario worst losses, not a fixed common attack. At q=2 the scenario design helps substantially. At q=1 it fails to improve held-out worst loss, while the single-scenario plan does improve it. This is an important generalization caveat.</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Initial-flow protection slightly outperforms the robust design on held-out seeds at q=2. The scenario design improves more at q=3. Training-objective optimality does not establish the best unseen-scenario performance. Include both outcomes in the presentation.</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Each point averages the worst eligible attack loss per held-out demand scenario. Different plans can face different worst attacks.</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cell is a case, demand seed, ramp, demand spread and budget combination. Unperturbed seeds duplicate the same demand. Infeasible starting cases have no fabricated attack loss. The line plan remains frozen during stress evaluation.</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simultaneous policy loses the whole set in the first window, then can respond twice more. Each window uses alpha Pmax times duration/5. Horizons are 7.5/15/30 minutes. Rates are derived assumptions, not equipment measurements.</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final-loss maximum and proxy-energy maximum may use different sequences. The snapshot proxy sums endpoint loss times duration, normalized by initial demand times horizon. It is not physical integration of continuous ramping. A worse final loss can still have a smaller proxy when it appears late.</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 seed 17 selects positive-demand buses. Fractions are bus counts, not MW fractions, and assignments need not be nested. One group assignment per size is a limitation. The original total-service policy is retained as an extra comparison.</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Higher retention is better. Each policy is evaluated on exactly the same sequence set within a scenario. Case 14 is exhaustive. Cases 39/118 are sampled worst-found results, including critical-loss-targeted attacks. Rounded 100% retention is not a guarantee against unsearched attacks.</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the full scenario and attack from priority_examples.json if asked. A negative gain means critical-first harmed later critical service. Myopic optimization maximizes service now, not across all future outages. Extra total loss can reflect a deliberate sacrifice of ordinary load.</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uses total-tight to match priority-policy MIP precision. Curves average per-seed cohort minima, not guarantees against all possible attacks. Synthetic groups use seed 17. Group size/composition also varies over 10%,25%,50% at ramp 0.1 in the saved CSV. Source: results/extensions/priority_precision_summary.csv.</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default driver produced 311 measured rows and seven plots. The unchanged checker fails the six-case flow-coverage assertion. Fresh replay of [83,5,19,228,196,177,212,219] confirms the eighth MILP is infeasible. This new run is separate from the earlier results retained in the first part. Extension experiments never silently skip failed responses. Source: validation.json, default_compatibility.json and original_benchmark_status.json.</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physical formulation and default single-objective policy remain intact. Prefix caches use full order, never only an unordered failed set. Line IDs are one-based MATPOWER branch rows. Bus groups export original bus IDs, while the API uses zero-based row indices. Source: EXTENSIONS_README.md, extensions.py and grid_model.py.</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protection demo uses held-out demand seed 100. Timing illustrates case 39 with the same attack sequence across patterns. Priority compares total-tight with critical-first, including case39 [39,14] and adverse case14 [4,2]. Energy is an endpoint response-then-hold snapshot proxy, not integration of continuous physical ramps. Source: demo_protection.json, demo_timing.json and demo_priority_paired.json.</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improvement, inconclusion and failure honestly. None of these studies establishes broad real-world safety. The work completes the bounded second-part course-project scope.</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Prioritize joint robust protection because stress failures were measured, and targeted critical search because the larger cohorts are small. Operator lookahead can test whether myopic choices explain adverse priority cases.</a:t>
            </a:r>
          </a:p>
          <a:p xmlns:a="http://schemas.openxmlformats.org/drawingml/2006/main">
            <a:r>
              <a:t>Source: group-sequin/results/extensions/; 67cc294651c518a56c9ffbee8975e3c1aa1582e72a8af3478aa7bbf75be86d80. Group upstream e03e8495fb67af50f00c52daa75908e34960f151.</a:t>
            </a:r>
          </a:p>
          <a:p xmlns:a="http://schemas.openxmlformats.org/drawingml/2006/main">
            <a:r>
              <a:t>Measured group-model experiments: source fingerprint 67cc294651c518a56c9ffbee8975e3c1aa1582e72a8af3478aa7bbf75be86d80. Upstream e03e8495fb67af50f00c52daa75908e34960f151.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part2/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part2/slideLayouts/_rels/slideLayout1.xml.rels><?xml version='1.0' encoding='UTF-8' standalone='yes'?>
<Relationships xmlns="http://schemas.openxmlformats.org/package/2006/relationships"><Relationship Type="http://schemas.openxmlformats.org/officeDocument/2006/relationships/slideMaster" Target="../slideMasters/slideMaster1.xml" Id="Rd429dde454804f78"/></Relationships>
</file>

<file path=ppt/part2/slideLayouts/_rels/slideLayout2.xml.rels><?xml version='1.0' encoding='UTF-8' standalone='yes'?>
<Relationships xmlns="http://schemas.openxmlformats.org/package/2006/relationships"><Relationship Type="http://schemas.openxmlformats.org/officeDocument/2006/relationships/slideMaster" Target="../slideMasters/slideMaster1.xml" Id="R175cf1e7bfa14efa"/></Relationships>
</file>

<file path=ppt/part2/slideLayouts/_rels/slideLayout3.xml.rels><?xml version='1.0' encoding='UTF-8' standalone='yes'?>
<Relationships xmlns="http://schemas.openxmlformats.org/package/2006/relationships"><Relationship Type="http://schemas.openxmlformats.org/officeDocument/2006/relationships/slideMaster" Target="../slideMasters/slideMaster1.xml" Id="Rbb6c79953d0d43d7"/></Relationships>
</file>

<file path=ppt/part2/slideLayouts/_rels/slideLayout4.xml.rels><?xml version='1.0' encoding='UTF-8' standalone='yes'?>
<Relationships xmlns="http://schemas.openxmlformats.org/package/2006/relationships"><Relationship Type="http://schemas.openxmlformats.org/officeDocument/2006/relationships/slideMaster" Target="../slideMasters/slideMaster1.xml" Id="R48144d7f896a4af4"/></Relationships>
</file>

<file path=ppt/part2/slideLayouts/_rels/slideLayout5.xml.rels><?xml version='1.0' encoding='UTF-8' standalone='yes'?>
<Relationships xmlns="http://schemas.openxmlformats.org/package/2006/relationships"><Relationship Type="http://schemas.openxmlformats.org/officeDocument/2006/relationships/slideMaster" Target="../slideMasters/slideMaster1.xml" Id="R6060b27dadbe411f"/></Relationships>
</file>

<file path=ppt/part2/slideLayouts/_rels/slideLayout6.xml.rels><?xml version='1.0' encoding='UTF-8' standalone='yes'?>
<Relationships xmlns="http://schemas.openxmlformats.org/package/2006/relationships"><Relationship Type="http://schemas.openxmlformats.org/officeDocument/2006/relationships/slideMaster" Target="../slideMasters/slideMaster1.xml" Id="Rb193aad0032249a5"/></Relationships>
</file>

<file path=ppt/part2/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975807-E9EE-493C-A35E-1D7E56FD451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148DBE7-C0FC-468A-B8CE-31A8DEB6182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part2/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C41449-E182-4B06-A55F-96DEBE5027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part2/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8C9993-A2C5-47D3-8796-610A938E6C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68037B2-E654-4593-885B-BE1CC7282AE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part2/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B3928A8-DC97-4CD8-8996-1B63C7F063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618037-14D7-45A1-9FE3-5580DC71A5B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072BD8-B81A-44AF-8DA7-273D83F5E74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part2/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032956-4FC3-4658-A622-9F0CDBE5FD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E7E43E-CDD0-4D52-A5A3-86E18D55EF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part2/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part2/slideMasters/_rels/slideMaster1.xml.rels><?xml version='1.0' encoding='UTF-8' standalone='yes'?>
<Relationships xmlns="http://schemas.openxmlformats.org/package/2006/relationships"><Relationship Type="http://schemas.openxmlformats.org/officeDocument/2006/relationships/theme" Target="theme/theme2.xml" Id="R6bb241c98d274009"/><Relationship Type="http://schemas.openxmlformats.org/officeDocument/2006/relationships/slideLayout" Target="../slideLayouts/slideLayout1.xml" Id="R80f73ee72f4c4d59"/><Relationship Type="http://schemas.openxmlformats.org/officeDocument/2006/relationships/slideLayout" Target="../slideLayouts/slideLayout2.xml" Id="R0e0cc069bdcb4efb"/><Relationship Type="http://schemas.openxmlformats.org/officeDocument/2006/relationships/slideLayout" Target="../slideLayouts/slideLayout3.xml" Id="R9de64bc4a2224be4"/><Relationship Type="http://schemas.openxmlformats.org/officeDocument/2006/relationships/slideLayout" Target="../slideLayouts/slideLayout4.xml" Id="Raa3431f01de3470c"/><Relationship Type="http://schemas.openxmlformats.org/officeDocument/2006/relationships/slideLayout" Target="../slideLayouts/slideLayout5.xml" Id="R4d8fe3488f8b4a77"/><Relationship Type="http://schemas.openxmlformats.org/officeDocument/2006/relationships/slideLayout" Target="../slideLayouts/slideLayout6.xml" Id="Rc81ecf60b76e4d7b"/></Relationships>
</file>

<file path=ppt/part2/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f73ee72f4c4d59"/>
    <p:sldLayoutId xmlns:r="http://schemas.openxmlformats.org/officeDocument/2006/relationships" id="2147483650" r:id="R0e0cc069bdcb4efb"/>
    <p:sldLayoutId xmlns:r="http://schemas.openxmlformats.org/officeDocument/2006/relationships" id="2147483651" r:id="R9de64bc4a2224be4"/>
    <p:sldLayoutId xmlns:r="http://schemas.openxmlformats.org/officeDocument/2006/relationships" id="2147483652" r:id="Raa3431f01de3470c"/>
    <p:sldLayoutId xmlns:r="http://schemas.openxmlformats.org/officeDocument/2006/relationships" id="2147483653" r:id="R4d8fe3488f8b4a77"/>
    <p:sldLayoutId xmlns:r="http://schemas.openxmlformats.org/officeDocument/2006/relationships" id="2147483654" r:id="Rc81ecf60b76e4d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part2/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Inter"/>
        <a:ea typeface=""/>
        <a:cs typeface=""/>
      </a:majorFont>
      <a:minorFont>
        <a:latin typeface="Inter"/>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part2/slides/_rels/slide1.xml.rels><?xml version='1.0' encoding='UTF-8' standalone='yes'?>
<Relationships xmlns="http://schemas.openxmlformats.org/package/2006/relationships"><Relationship Type="http://schemas.openxmlformats.org/officeDocument/2006/relationships/slideLayout" Target="../slideLayouts/slideLayout6.xml" Id="R6247919133544209"/><Relationship Type="http://schemas.openxmlformats.org/officeDocument/2006/relationships/notesSlide" Target="../notesSlides/notesSlide1.xml" Id="Rfba8bb5b736b437d"/></Relationships>
</file>

<file path=ppt/part2/slides/_rels/slide2.xml.rels><?xml version='1.0' encoding='UTF-8' standalone='yes'?>
<Relationships xmlns="http://schemas.openxmlformats.org/package/2006/relationships"><Relationship Type="http://schemas.openxmlformats.org/officeDocument/2006/relationships/slideLayout" Target="../slideLayouts/slideLayout6.xml" Id="R3d5cd1874c694910"/><Relationship Type="http://schemas.openxmlformats.org/officeDocument/2006/relationships/notesSlide" Target="../notesSlides/notesSlide2.xml" Id="R2572ac6294a34798"/></Relationships>
</file>

<file path=ppt/part2/slides/_rels/slide3.xml.rels><?xml version='1.0' encoding='UTF-8' standalone='yes'?>
<Relationships xmlns="http://schemas.openxmlformats.org/package/2006/relationships"><Relationship Type="http://schemas.openxmlformats.org/officeDocument/2006/relationships/slideLayout" Target="../slideLayouts/slideLayout6.xml" Id="R85d940475f3742b1"/><Relationship Type="http://schemas.openxmlformats.org/officeDocument/2006/relationships/notesSlide" Target="../notesSlides/notesSlide3.xml" Id="Rb38db6b1515340bb"/></Relationships>
</file>

<file path=ppt/part2/slides/_rels/slide4.xml.rels><?xml version='1.0' encoding='UTF-8' standalone='yes'?>
<Relationships xmlns="http://schemas.openxmlformats.org/package/2006/relationships"><Relationship Type="http://schemas.openxmlformats.org/officeDocument/2006/relationships/slideLayout" Target="../slideLayouts/slideLayout6.xml" Id="R70e950ade1814142"/><Relationship Type="http://schemas.openxmlformats.org/officeDocument/2006/relationships/chart" Target="charts/chart1.xml" Id="R994e528a5b0545aa"/><Relationship Type="http://schemas.openxmlformats.org/officeDocument/2006/relationships/chart" Target="charts/chart2.xml" Id="R8a1fe3f5694a4223"/><Relationship Type="http://schemas.openxmlformats.org/officeDocument/2006/relationships/notesSlide" Target="../notesSlides/notesSlide4.xml" Id="R48f5a494bb644a08"/></Relationships>
</file>

<file path=ppt/part2/slides/_rels/slide5.xml.rels><?xml version='1.0' encoding='UTF-8' standalone='yes'?>
<Relationships xmlns="http://schemas.openxmlformats.org/package/2006/relationships"><Relationship Type="http://schemas.openxmlformats.org/officeDocument/2006/relationships/slideLayout" Target="../slideLayouts/slideLayout6.xml" Id="Rd5bee5651df94e40"/><Relationship Type="http://schemas.openxmlformats.org/officeDocument/2006/relationships/notesSlide" Target="../notesSlides/notesSlide5.xml" Id="Raa6f13cd1e3f4b25"/></Relationships>
</file>

<file path=ppt/part2/slides/_rels/slide6.xml.rels><?xml version='1.0' encoding='UTF-8' standalone='yes'?>
<Relationships xmlns="http://schemas.openxmlformats.org/package/2006/relationships"><Relationship Type="http://schemas.openxmlformats.org/officeDocument/2006/relationships/slideLayout" Target="../slideLayouts/slideLayout6.xml" Id="R3ae56f35c63c49fc"/><Relationship Type="http://schemas.openxmlformats.org/officeDocument/2006/relationships/notesSlide" Target="../notesSlides/notesSlide6.xml" Id="Re104e698b4184240"/></Relationships>
</file>

<file path=ppt/part2/slides/_rels/slide7.xml.rels><?xml version='1.0' encoding='UTF-8' standalone='yes'?>
<Relationships xmlns="http://schemas.openxmlformats.org/package/2006/relationships"><Relationship Type="http://schemas.openxmlformats.org/officeDocument/2006/relationships/slideLayout" Target="../slideLayouts/slideLayout6.xml" Id="R44e4dafd8062493e"/><Relationship Type="http://schemas.openxmlformats.org/officeDocument/2006/relationships/chart" Target="charts/chart3.xml" Id="R883784c411274c2b"/><Relationship Type="http://schemas.openxmlformats.org/officeDocument/2006/relationships/chart" Target="charts/chart4.xml" Id="Rbdb58466f84940f7"/><Relationship Type="http://schemas.openxmlformats.org/officeDocument/2006/relationships/notesSlide" Target="../notesSlides/notesSlide7.xml" Id="R4fed5a84d5a54759"/></Relationships>
</file>

<file path=ppt/part2/slides/_rels/slide8.xml.rels><?xml version='1.0' encoding='UTF-8' standalone='yes'?>
<Relationships xmlns="http://schemas.openxmlformats.org/package/2006/relationships"><Relationship Type="http://schemas.openxmlformats.org/officeDocument/2006/relationships/slideLayout" Target="../slideLayouts/slideLayout6.xml" Id="Rf882e5e544bb4a18"/><Relationship Type="http://schemas.openxmlformats.org/officeDocument/2006/relationships/notesSlide" Target="../notesSlides/notesSlide8.xml" Id="Reab1aba7cde44a47"/></Relationships>
</file>

<file path=ppt/part2/slides/_rels/slide9.xml.rels><?xml version='1.0' encoding='UTF-8' standalone='yes'?>
<Relationships xmlns="http://schemas.openxmlformats.org/package/2006/relationships"><Relationship Type="http://schemas.openxmlformats.org/officeDocument/2006/relationships/slideLayout" Target="../slideLayouts/slideLayout6.xml" Id="Reb7b2219a4a24130"/><Relationship Type="http://schemas.openxmlformats.org/officeDocument/2006/relationships/chart" Target="charts/chart5.xml" Id="Ra900f4d813144fd3"/><Relationship Type="http://schemas.openxmlformats.org/officeDocument/2006/relationships/notesSlide" Target="../notesSlides/notesSlide9.xml" Id="R5feee12e167144bb"/></Relationships>
</file>

<file path=ppt/part2/slides/_rels/slide10.xml.rels><?xml version='1.0' encoding='UTF-8' standalone='yes'?>
<Relationships xmlns="http://schemas.openxmlformats.org/package/2006/relationships"><Relationship Type="http://schemas.openxmlformats.org/officeDocument/2006/relationships/slideLayout" Target="../slideLayouts/slideLayout6.xml" Id="R7820adab17134376"/><Relationship Type="http://schemas.openxmlformats.org/officeDocument/2006/relationships/notesSlide" Target="../notesSlides/notesSlide10.xml" Id="R2c99164fc54440d2"/></Relationships>
</file>

<file path=ppt/part2/slides/_rels/slide11.xml.rels><?xml version='1.0' encoding='UTF-8' standalone='yes'?>
<Relationships xmlns="http://schemas.openxmlformats.org/package/2006/relationships"><Relationship Type="http://schemas.openxmlformats.org/officeDocument/2006/relationships/slideLayout" Target="../slideLayouts/slideLayout6.xml" Id="R84e0129a894b4296"/><Relationship Type="http://schemas.openxmlformats.org/officeDocument/2006/relationships/chart" Target="charts/chart6.xml" Id="R8cff0931f4254457"/><Relationship Type="http://schemas.openxmlformats.org/officeDocument/2006/relationships/chart" Target="charts/chart7.xml" Id="Rab58569609214ebb"/><Relationship Type="http://schemas.openxmlformats.org/officeDocument/2006/relationships/notesSlide" Target="../notesSlides/notesSlide11.xml" Id="R52dd333d665e4788"/></Relationships>
</file>

<file path=ppt/part2/slides/_rels/slide12.xml.rels><?xml version='1.0' encoding='UTF-8' standalone='yes'?>
<Relationships xmlns="http://schemas.openxmlformats.org/package/2006/relationships"><Relationship Type="http://schemas.openxmlformats.org/officeDocument/2006/relationships/slideLayout" Target="../slideLayouts/slideLayout6.xml" Id="R3744410d735d436e"/><Relationship Type="http://schemas.openxmlformats.org/officeDocument/2006/relationships/notesSlide" Target="../notesSlides/notesSlide12.xml" Id="R11e796be9ffa4324"/></Relationships>
</file>

<file path=ppt/part2/slides/_rels/slide13.xml.rels><?xml version='1.0' encoding='UTF-8' standalone='yes'?>
<Relationships xmlns="http://schemas.openxmlformats.org/package/2006/relationships"><Relationship Type="http://schemas.openxmlformats.org/officeDocument/2006/relationships/slideLayout" Target="../slideLayouts/slideLayout6.xml" Id="R27b547a2ddbf4031"/><Relationship Type="http://schemas.openxmlformats.org/officeDocument/2006/relationships/notesSlide" Target="../notesSlides/notesSlide13.xml" Id="Rbbbc35053862477e"/></Relationships>
</file>

<file path=ppt/part2/slides/_rels/slide14.xml.rels><?xml version='1.0' encoding='UTF-8' standalone='yes'?>
<Relationships xmlns="http://schemas.openxmlformats.org/package/2006/relationships"><Relationship Type="http://schemas.openxmlformats.org/officeDocument/2006/relationships/slideLayout" Target="../slideLayouts/slideLayout6.xml" Id="Re7ad83799063448a"/><Relationship Type="http://schemas.openxmlformats.org/officeDocument/2006/relationships/notesSlide" Target="../notesSlides/notesSlide14.xml" Id="Rfa6b59d6dad14174"/></Relationships>
</file>

<file path=ppt/part2/slides/_rels/slide15.xml.rels><?xml version='1.0' encoding='UTF-8' standalone='yes'?>
<Relationships xmlns="http://schemas.openxmlformats.org/package/2006/relationships"><Relationship Type="http://schemas.openxmlformats.org/officeDocument/2006/relationships/slideLayout" Target="../slideLayouts/slideLayout6.xml" Id="Rcecb92a5fc6649de"/><Relationship Type="http://schemas.openxmlformats.org/officeDocument/2006/relationships/notesSlide" Target="../notesSlides/notesSlide15.xml" Id="R3cbf7f4cc0364392"/></Relationships>
</file>

<file path=ppt/part2/slides/_rels/slide16.xml.rels><?xml version='1.0' encoding='UTF-8' standalone='yes'?>
<Relationships xmlns="http://schemas.openxmlformats.org/package/2006/relationships"><Relationship Type="http://schemas.openxmlformats.org/officeDocument/2006/relationships/slideLayout" Target="../slideLayouts/slideLayout6.xml" Id="R1a18ab53c3ae409a"/><Relationship Type="http://schemas.openxmlformats.org/officeDocument/2006/relationships/notesSlide" Target="../notesSlides/notesSlide16.xml" Id="R99f107191ebb4433"/></Relationships>
</file>

<file path=ppt/part2/slides/charts/chart1.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Case 14</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lineChart>
        <c:grouping val="standard"/>
        <c:varyColors val="0"/>
        <c:ser>
          <c:idx val="0"/>
          <c:order val="0"/>
          <c:tx>
            <c:v>Scenario design</c:v>
          </c:tx>
          <c:spPr>
            <a:solidFill xmlns:a="http://schemas.openxmlformats.org/drawingml/2006/main">
              <a:srgbClr val="087F8C"/>
            </a:solidFill>
            <a:ln xmlns:a="http://schemas.openxmlformats.org/drawingml/2006/main" w="28575">
              <a:solidFill>
                <a:srgbClr val="087F8C"/>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95.04360542069989</c:v>
              </c:pt>
              <c:pt idx="1">
                <c:v>95.04360542069983</c:v>
              </c:pt>
              <c:pt idx="2">
                <c:v>84.87011828822624</c:v>
              </c:pt>
              <c:pt idx="3">
                <c:v>84.87011828822624</c:v>
              </c:pt>
            </c:numLit>
          </c:val>
          <c:smooth val="0"/>
        </c:ser>
        <c:ser>
          <c:idx val="1"/>
          <c:order val="1"/>
          <c:tx>
            <c:v>Initial flow</c:v>
          </c:tx>
          <c:spPr>
            <a:solidFill xmlns:a="http://schemas.openxmlformats.org/drawingml/2006/main">
              <a:srgbClr val="CF5C36"/>
            </a:solidFill>
            <a:ln xmlns:a="http://schemas.openxmlformats.org/drawingml/2006/main" w="28575">
              <a:solidFill>
                <a:srgbClr val="CF5C36"/>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95.04360542069989</c:v>
              </c:pt>
              <c:pt idx="1">
                <c:v>95.04360542069989</c:v>
              </c:pt>
              <c:pt idx="2">
                <c:v>93.32091714376942</c:v>
              </c:pt>
              <c:pt idx="3">
                <c:v>93.32091714376942</c:v>
              </c:pt>
            </c:numLit>
          </c:val>
          <c:smooth val="0"/>
        </c:ser>
        <c:ser>
          <c:idx val="2"/>
          <c:order val="2"/>
          <c:tx>
            <c:v>Single scenario</c:v>
          </c:tx>
          <c:spPr>
            <a:solidFill xmlns:a="http://schemas.openxmlformats.org/drawingml/2006/main">
              <a:srgbClr val="6554A4"/>
            </a:solidFill>
            <a:ln xmlns:a="http://schemas.openxmlformats.org/drawingml/2006/main" w="28575">
              <a:solidFill>
                <a:srgbClr val="6554A4"/>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95.04360542069989</c:v>
              </c:pt>
              <c:pt idx="1">
                <c:v>93.32091714376942</c:v>
              </c:pt>
              <c:pt idx="2">
                <c:v>84.87011828822624</c:v>
              </c:pt>
              <c:pt idx="3">
                <c:v>84.87011828822624</c:v>
              </c:pt>
            </c:numLit>
          </c:val>
          <c:smooth val="0"/>
        </c:ser>
        <c:ser>
          <c:idx val="3"/>
          <c:order val="3"/>
          <c:tx>
            <c:v>Simultaneous design</c:v>
          </c:tx>
          <c:spPr>
            <a:solidFill xmlns:a="http://schemas.openxmlformats.org/drawingml/2006/main">
              <a:srgbClr val="8A8D91"/>
            </a:solidFill>
            <a:ln xmlns:a="http://schemas.openxmlformats.org/drawingml/2006/main" w="28575">
              <a:solidFill>
                <a:srgbClr val="8A8D91"/>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95.04360542069989</c:v>
              </c:pt>
              <c:pt idx="1">
                <c:v>95.04360542069989</c:v>
              </c:pt>
              <c:pt idx="2">
                <c:v>95.04360542069989</c:v>
              </c:pt>
              <c:pt idx="3">
                <c:v>95.04360542069989</c:v>
              </c:pt>
            </c:numLit>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Protected lines q</a:t>
                </a:r>
              </a:p>
            </c:rich>
          </c:tx>
          <c:overlay val="0"/>
        </c:title>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scaling>
        <c:delete val="0"/>
        <c:axPos val="l"/>
        <c:majorGridlines>
          <c:spPr>
            <a:ln xmlns:a="http://schemas.openxmlformats.org/drawingml/2006/main" w="6668">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t>Mean test worst shed (%)</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charts/chart2.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Case 39</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lineChart>
        <c:grouping val="standard"/>
        <c:varyColors val="0"/>
        <c:ser>
          <c:idx val="0"/>
          <c:order val="0"/>
          <c:tx>
            <c:v>Scenario design</c:v>
          </c:tx>
          <c:spPr>
            <a:solidFill xmlns:a="http://schemas.openxmlformats.org/drawingml/2006/main">
              <a:srgbClr val="087F8C"/>
            </a:solidFill>
            <a:ln xmlns:a="http://schemas.openxmlformats.org/drawingml/2006/main" w="28575">
              <a:solidFill>
                <a:srgbClr val="087F8C"/>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21.51687272664234</c:v>
              </c:pt>
              <c:pt idx="1">
                <c:v>20.75488669019886</c:v>
              </c:pt>
              <c:pt idx="2">
                <c:v>20.47205968146063</c:v>
              </c:pt>
              <c:pt idx="3">
                <c:v>17.689067196488338</c:v>
              </c:pt>
            </c:numLit>
          </c:val>
          <c:smooth val="0"/>
        </c:ser>
        <c:ser>
          <c:idx val="1"/>
          <c:order val="1"/>
          <c:tx>
            <c:v>Initial flow</c:v>
          </c:tx>
          <c:spPr>
            <a:solidFill xmlns:a="http://schemas.openxmlformats.org/drawingml/2006/main">
              <a:srgbClr val="CF5C36"/>
            </a:solidFill>
            <a:ln xmlns:a="http://schemas.openxmlformats.org/drawingml/2006/main" w="28575">
              <a:solidFill>
                <a:srgbClr val="CF5C36"/>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21.51687272664234</c:v>
              </c:pt>
              <c:pt idx="1">
                <c:v>20.75488669019886</c:v>
              </c:pt>
              <c:pt idx="2">
                <c:v>20.347379265383818</c:v>
              </c:pt>
              <c:pt idx="3">
                <c:v>20.347379265383818</c:v>
              </c:pt>
            </c:numLit>
          </c:val>
          <c:smooth val="0"/>
        </c:ser>
        <c:ser>
          <c:idx val="2"/>
          <c:order val="2"/>
          <c:tx>
            <c:v>Single scenario</c:v>
          </c:tx>
          <c:spPr>
            <a:solidFill xmlns:a="http://schemas.openxmlformats.org/drawingml/2006/main">
              <a:srgbClr val="6554A4"/>
            </a:solidFill>
            <a:ln xmlns:a="http://schemas.openxmlformats.org/drawingml/2006/main" w="28575">
              <a:solidFill>
                <a:srgbClr val="6554A4"/>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21.51687272664234</c:v>
              </c:pt>
              <c:pt idx="1">
                <c:v>20.75488669019886</c:v>
              </c:pt>
              <c:pt idx="2">
                <c:v>20.47205968146063</c:v>
              </c:pt>
              <c:pt idx="3">
                <c:v>17.689067196488338</c:v>
              </c:pt>
            </c:numLit>
          </c:val>
          <c:smooth val="0"/>
        </c:ser>
        <c:ser>
          <c:idx val="3"/>
          <c:order val="3"/>
          <c:tx>
            <c:v>Simultaneous design</c:v>
          </c:tx>
          <c:spPr>
            <a:solidFill xmlns:a="http://schemas.openxmlformats.org/drawingml/2006/main">
              <a:srgbClr val="8A8D91"/>
            </a:solidFill>
            <a:ln xmlns:a="http://schemas.openxmlformats.org/drawingml/2006/main" w="28575">
              <a:solidFill>
                <a:srgbClr val="8A8D91"/>
              </a:solidFill>
              <a:prstDash val="solid"/>
            </a:ln>
          </c:spPr>
          <c:marker>
            <c:symbol val="none"/>
          </c:marker>
          <c:cat>
            <c:numLit>
              <c:formatCode>General</c:formatCode>
              <c:ptCount val="4"/>
              <c:pt idx="0">
                <c:v>0</c:v>
              </c:pt>
              <c:pt idx="1">
                <c:v>1</c:v>
              </c:pt>
              <c:pt idx="2">
                <c:v>2</c:v>
              </c:pt>
              <c:pt idx="3">
                <c:v>3</c:v>
              </c:pt>
            </c:numLit>
          </c:cat>
          <c:val>
            <c:numLit>
              <c:formatCode>0.0</c:formatCode>
              <c:ptCount val="4"/>
              <c:pt idx="0">
                <c:v>21.51687272664234</c:v>
              </c:pt>
              <c:pt idx="1">
                <c:v>20.75488669019886</c:v>
              </c:pt>
              <c:pt idx="2">
                <c:v>20.75488669019886</c:v>
              </c:pt>
              <c:pt idx="3">
                <c:v>20.75488669019886</c:v>
              </c:pt>
            </c:numLit>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Protected lines q</a:t>
                </a:r>
              </a:p>
            </c:rich>
          </c:tx>
          <c:overlay val="0"/>
        </c:title>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scaling>
        <c:delete val="0"/>
        <c:axPos val="l"/>
        <c:majorGridlines>
          <c:spPr>
            <a:ln xmlns:a="http://schemas.openxmlformats.org/drawingml/2006/main" w="6668">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t>Mean test worst shed (%)</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charts/chart3.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Final shed (%)</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barChart>
        <c:barDir val="col"/>
        <c:grouping val="clustered"/>
        <c:varyColors val="0"/>
        <c:ser>
          <c:idx val="0"/>
          <c:order val="0"/>
          <c:tx>
            <c:v>Sequential</c:v>
          </c:tx>
          <c:spPr>
            <a:solidFill xmlns:a="http://schemas.openxmlformats.org/drawingml/2006/main">
              <a:srgbClr val="087F8C"/>
            </a:solidFill>
            <a:ln xmlns:a="http://schemas.openxmlformats.org/drawingml/2006/main" w="28575">
              <a:solidFill>
                <a:srgbClr val="087F8C"/>
              </a:solidFill>
              <a:prstDash val="solid"/>
            </a:ln>
          </c:spPr>
          <c:invertIfNegative val="0"/>
          <c:cat>
            <c:strLit>
              <c:ptCount val="3"/>
              <c:pt idx="0">
                <c:v>Even</c:v>
              </c:pt>
              <c:pt idx="1">
                <c:v>Early</c:v>
              </c:pt>
              <c:pt idx="2">
                <c:v>Late</c:v>
              </c:pt>
            </c:strLit>
          </c:cat>
          <c:val>
            <c:numLit>
              <c:formatCode>0.0</c:formatCode>
              <c:ptCount val="3"/>
              <c:pt idx="0">
                <c:v>26.283215333444797</c:v>
              </c:pt>
              <c:pt idx="1">
                <c:v>30.28954385170579</c:v>
              </c:pt>
              <c:pt idx="2">
                <c:v>35.397648773104876</c:v>
              </c:pt>
            </c:numLit>
          </c:val>
        </c:ser>
        <c:ser>
          <c:idx val="1"/>
          <c:order val="1"/>
          <c:tx>
            <c:v>Simultaneous</c:v>
          </c:tx>
          <c:spPr>
            <a:solidFill xmlns:a="http://schemas.openxmlformats.org/drawingml/2006/main">
              <a:srgbClr val="CF5C36"/>
            </a:solidFill>
            <a:ln xmlns:a="http://schemas.openxmlformats.org/drawingml/2006/main" w="28575">
              <a:solidFill>
                <a:srgbClr val="CF5C36"/>
              </a:solidFill>
              <a:prstDash val="solid"/>
            </a:ln>
          </c:spPr>
          <c:invertIfNegative val="0"/>
          <c:cat>
            <c:strLit>
              <c:ptCount val="3"/>
              <c:pt idx="0">
                <c:v>Even</c:v>
              </c:pt>
              <c:pt idx="1">
                <c:v>Early</c:v>
              </c:pt>
              <c:pt idx="2">
                <c:v>Late</c:v>
              </c:pt>
            </c:strLit>
          </c:cat>
          <c:val>
            <c:numLit>
              <c:formatCode>0.0</c:formatCode>
              <c:ptCount val="3"/>
              <c:pt idx="0">
                <c:v>26.199492372338266</c:v>
              </c:pt>
              <c:pt idx="1">
                <c:v>30.35170587333656</c:v>
              </c:pt>
              <c:pt idx="2">
                <c:v>17.164142404585288</c:v>
              </c:pt>
            </c:numLit>
          </c:val>
        </c:ser>
        <c:gapWidth val="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min val="0"/>
        </c:scaling>
        <c:delete val="0"/>
        <c:axPos val="l"/>
        <c:majorGridlines>
          <c:spPr>
            <a:ln xmlns:a="http://schemas.openxmlformats.org/drawingml/2006/main" w="6668">
              <a:solidFill>
                <a:srgbClr val="D9E2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charts/chart4.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Snapshot energy proxy (%)</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barChart>
        <c:barDir val="col"/>
        <c:grouping val="clustered"/>
        <c:varyColors val="0"/>
        <c:ser>
          <c:idx val="0"/>
          <c:order val="0"/>
          <c:tx>
            <c:v>Sequential</c:v>
          </c:tx>
          <c:spPr>
            <a:solidFill xmlns:a="http://schemas.openxmlformats.org/drawingml/2006/main">
              <a:srgbClr val="087F8C"/>
            </a:solidFill>
            <a:ln xmlns:a="http://schemas.openxmlformats.org/drawingml/2006/main" w="28575">
              <a:solidFill>
                <a:srgbClr val="087F8C"/>
              </a:solidFill>
              <a:prstDash val="solid"/>
            </a:ln>
          </c:spPr>
          <c:invertIfNegative val="0"/>
          <c:cat>
            <c:strLit>
              <c:ptCount val="3"/>
              <c:pt idx="0">
                <c:v>Even</c:v>
              </c:pt>
              <c:pt idx="1">
                <c:v>Early</c:v>
              </c:pt>
              <c:pt idx="2">
                <c:v>Late</c:v>
              </c:pt>
            </c:strLit>
          </c:cat>
          <c:val>
            <c:numLit>
              <c:formatCode>0.0</c:formatCode>
              <c:ptCount val="3"/>
              <c:pt idx="0">
                <c:v>16.03117277818221</c:v>
              </c:pt>
              <c:pt idx="1">
                <c:v>28.95615031939632</c:v>
              </c:pt>
              <c:pt idx="2">
                <c:v>7.13741094811741</c:v>
              </c:pt>
            </c:numLit>
          </c:val>
        </c:ser>
        <c:ser>
          <c:idx val="1"/>
          <c:order val="1"/>
          <c:tx>
            <c:v>Simultaneous</c:v>
          </c:tx>
          <c:spPr>
            <a:solidFill xmlns:a="http://schemas.openxmlformats.org/drawingml/2006/main">
              <a:srgbClr val="CF5C36"/>
            </a:solidFill>
            <a:ln xmlns:a="http://schemas.openxmlformats.org/drawingml/2006/main" w="28575">
              <a:solidFill>
                <a:srgbClr val="CF5C36"/>
              </a:solidFill>
              <a:prstDash val="solid"/>
            </a:ln>
          </c:spPr>
          <c:invertIfNegative val="0"/>
          <c:cat>
            <c:strLit>
              <c:ptCount val="3"/>
              <c:pt idx="0">
                <c:v>Even</c:v>
              </c:pt>
              <c:pt idx="1">
                <c:v>Early</c:v>
              </c:pt>
              <c:pt idx="2">
                <c:v>Late</c:v>
              </c:pt>
            </c:strLit>
          </c:cat>
          <c:val>
            <c:numLit>
              <c:formatCode>0.0</c:formatCode>
              <c:ptCount val="3"/>
              <c:pt idx="0">
                <c:v>26.198768187994343</c:v>
              </c:pt>
              <c:pt idx="1">
                <c:v>30.35170587333656</c:v>
              </c:pt>
              <c:pt idx="2">
                <c:v>17.16414240458528</c:v>
              </c:pt>
            </c:numLit>
          </c:val>
        </c:ser>
        <c:gapWidth val="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min val="0"/>
        </c:scaling>
        <c:delete val="0"/>
        <c:axPos val="l"/>
        <c:majorGridlines>
          <c:spPr>
            <a:ln xmlns:a="http://schemas.openxmlformats.org/drawingml/2006/main" w="6668">
              <a:solidFill>
                <a:srgbClr val="D9E2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charts/chart5.xml><?xml version="1.0" encoding="utf-8"?>
<c:chartSpace xmlns:c="http://schemas.openxmlformats.org/drawingml/2006/chart">
  <c:lang val="en-US"/>
  <c:chart>
    <c:title>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barChart>
        <c:barDir val="col"/>
        <c:grouping val="clustered"/>
        <c:varyColors val="0"/>
        <c:ser>
          <c:idx val="0"/>
          <c:order val="0"/>
          <c:tx>
            <c:v>Total-tight</c:v>
          </c:tx>
          <c:spPr>
            <a:solidFill xmlns:a="http://schemas.openxmlformats.org/drawingml/2006/main">
              <a:srgbClr val="8A8D91"/>
            </a:solidFill>
            <a:ln xmlns:a="http://schemas.openxmlformats.org/drawingml/2006/main" w="28575">
              <a:solidFill>
                <a:srgbClr val="8A8D91"/>
              </a:solidFill>
              <a:prstDash val="solid"/>
            </a:ln>
          </c:spPr>
          <c:invertIfNegative val="0"/>
          <c:cat>
            <c:strLit>
              <c:ptCount val="3"/>
              <c:pt idx="0">
                <c:v>Case 14</c:v>
              </c:pt>
              <c:pt idx="1">
                <c:v>Case 39</c:v>
              </c:pt>
              <c:pt idx="2">
                <c:v>Case 118</c:v>
              </c:pt>
            </c:strLit>
          </c:cat>
          <c:val>
            <c:numLit>
              <c:formatCode>0.0</c:formatCode>
              <c:ptCount val="3"/>
              <c:pt idx="0">
                <c:v>0</c:v>
              </c:pt>
              <c:pt idx="1">
                <c:v>66.7574870820808</c:v>
              </c:pt>
              <c:pt idx="2">
                <c:v>76.76452717269515</c:v>
              </c:pt>
            </c:numLit>
          </c:val>
        </c:ser>
        <c:ser>
          <c:idx val="1"/>
          <c:order val="1"/>
          <c:tx>
            <c:v>Weight 2</c:v>
          </c:tx>
          <c:spPr>
            <a:solidFill xmlns:a="http://schemas.openxmlformats.org/drawingml/2006/main">
              <a:srgbClr val="087F8C"/>
            </a:solidFill>
            <a:ln xmlns:a="http://schemas.openxmlformats.org/drawingml/2006/main" w="28575">
              <a:solidFill>
                <a:srgbClr val="087F8C"/>
              </a:solidFill>
              <a:prstDash val="solid"/>
            </a:ln>
          </c:spPr>
          <c:invertIfNegative val="0"/>
          <c:cat>
            <c:strLit>
              <c:ptCount val="3"/>
              <c:pt idx="0">
                <c:v>Case 14</c:v>
              </c:pt>
              <c:pt idx="1">
                <c:v>Case 39</c:v>
              </c:pt>
              <c:pt idx="2">
                <c:v>Case 118</c:v>
              </c:pt>
            </c:strLit>
          </c:cat>
          <c:val>
            <c:numLit>
              <c:formatCode>0.0</c:formatCode>
              <c:ptCount val="3"/>
              <c:pt idx="0">
                <c:v>10.707308579910201</c:v>
              </c:pt>
              <c:pt idx="1">
                <c:v>100</c:v>
              </c:pt>
              <c:pt idx="2">
                <c:v>100</c:v>
              </c:pt>
            </c:numLit>
          </c:val>
        </c:ser>
        <c:ser>
          <c:idx val="2"/>
          <c:order val="2"/>
          <c:tx>
            <c:v>Weight 10</c:v>
          </c:tx>
          <c:spPr>
            <a:solidFill xmlns:a="http://schemas.openxmlformats.org/drawingml/2006/main">
              <a:srgbClr val="6554A4"/>
            </a:solidFill>
            <a:ln xmlns:a="http://schemas.openxmlformats.org/drawingml/2006/main" w="28575">
              <a:solidFill>
                <a:srgbClr val="6554A4"/>
              </a:solidFill>
              <a:prstDash val="solid"/>
            </a:ln>
          </c:spPr>
          <c:invertIfNegative val="0"/>
          <c:cat>
            <c:strLit>
              <c:ptCount val="3"/>
              <c:pt idx="0">
                <c:v>Case 14</c:v>
              </c:pt>
              <c:pt idx="1">
                <c:v>Case 39</c:v>
              </c:pt>
              <c:pt idx="2">
                <c:v>Case 118</c:v>
              </c:pt>
            </c:strLit>
          </c:cat>
          <c:val>
            <c:numLit>
              <c:formatCode>0.0</c:formatCode>
              <c:ptCount val="3"/>
              <c:pt idx="0">
                <c:v>10.70730857991018</c:v>
              </c:pt>
              <c:pt idx="1">
                <c:v>100</c:v>
              </c:pt>
              <c:pt idx="2">
                <c:v>100</c:v>
              </c:pt>
            </c:numLit>
          </c:val>
        </c:ser>
        <c:ser>
          <c:idx val="3"/>
          <c:order val="3"/>
          <c:tx>
            <c:v>Critical-first</c:v>
          </c:tx>
          <c:spPr>
            <a:solidFill xmlns:a="http://schemas.openxmlformats.org/drawingml/2006/main">
              <a:srgbClr val="CF5C36"/>
            </a:solidFill>
            <a:ln xmlns:a="http://schemas.openxmlformats.org/drawingml/2006/main" w="28575">
              <a:solidFill>
                <a:srgbClr val="CF5C36"/>
              </a:solidFill>
              <a:prstDash val="solid"/>
            </a:ln>
          </c:spPr>
          <c:invertIfNegative val="0"/>
          <c:cat>
            <c:strLit>
              <c:ptCount val="3"/>
              <c:pt idx="0">
                <c:v>Case 14</c:v>
              </c:pt>
              <c:pt idx="1">
                <c:v>Case 39</c:v>
              </c:pt>
              <c:pt idx="2">
                <c:v>Case 118</c:v>
              </c:pt>
            </c:strLit>
          </c:cat>
          <c:val>
            <c:numLit>
              <c:formatCode>0.0</c:formatCode>
              <c:ptCount val="3"/>
              <c:pt idx="0">
                <c:v>10.70730811437499</c:v>
              </c:pt>
              <c:pt idx="1">
                <c:v>100</c:v>
              </c:pt>
              <c:pt idx="2">
                <c:v>100</c:v>
              </c:pt>
            </c:numLit>
          </c:val>
        </c:ser>
        <c:gapWidth val="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min val="0"/>
        </c:scaling>
        <c:delete val="0"/>
        <c:axPos val="l"/>
        <c:majorGridlines>
          <c:spPr>
            <a:ln xmlns:a="http://schemas.openxmlformats.org/drawingml/2006/main" w="6668">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t>Mean worst critical retained (%)</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02235"/>
              </a:solidFill>
            </a:defRPr>
          </a:pPr>
        </a:p>
      </c:txPr>
    </c:legend>
    <c:plotVisOnly val="1"/>
  </c:chart>
  <c:spPr>
    <a:solidFill xmlns:a="http://schemas.openxmlformats.org/drawingml/2006/main">
      <a:srgbClr val="FFFFFF"/>
    </a:solidFill>
  </c:spPr>
</c:chartSpace>
</file>

<file path=ppt/part2/slides/charts/chart6.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Case 39</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lineChart>
        <c:grouping val="standard"/>
        <c:varyColors val="0"/>
        <c:ser>
          <c:idx val="0"/>
          <c:order val="0"/>
          <c:tx>
            <c:v>total-tight</c:v>
          </c:tx>
          <c:spPr>
            <a:solidFill xmlns:a="http://schemas.openxmlformats.org/drawingml/2006/main">
              <a:srgbClr val="646C73"/>
            </a:solidFill>
            <a:ln xmlns:a="http://schemas.openxmlformats.org/drawingml/2006/main" w="28575">
              <a:solidFill>
                <a:srgbClr val="646C73"/>
              </a:solidFill>
              <a:prstDash val="solid"/>
            </a:ln>
          </c:spPr>
          <c:marker>
            <c:symbol val="none"/>
          </c:marker>
          <c:cat>
            <c:numLit>
              <c:formatCode>General</c:formatCode>
              <c:ptCount val="3"/>
              <c:pt idx="0">
                <c:v>0.025</c:v>
              </c:pt>
              <c:pt idx="1">
                <c:v>0.10</c:v>
              </c:pt>
              <c:pt idx="2">
                <c:v>0.50</c:v>
              </c:pt>
            </c:numLit>
          </c:cat>
          <c:val>
            <c:numLit>
              <c:formatCode>0.0</c:formatCode>
              <c:ptCount val="3"/>
              <c:pt idx="0">
                <c:v>63.781725730000005</c:v>
              </c:pt>
              <c:pt idx="1">
                <c:v>66.75748708</c:v>
              </c:pt>
              <c:pt idx="2">
                <c:v>62.80194496</c:v>
              </c:pt>
            </c:numLit>
          </c:val>
          <c:smooth val="0"/>
        </c:ser>
        <c:ser>
          <c:idx val="1"/>
          <c:order val="1"/>
          <c:tx>
            <c:v>weight-2</c:v>
          </c:tx>
          <c:spPr>
            <a:solidFill xmlns:a="http://schemas.openxmlformats.org/drawingml/2006/main">
              <a:srgbClr val="244BD6"/>
            </a:solidFill>
            <a:ln xmlns:a="http://schemas.openxmlformats.org/drawingml/2006/main" w="28575">
              <a:solidFill>
                <a:srgbClr val="244BD6"/>
              </a:solidFill>
              <a:prstDash val="solid"/>
            </a:ln>
          </c:spPr>
          <c:marker>
            <c:symbol val="none"/>
          </c:marker>
          <c:cat>
            <c:numLit>
              <c:formatCode>General</c:formatCode>
              <c:ptCount val="3"/>
              <c:pt idx="0">
                <c:v>0.025</c:v>
              </c:pt>
              <c:pt idx="1">
                <c:v>0.10</c:v>
              </c:pt>
              <c:pt idx="2">
                <c:v>0.50</c:v>
              </c:pt>
            </c:numLit>
          </c:cat>
          <c:val>
            <c:numLit>
              <c:formatCode>0.0</c:formatCode>
              <c:ptCount val="3"/>
              <c:pt idx="0">
                <c:v>100</c:v>
              </c:pt>
              <c:pt idx="1">
                <c:v>100</c:v>
              </c:pt>
              <c:pt idx="2">
                <c:v>100</c:v>
              </c:pt>
            </c:numLit>
          </c:val>
          <c:smooth val="0"/>
        </c:ser>
        <c:ser>
          <c:idx val="2"/>
          <c:order val="2"/>
          <c:tx>
            <c:v>weight-10</c:v>
          </c:tx>
          <c:spPr>
            <a:solidFill xmlns:a="http://schemas.openxmlformats.org/drawingml/2006/main">
              <a:srgbClr val="F28C35"/>
            </a:solidFill>
            <a:ln xmlns:a="http://schemas.openxmlformats.org/drawingml/2006/main" w="28575">
              <a:solidFill>
                <a:srgbClr val="F28C35"/>
              </a:solidFill>
              <a:prstDash val="solid"/>
            </a:ln>
          </c:spPr>
          <c:marker>
            <c:symbol val="none"/>
          </c:marker>
          <c:cat>
            <c:numLit>
              <c:formatCode>General</c:formatCode>
              <c:ptCount val="3"/>
              <c:pt idx="0">
                <c:v>0.025</c:v>
              </c:pt>
              <c:pt idx="1">
                <c:v>0.10</c:v>
              </c:pt>
              <c:pt idx="2">
                <c:v>0.50</c:v>
              </c:pt>
            </c:numLit>
          </c:cat>
          <c:val>
            <c:numLit>
              <c:formatCode>0.0</c:formatCode>
              <c:ptCount val="3"/>
              <c:pt idx="0">
                <c:v>100</c:v>
              </c:pt>
              <c:pt idx="1">
                <c:v>100</c:v>
              </c:pt>
              <c:pt idx="2">
                <c:v>100</c:v>
              </c:pt>
            </c:numLit>
          </c:val>
          <c:smooth val="0"/>
        </c:ser>
        <c:ser>
          <c:idx val="3"/>
          <c:order val="3"/>
          <c:tx>
            <c:v>critical-first</c:v>
          </c:tx>
          <c:spPr>
            <a:solidFill xmlns:a="http://schemas.openxmlformats.org/drawingml/2006/main">
              <a:srgbClr val="2CB6A8"/>
            </a:solidFill>
            <a:ln xmlns:a="http://schemas.openxmlformats.org/drawingml/2006/main" w="28575">
              <a:solidFill>
                <a:srgbClr val="2CB6A8"/>
              </a:solidFill>
              <a:prstDash val="solid"/>
            </a:ln>
          </c:spPr>
          <c:marker>
            <c:symbol val="none"/>
          </c:marker>
          <c:cat>
            <c:numLit>
              <c:formatCode>General</c:formatCode>
              <c:ptCount val="3"/>
              <c:pt idx="0">
                <c:v>0.025</c:v>
              </c:pt>
              <c:pt idx="1">
                <c:v>0.10</c:v>
              </c:pt>
              <c:pt idx="2">
                <c:v>0.50</c:v>
              </c:pt>
            </c:numLit>
          </c:cat>
          <c:val>
            <c:numLit>
              <c:formatCode>0.0</c:formatCode>
              <c:ptCount val="3"/>
              <c:pt idx="0">
                <c:v>100</c:v>
              </c:pt>
              <c:pt idx="1">
                <c:v>100</c:v>
              </c:pt>
              <c:pt idx="2">
                <c:v>100</c:v>
              </c:pt>
            </c:numLit>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Ramp fraction</a:t>
                </a:r>
              </a:p>
            </c:rich>
          </c:tx>
          <c:overlay val="0"/>
        </c:title>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max val="105"/>
          <c:min val="0"/>
        </c:scaling>
        <c:delete val="0"/>
        <c:axPos val="l"/>
        <c:majorGridlines>
          <c:spPr>
            <a:ln xmlns:a="http://schemas.openxmlformats.org/drawingml/2006/main" w="6668">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t>Worst critical retained (%)</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charts/chart7.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75">
                <a:solidFill>
                  <a:srgbClr val="102235"/>
                </a:solidFill>
              </a:rPr>
              <a:t>Case 118</a:t>
            </a:r>
          </a:p>
        </c:rich>
      </c:tx>
      <c:overlay val="0"/>
      <c:txPr>
        <a:bodyPr xmlns:a="http://schemas.openxmlformats.org/drawingml/2006/main" anchorCtr="1"/>
        <a:lstStyle xmlns:a="http://schemas.openxmlformats.org/drawingml/2006/main"/>
        <a:p xmlns:a="http://schemas.openxmlformats.org/drawingml/2006/main">
          <a:pPr>
            <a:defRPr sz="1875">
              <a:solidFill>
                <a:srgbClr val="102235"/>
              </a:solidFill>
            </a:defRPr>
          </a:pPr>
        </a:p>
      </c:txPr>
    </c:title>
    <c:plotArea>
      <c:lineChart>
        <c:grouping val="standard"/>
        <c:varyColors val="0"/>
        <c:ser>
          <c:idx val="0"/>
          <c:order val="0"/>
          <c:tx>
            <c:v>total-tight</c:v>
          </c:tx>
          <c:spPr>
            <a:solidFill xmlns:a="http://schemas.openxmlformats.org/drawingml/2006/main">
              <a:srgbClr val="646C73"/>
            </a:solidFill>
            <a:ln xmlns:a="http://schemas.openxmlformats.org/drawingml/2006/main" w="28575">
              <a:solidFill>
                <a:srgbClr val="646C73"/>
              </a:solidFill>
              <a:prstDash val="solid"/>
            </a:ln>
          </c:spPr>
          <c:marker>
            <c:symbol val="none"/>
          </c:marker>
          <c:cat>
            <c:numLit>
              <c:formatCode>General</c:formatCode>
              <c:ptCount val="3"/>
              <c:pt idx="0">
                <c:v>0.025</c:v>
              </c:pt>
              <c:pt idx="1">
                <c:v>0.10</c:v>
              </c:pt>
              <c:pt idx="2">
                <c:v>0.50</c:v>
              </c:pt>
            </c:numLit>
          </c:cat>
          <c:val>
            <c:numLit>
              <c:formatCode>0.0</c:formatCode>
              <c:ptCount val="3"/>
              <c:pt idx="0">
                <c:v>55.71793700999999</c:v>
              </c:pt>
              <c:pt idx="1">
                <c:v>76.76452717</c:v>
              </c:pt>
              <c:pt idx="2">
                <c:v>83.8396476</c:v>
              </c:pt>
            </c:numLit>
          </c:val>
          <c:smooth val="0"/>
        </c:ser>
        <c:ser>
          <c:idx val="1"/>
          <c:order val="1"/>
          <c:tx>
            <c:v>weight-2</c:v>
          </c:tx>
          <c:spPr>
            <a:solidFill xmlns:a="http://schemas.openxmlformats.org/drawingml/2006/main">
              <a:srgbClr val="244BD6"/>
            </a:solidFill>
            <a:ln xmlns:a="http://schemas.openxmlformats.org/drawingml/2006/main" w="28575">
              <a:solidFill>
                <a:srgbClr val="244BD6"/>
              </a:solidFill>
              <a:prstDash val="solid"/>
            </a:ln>
          </c:spPr>
          <c:marker>
            <c:symbol val="none"/>
          </c:marker>
          <c:cat>
            <c:numLit>
              <c:formatCode>General</c:formatCode>
              <c:ptCount val="3"/>
              <c:pt idx="0">
                <c:v>0.025</c:v>
              </c:pt>
              <c:pt idx="1">
                <c:v>0.10</c:v>
              </c:pt>
              <c:pt idx="2">
                <c:v>0.50</c:v>
              </c:pt>
            </c:numLit>
          </c:cat>
          <c:val>
            <c:numLit>
              <c:formatCode>0.0</c:formatCode>
              <c:ptCount val="3"/>
              <c:pt idx="0">
                <c:v>97.12794068000001</c:v>
              </c:pt>
              <c:pt idx="1">
                <c:v>100</c:v>
              </c:pt>
              <c:pt idx="2">
                <c:v>100</c:v>
              </c:pt>
            </c:numLit>
          </c:val>
          <c:smooth val="0"/>
        </c:ser>
        <c:ser>
          <c:idx val="2"/>
          <c:order val="2"/>
          <c:tx>
            <c:v>weight-10</c:v>
          </c:tx>
          <c:spPr>
            <a:solidFill xmlns:a="http://schemas.openxmlformats.org/drawingml/2006/main">
              <a:srgbClr val="F28C35"/>
            </a:solidFill>
            <a:ln xmlns:a="http://schemas.openxmlformats.org/drawingml/2006/main" w="28575">
              <a:solidFill>
                <a:srgbClr val="F28C35"/>
              </a:solidFill>
              <a:prstDash val="solid"/>
            </a:ln>
          </c:spPr>
          <c:marker>
            <c:symbol val="none"/>
          </c:marker>
          <c:cat>
            <c:numLit>
              <c:formatCode>General</c:formatCode>
              <c:ptCount val="3"/>
              <c:pt idx="0">
                <c:v>0.025</c:v>
              </c:pt>
              <c:pt idx="1">
                <c:v>0.10</c:v>
              </c:pt>
              <c:pt idx="2">
                <c:v>0.50</c:v>
              </c:pt>
            </c:numLit>
          </c:cat>
          <c:val>
            <c:numLit>
              <c:formatCode>0.0</c:formatCode>
              <c:ptCount val="3"/>
              <c:pt idx="0">
                <c:v>99.82855453</c:v>
              </c:pt>
              <c:pt idx="1">
                <c:v>100</c:v>
              </c:pt>
              <c:pt idx="2">
                <c:v>100</c:v>
              </c:pt>
            </c:numLit>
          </c:val>
          <c:smooth val="0"/>
        </c:ser>
        <c:ser>
          <c:idx val="3"/>
          <c:order val="3"/>
          <c:tx>
            <c:v>critical-first</c:v>
          </c:tx>
          <c:spPr>
            <a:solidFill xmlns:a="http://schemas.openxmlformats.org/drawingml/2006/main">
              <a:srgbClr val="2CB6A8"/>
            </a:solidFill>
            <a:ln xmlns:a="http://schemas.openxmlformats.org/drawingml/2006/main" w="28575">
              <a:solidFill>
                <a:srgbClr val="2CB6A8"/>
              </a:solidFill>
              <a:prstDash val="solid"/>
            </a:ln>
          </c:spPr>
          <c:marker>
            <c:symbol val="none"/>
          </c:marker>
          <c:cat>
            <c:numLit>
              <c:formatCode>General</c:formatCode>
              <c:ptCount val="3"/>
              <c:pt idx="0">
                <c:v>0.025</c:v>
              </c:pt>
              <c:pt idx="1">
                <c:v>0.10</c:v>
              </c:pt>
              <c:pt idx="2">
                <c:v>0.50</c:v>
              </c:pt>
            </c:numLit>
          </c:cat>
          <c:val>
            <c:numLit>
              <c:formatCode>0.0</c:formatCode>
              <c:ptCount val="3"/>
              <c:pt idx="0">
                <c:v>100</c:v>
              </c:pt>
              <c:pt idx="1">
                <c:v>100</c:v>
              </c:pt>
              <c:pt idx="2">
                <c:v>100</c:v>
              </c:pt>
            </c:numLit>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Ramp fraction</a:t>
                </a:r>
              </a:p>
            </c:rich>
          </c:tx>
          <c:overlay val="0"/>
        </c:title>
        <c:numFmt formatCode="General"/>
        <c:majorTickMark val="none"/>
        <c:minorTickMark val="none"/>
        <c:spPr>
          <a:ln xmlns:a="http://schemas.openxmlformats.org/drawingml/2006/main" w="9525">
            <a:solidFill>
              <a:srgbClr val="B8C7D6"/>
            </a:solidFill>
          </a:ln>
        </c:spPr>
        <c:txPr>
          <a:bodyPr xmlns:a="http://schemas.openxmlformats.org/drawingml/2006/main" anchorCtr="1"/>
          <a:lstStyle xmlns:a="http://schemas.openxmlformats.org/drawingml/2006/main"/>
          <a:p xmlns:a="http://schemas.openxmlformats.org/drawingml/2006/main">
            <a:pPr>
              <a:defRPr sz="1425">
                <a:solidFill>
                  <a:srgbClr val="607487"/>
                </a:solidFill>
              </a:defRPr>
            </a:pPr>
          </a:p>
        </c:txPr>
        <c:crossAx val="48672768"/>
      </c:catAx>
      <c:valAx>
        <c:axId val="48672768"/>
        <c:scaling>
          <c:orientation val="minMax"/>
          <c:max val="105"/>
          <c:min val="0"/>
        </c:scaling>
        <c:delete val="0"/>
        <c:axPos val="l"/>
        <c:majorGridlines>
          <c:spPr>
            <a:ln xmlns:a="http://schemas.openxmlformats.org/drawingml/2006/main" w="6668">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t>Worst critical retained (%)</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07487"/>
                </a:solidFil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102235"/>
              </a:solidFill>
            </a:defRPr>
          </a:pPr>
        </a:p>
      </c:txPr>
    </c:legend>
    <c:plotVisOnly val="1"/>
  </c:chart>
  <c:spPr>
    <a:solidFill xmlns:a="http://schemas.openxmlformats.org/drawingml/2006/main">
      <a:srgbClr val="FFFFFF"/>
    </a:solidFill>
  </c:spPr>
</c:chartSpace>
</file>

<file path=ppt/part2/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4A801B62-8EE8-41B1-AD6A-AE9C5FB46801}"/>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BA08E4-EF4D-47E7-A608-3CEF3E3F92EC}"/>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Critique</a:t>
            </a:r>
          </a:p>
        </p:txBody>
      </p:sp>
      <p:sp>
        <p:nvSpPr>
          <p:cNvPr id="4" name="">
            <a:extLst xmlns:a="http://schemas.openxmlformats.org/drawingml/2006/main">
              <a:ext uri="{FF2B5EF4-FFF2-40B4-BE49-F238E27FC236}">
                <a16:creationId xmlns:a16="http://schemas.microsoft.com/office/drawing/2014/main" id="{3EF981A6-4483-44A9-9013-FCF39F4A8EBC}"/>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Limitations and three extensions</a:t>
            </a:r>
          </a:p>
        </p:txBody>
      </p:sp>
      <p:graphicFrame>
        <p:nvGraphicFramePr>
          <p:cNvPr id="5" name="">
            <a:extLst xmlns:a="http://schemas.openxmlformats.org/drawingml/2006/main">
              <a:ext uri="{FF2B5EF4-FFF2-40B4-BE49-F238E27FC236}">
                <a16:creationId xmlns:a16="http://schemas.microsoft.com/office/drawing/2014/main" id="{898B0D03-B39C-47C2-A6E9-6036CF4BB9E5}"/>
              </a:ext>
            </a:extLst>
          </p:cNvPr>
          <p:cNvGraphicFramePr/>
          <p:nvPr/>
        </p:nvGraphicFramePr>
        <p:xfrm>
          <a:off xmlns:a="http://schemas.openxmlformats.org/drawingml/2006/main" x="533400" y="1714500"/>
          <a:ext xmlns:a="http://schemas.openxmlformats.org/drawingml/2006/main" cx="11125200" cy="2781300"/>
        </p:xfrm>
        <a:graphic xmlns:a="http://schemas.openxmlformats.org/drawingml/2006/main">
          <a:graphicData uri="http://schemas.openxmlformats.org/drawingml/2006/table">
            <a:tbl>
              <a:tblPr/>
              <a:tblGrid>
                <a:gridCol w="2667000"/>
                <a:gridCol w="3524250"/>
                <a:gridCol w="4933950"/>
              </a:tblGrid>
              <a:tr h="695325">
                <a:tc>
                  <a:txBody>
                    <a:bodyPr lIns="133350" tIns="95250" rIns="133350" bIns="95250"/>
                    <a:lstStyle/>
                    <a:p>
                      <a:r>
                        <a:rPr sz="1650" b="1">
                          <a:solidFill>
                            <a:srgbClr val="FFFFFF"/>
                          </a:solidFill>
                        </a:rPr>
                        <a:t>Gap</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Extension</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Practical question</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No investment selection</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Scenario-aware protection</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Which limited set of lines should we protect?</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Fixed response epochs</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Variable response windows</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What changes when failures arrive closer together?</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All MW valued equally</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Critical-service objectives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Which services should retain power first?</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C835C16-B1DE-4A2F-9563-CA6450C53F4E}"/>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15</a:t>
            </a:r>
          </a:p>
        </p:txBody>
      </p:sp>
    </p:spTree>
    <p:extLst>
      <p:ext uri="{BB962C8B-B14F-4D97-AF65-F5344CB8AC3E}">
        <p14:creationId xmlns:p14="http://schemas.microsoft.com/office/powerpoint/2010/main" val="1208211994"/>
      </p:ext>
    </p:extLst>
  </p:cSld>
</p:sld>
</file>

<file path=ppt/part2/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0B3C3524-3723-4F51-871E-A18B92E85E43}"/>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6C6AA54-97BD-4237-9CB5-A602BD2036B5}"/>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1</a:t>
            </a:r>
          </a:p>
        </p:txBody>
      </p:sp>
      <p:sp>
        <p:nvSpPr>
          <p:cNvPr id="4" name="">
            <a:extLst xmlns:a="http://schemas.openxmlformats.org/drawingml/2006/main">
              <a:ext uri="{FF2B5EF4-FFF2-40B4-BE49-F238E27FC236}">
                <a16:creationId xmlns:a16="http://schemas.microsoft.com/office/drawing/2014/main" id="{270977B8-E282-4556-90F0-3623F153F601}"/>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Scenario-aware line protection</a:t>
            </a:r>
          </a:p>
        </p:txBody>
      </p:sp>
      <p:sp>
        <p:nvSpPr>
          <p:cNvPr id="5" name="">
            <a:extLst xmlns:a="http://schemas.openxmlformats.org/drawingml/2006/main">
              <a:ext uri="{FF2B5EF4-FFF2-40B4-BE49-F238E27FC236}">
                <a16:creationId xmlns:a16="http://schemas.microsoft.com/office/drawing/2014/main" id="{51E27A3A-0778-4B00-A60D-866ABA816FFE}"/>
              </a:ext>
            </a:extLst>
          </p:cNvPr>
          <p:cNvSpPr>
            <a:spLocks xmlns:a="http://schemas.openxmlformats.org/drawingml/2006/main" noGrp="1"/>
          </p:cNvSpPr>
          <p:nvPr/>
        </p:nvSpPr>
        <p:spPr>
          <a:xfrm xmlns:a="http://schemas.openxmlformats.org/drawingml/2006/main">
            <a:off x="723900" y="18573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Build complete k=2 ordered-outage tables for each design demand.</a:t>
            </a:r>
          </a:p>
        </p:txBody>
      </p:sp>
      <p:sp>
        <p:nvSpPr>
          <p:cNvPr id="6" name="">
            <a:extLst xmlns:a="http://schemas.openxmlformats.org/drawingml/2006/main">
              <a:ext uri="{FF2B5EF4-FFF2-40B4-BE49-F238E27FC236}">
                <a16:creationId xmlns:a16="http://schemas.microsoft.com/office/drawing/2014/main" id="{80438CA6-A910-4F2A-A310-48987510376B}"/>
              </a:ext>
            </a:extLst>
          </p:cNvPr>
          <p:cNvSpPr>
            <a:spLocks xmlns:a="http://schemas.openxmlformats.org/drawingml/2006/main" noGrp="1"/>
          </p:cNvSpPr>
          <p:nvPr/>
        </p:nvSpPr>
        <p:spPr>
          <a:xfrm xmlns:a="http://schemas.openxmlformats.org/drawingml/2006/main">
            <a:off x="723900" y="28860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Add the protected line that minimizes worst design-scenario loss.</a:t>
            </a:r>
          </a:p>
        </p:txBody>
      </p:sp>
      <p:sp>
        <p:nvSpPr>
          <p:cNvPr id="7" name="">
            <a:extLst xmlns:a="http://schemas.openxmlformats.org/drawingml/2006/main">
              <a:ext uri="{FF2B5EF4-FFF2-40B4-BE49-F238E27FC236}">
                <a16:creationId xmlns:a16="http://schemas.microsoft.com/office/drawing/2014/main" id="{C98C8C03-807C-4F98-B021-A03B3D19D8C2}"/>
              </a:ext>
            </a:extLst>
          </p:cNvPr>
          <p:cNvSpPr>
            <a:spLocks xmlns:a="http://schemas.openxmlformats.org/drawingml/2006/main" noGrp="1"/>
          </p:cNvSpPr>
          <p:nvPr/>
        </p:nvSpPr>
        <p:spPr>
          <a:xfrm xmlns:a="http://schemas.openxmlformats.org/drawingml/2006/main">
            <a:off x="723900" y="39147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After choosing q lines, let the attack adapt over every eligible pair.</a:t>
            </a:r>
          </a:p>
        </p:txBody>
      </p:sp>
      <p:sp>
        <p:nvSpPr>
          <p:cNvPr id="8" name="">
            <a:extLst xmlns:a="http://schemas.openxmlformats.org/drawingml/2006/main">
              <a:ext uri="{FF2B5EF4-FFF2-40B4-BE49-F238E27FC236}">
                <a16:creationId xmlns:a16="http://schemas.microsoft.com/office/drawing/2014/main" id="{2A91D15D-3C98-45B2-B7F1-AA33A2D409F1}"/>
              </a:ext>
            </a:extLst>
          </p:cNvPr>
          <p:cNvSpPr>
            <a:spLocks xmlns:a="http://schemas.openxmlformats.org/drawingml/2006/main" noGrp="1"/>
          </p:cNvSpPr>
          <p:nvPr/>
        </p:nvSpPr>
        <p:spPr>
          <a:xfrm xmlns:a="http://schemas.openxmlformats.org/drawingml/2006/main">
            <a:off x="723900" y="49434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Compare random, flow, betweenness, single-scenario and simultaneous designs.</a:t>
            </a:r>
          </a:p>
        </p:txBody>
      </p:sp>
      <p:sp>
        <p:nvSpPr>
          <p:cNvPr id="9" name="">
            <a:extLst xmlns:a="http://schemas.openxmlformats.org/drawingml/2006/main">
              <a:ext uri="{FF2B5EF4-FFF2-40B4-BE49-F238E27FC236}">
                <a16:creationId xmlns:a16="http://schemas.microsoft.com/office/drawing/2014/main" id="{9165E50E-A656-48B8-A514-0CB5E0E45436}"/>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16</a:t>
            </a:r>
          </a:p>
        </p:txBody>
      </p:sp>
    </p:spTree>
    <p:extLst>
      <p:ext uri="{BB962C8B-B14F-4D97-AF65-F5344CB8AC3E}">
        <p14:creationId xmlns:p14="http://schemas.microsoft.com/office/powerpoint/2010/main" val="1974565529"/>
      </p:ext>
    </p:extLst>
  </p:cSld>
</p:sld>
</file>

<file path=ppt/part2/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B3035683-4897-4F12-B0BA-BABBB74DE1E9}"/>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84E5E1-61F9-451B-A9B7-8FD3C54670D3}"/>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1</a:t>
            </a:r>
          </a:p>
        </p:txBody>
      </p:sp>
      <p:sp>
        <p:nvSpPr>
          <p:cNvPr id="4" name="">
            <a:extLst xmlns:a="http://schemas.openxmlformats.org/drawingml/2006/main">
              <a:ext uri="{FF2B5EF4-FFF2-40B4-BE49-F238E27FC236}">
                <a16:creationId xmlns:a16="http://schemas.microsoft.com/office/drawing/2014/main" id="{C0E072E6-8AB9-4E83-9730-D5D5BD6D33A1}"/>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Protection evaluation protocol</a:t>
            </a:r>
          </a:p>
        </p:txBody>
      </p:sp>
      <p:graphicFrame>
        <p:nvGraphicFramePr>
          <p:cNvPr id="5" name="">
            <a:extLst xmlns:a="http://schemas.openxmlformats.org/drawingml/2006/main">
              <a:ext uri="{FF2B5EF4-FFF2-40B4-BE49-F238E27FC236}">
                <a16:creationId xmlns:a16="http://schemas.microsoft.com/office/drawing/2014/main" id="{5A29773C-2490-497D-85FF-AEE580053812}"/>
              </a:ext>
            </a:extLst>
          </p:cNvPr>
          <p:cNvGraphicFramePr/>
          <p:nvPr/>
        </p:nvGraphicFramePr>
        <p:xfrm>
          <a:off xmlns:a="http://schemas.openxmlformats.org/drawingml/2006/main" x="533400" y="1714500"/>
          <a:ext xmlns:a="http://schemas.openxmlformats.org/drawingml/2006/main" cx="11125200" cy="3476625"/>
        </p:xfrm>
        <a:graphic xmlns:a="http://schemas.openxmlformats.org/drawingml/2006/main">
          <a:graphicData uri="http://schemas.openxmlformats.org/drawingml/2006/table">
            <a:tbl>
              <a:tblPr/>
              <a:tblGrid>
                <a:gridCol w="2952750"/>
                <a:gridCol w="8172450"/>
              </a:tblGrid>
              <a:tr h="695325">
                <a:tc>
                  <a:txBody>
                    <a:bodyPr lIns="133350" tIns="95250" rIns="133350" bIns="95250"/>
                    <a:lstStyle/>
                    <a:p>
                      <a:r>
                        <a:rPr sz="1650" b="1">
                          <a:solidFill>
                            <a:srgbClr val="FFFFFF"/>
                          </a:solidFill>
                        </a:rPr>
                        <a:t>Choice</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Design and evaluation</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Networks and attacks</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Cases 14 / 39, all 380 / 2,070 ordered N-2 pairs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Scenario split</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Design seeds 0 / 1 / 2; held-out seeds 100-104; +/-5% demand</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Budgets and baselines</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q=0-3; random x20, flow, betweenness, single-scenario, simultaneous design</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Independent check</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Exact outer design for q&lt;=2; fresh exhaustive post-protection replay</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EB65475-E049-4EED-8AFA-F6B7F5114D69}"/>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The attacker adapts after protection. Test outcomes never select the plan.</a:t>
            </a:r>
          </a:p>
        </p:txBody>
      </p:sp>
      <p:sp>
        <p:nvSpPr>
          <p:cNvPr id="7" name="">
            <a:extLst xmlns:a="http://schemas.openxmlformats.org/drawingml/2006/main">
              <a:ext uri="{FF2B5EF4-FFF2-40B4-BE49-F238E27FC236}">
                <a16:creationId xmlns:a16="http://schemas.microsoft.com/office/drawing/2014/main" id="{1EC45C20-69C0-4ADD-B19C-2AEF905166BF}"/>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17</a:t>
            </a:r>
          </a:p>
        </p:txBody>
      </p:sp>
    </p:spTree>
    <p:extLst>
      <p:ext uri="{BB962C8B-B14F-4D97-AF65-F5344CB8AC3E}">
        <p14:creationId xmlns:p14="http://schemas.microsoft.com/office/powerpoint/2010/main" val="1312763622"/>
      </p:ext>
    </p:extLst>
  </p:cSld>
</p:sld>
</file>

<file path=ppt/part2/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245ACBAD-BFB3-4586-B12F-51AEDD29E197}"/>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C57A4F0-0D1C-4DD0-AE91-3C8C18A1C200}"/>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1</a:t>
            </a:r>
          </a:p>
        </p:txBody>
      </p:sp>
      <p:sp>
        <p:nvSpPr>
          <p:cNvPr id="4" name="">
            <a:extLst xmlns:a="http://schemas.openxmlformats.org/drawingml/2006/main">
              <a:ext uri="{FF2B5EF4-FFF2-40B4-BE49-F238E27FC236}">
                <a16:creationId xmlns:a16="http://schemas.microsoft.com/office/drawing/2014/main" id="{CA92F969-4C55-400C-80CE-1BD7DC711D82}"/>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Protection results on unseen demands</a:t>
            </a:r>
          </a:p>
        </p:txBody>
      </p:sp>
      <p:graphicFrame>
        <p:nvGraphicFramePr>
          <p:cNvPr id="5" name="Chart">
            <a:extLst xmlns:a="http://schemas.openxmlformats.org/drawingml/2006/main">
              <a:ext uri="{FF2B5EF4-FFF2-40B4-BE49-F238E27FC236}">
                <a16:creationId xmlns:a16="http://schemas.microsoft.com/office/drawing/2014/main" id="{370CC7E8-4AD8-480C-B1EB-C8519834BE76}"/>
              </a:ext>
            </a:extLst>
          </p:cNvPr>
          <p:cNvGraphicFramePr/>
          <p:nvPr/>
        </p:nvGraphicFramePr>
        <p:xfrm>
          <a:off xmlns:a="http://schemas.openxmlformats.org/drawingml/2006/main" x="42862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994e528a5b0545aa"/>
          </a:graphicData>
        </a:graphic>
      </p:graphicFrame>
      <p:graphicFrame>
        <p:nvGraphicFramePr>
          <p:cNvPr id="6" name="Chart">
            <a:extLst xmlns:a="http://schemas.openxmlformats.org/drawingml/2006/main">
              <a:ext uri="{FF2B5EF4-FFF2-40B4-BE49-F238E27FC236}">
                <a16:creationId xmlns:a16="http://schemas.microsoft.com/office/drawing/2014/main" id="{45721662-47A6-47C1-9372-7A1D8A0BDF23}"/>
              </a:ext>
            </a:extLst>
          </p:cNvPr>
          <p:cNvGraphicFramePr/>
          <p:nvPr/>
        </p:nvGraphicFramePr>
        <p:xfrm>
          <a:off xmlns:a="http://schemas.openxmlformats.org/drawingml/2006/main" x="623887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8a1fe3f5694a4223"/>
          </a:graphicData>
        </a:graphic>
      </p:graphicFrame>
      <p:sp>
        <p:nvSpPr>
          <p:cNvPr id="7" name="">
            <a:extLst xmlns:a="http://schemas.openxmlformats.org/drawingml/2006/main">
              <a:ext uri="{FF2B5EF4-FFF2-40B4-BE49-F238E27FC236}">
                <a16:creationId xmlns:a16="http://schemas.microsoft.com/office/drawing/2014/main" id="{5BBDB765-49AA-4591-9431-D9A414D1C047}"/>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q=2: Case 14 robust 84.87% vs flow 93.32%. Case 39 robust 20.47% vs flow 20.35%.</a:t>
            </a:r>
          </a:p>
        </p:txBody>
      </p:sp>
      <p:sp>
        <p:nvSpPr>
          <p:cNvPr id="8" name="">
            <a:extLst xmlns:a="http://schemas.openxmlformats.org/drawingml/2006/main">
              <a:ext uri="{FF2B5EF4-FFF2-40B4-BE49-F238E27FC236}">
                <a16:creationId xmlns:a16="http://schemas.microsoft.com/office/drawing/2014/main" id="{B4FB193D-8685-4632-9D93-C2D7DEE35F3A}"/>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18</a:t>
            </a:r>
          </a:p>
        </p:txBody>
      </p:sp>
    </p:spTree>
    <p:extLst>
      <p:ext uri="{BB962C8B-B14F-4D97-AF65-F5344CB8AC3E}">
        <p14:creationId xmlns:p14="http://schemas.microsoft.com/office/powerpoint/2010/main" val="916634137"/>
      </p:ext>
    </p:extLst>
  </p:cSld>
</p:sld>
</file>

<file path=ppt/part2/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17ECB8EA-F4D3-409E-AA2B-C9211AEE9DF2}"/>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1BA4A99-485E-4E50-8C1F-363209E81A3F}"/>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Robustness</a:t>
            </a:r>
          </a:p>
        </p:txBody>
      </p:sp>
      <p:sp>
        <p:nvSpPr>
          <p:cNvPr id="4" name="">
            <a:extLst xmlns:a="http://schemas.openxmlformats.org/drawingml/2006/main">
              <a:ext uri="{FF2B5EF4-FFF2-40B4-BE49-F238E27FC236}">
                <a16:creationId xmlns:a16="http://schemas.microsoft.com/office/drawing/2014/main" id="{5A2D0CD7-4F4D-4B3E-9E77-85790D2BC2C8}"/>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Protection under shifted conditions</a:t>
            </a:r>
          </a:p>
        </p:txBody>
      </p:sp>
      <p:sp>
        <p:nvSpPr>
          <p:cNvPr id="5" name="">
            <a:extLst xmlns:a="http://schemas.openxmlformats.org/drawingml/2006/main">
              <a:ext uri="{FF2B5EF4-FFF2-40B4-BE49-F238E27FC236}">
                <a16:creationId xmlns:a16="http://schemas.microsoft.com/office/drawing/2014/main" id="{98247BF3-E762-42E6-9E9D-1DA7F3884781}"/>
              </a:ext>
            </a:extLst>
          </p:cNvPr>
          <p:cNvSpPr>
            <a:spLocks xmlns:a="http://schemas.openxmlformats.org/drawingml/2006/main" noGrp="1"/>
          </p:cNvSpPr>
          <p:nvPr/>
        </p:nvSpPr>
        <p:spPr>
          <a:xfrm xmlns:a="http://schemas.openxmlformats.org/drawingml/2006/main">
            <a:off x="723900" y="18573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Nominal robust design loses to flow in 10 of 36 feasible stress cells.</a:t>
            </a:r>
          </a:p>
        </p:txBody>
      </p:sp>
      <p:sp>
        <p:nvSpPr>
          <p:cNvPr id="6" name="">
            <a:extLst xmlns:a="http://schemas.openxmlformats.org/drawingml/2006/main">
              <a:ext uri="{FF2B5EF4-FFF2-40B4-BE49-F238E27FC236}">
                <a16:creationId xmlns:a16="http://schemas.microsoft.com/office/drawing/2014/main" id="{8D21F812-D97F-4F84-8189-9C5C9E68E9DD}"/>
              </a:ext>
            </a:extLst>
          </p:cNvPr>
          <p:cNvSpPr>
            <a:spLocks xmlns:a="http://schemas.openxmlformats.org/drawingml/2006/main" noGrp="1"/>
          </p:cNvSpPr>
          <p:nvPr/>
        </p:nvSpPr>
        <p:spPr>
          <a:xfrm xmlns:a="http://schemas.openxmlformats.org/drawingml/2006/main">
            <a:off x="723900" y="28860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Worst excess loss: 35.48 percentage points.</a:t>
            </a:r>
          </a:p>
        </p:txBody>
      </p:sp>
      <p:sp>
        <p:nvSpPr>
          <p:cNvPr id="7" name="">
            <a:extLst xmlns:a="http://schemas.openxmlformats.org/drawingml/2006/main">
              <a:ext uri="{FF2B5EF4-FFF2-40B4-BE49-F238E27FC236}">
                <a16:creationId xmlns:a16="http://schemas.microsoft.com/office/drawing/2014/main" id="{BEBFBDB4-33E5-4B54-B68B-5ACD5721E232}"/>
              </a:ext>
            </a:extLst>
          </p:cNvPr>
          <p:cNvSpPr>
            <a:spLocks xmlns:a="http://schemas.openxmlformats.org/drawingml/2006/main" noGrp="1"/>
          </p:cNvSpPr>
          <p:nvPr/>
        </p:nvSpPr>
        <p:spPr>
          <a:xfrm xmlns:a="http://schemas.openxmlformats.org/drawingml/2006/main">
            <a:off x="723900" y="39147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36 policy rows have an infeasible intact starting scenario.</a:t>
            </a:r>
          </a:p>
        </p:txBody>
      </p:sp>
      <p:sp>
        <p:nvSpPr>
          <p:cNvPr id="8" name="">
            <a:extLst xmlns:a="http://schemas.openxmlformats.org/drawingml/2006/main">
              <a:ext uri="{FF2B5EF4-FFF2-40B4-BE49-F238E27FC236}">
                <a16:creationId xmlns:a16="http://schemas.microsoft.com/office/drawing/2014/main" id="{8F11774F-22C6-4EB5-AEAA-04E701592CD6}"/>
              </a:ext>
            </a:extLst>
          </p:cNvPr>
          <p:cNvSpPr>
            <a:spLocks xmlns:a="http://schemas.openxmlformats.org/drawingml/2006/main" noGrp="1"/>
          </p:cNvSpPr>
          <p:nvPr/>
        </p:nvSpPr>
        <p:spPr>
          <a:xfrm xmlns:a="http://schemas.openxmlformats.org/drawingml/2006/main">
            <a:off x="723900" y="49434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Next step: train protection across demand and ramp uncertainty.</a:t>
            </a:r>
          </a:p>
        </p:txBody>
      </p:sp>
      <p:sp>
        <p:nvSpPr>
          <p:cNvPr id="9" name="">
            <a:extLst xmlns:a="http://schemas.openxmlformats.org/drawingml/2006/main">
              <a:ext uri="{FF2B5EF4-FFF2-40B4-BE49-F238E27FC236}">
                <a16:creationId xmlns:a16="http://schemas.microsoft.com/office/drawing/2014/main" id="{67AE5504-2B27-4110-8742-F291A4EAFBFD}"/>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19</a:t>
            </a:r>
          </a:p>
        </p:txBody>
      </p:sp>
    </p:spTree>
    <p:extLst>
      <p:ext uri="{BB962C8B-B14F-4D97-AF65-F5344CB8AC3E}">
        <p14:creationId xmlns:p14="http://schemas.microsoft.com/office/powerpoint/2010/main" val="1224880994"/>
      </p:ext>
    </p:extLst>
  </p:cSld>
</p:sld>
</file>

<file path=ppt/part2/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186F7659-1414-47C1-8F4B-BDCD56DC03AA}"/>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6785C65-7A30-46E6-8AE0-759C547C75E3}"/>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2</a:t>
            </a:r>
          </a:p>
        </p:txBody>
      </p:sp>
      <p:sp>
        <p:nvSpPr>
          <p:cNvPr id="4" name="">
            <a:extLst xmlns:a="http://schemas.openxmlformats.org/drawingml/2006/main">
              <a:ext uri="{FF2B5EF4-FFF2-40B4-BE49-F238E27FC236}">
                <a16:creationId xmlns:a16="http://schemas.microsoft.com/office/drawing/2014/main" id="{B1B9C473-3610-4980-A430-299883CBDA9F}"/>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Variable response windows</a:t>
            </a:r>
          </a:p>
        </p:txBody>
      </p:sp>
      <p:graphicFrame>
        <p:nvGraphicFramePr>
          <p:cNvPr id="5" name="">
            <a:extLst xmlns:a="http://schemas.openxmlformats.org/drawingml/2006/main">
              <a:ext uri="{FF2B5EF4-FFF2-40B4-BE49-F238E27FC236}">
                <a16:creationId xmlns:a16="http://schemas.microsoft.com/office/drawing/2014/main" id="{3FF66A7F-6543-4CE4-8507-7651331F5872}"/>
              </a:ext>
            </a:extLst>
          </p:cNvPr>
          <p:cNvGraphicFramePr/>
          <p:nvPr/>
        </p:nvGraphicFramePr>
        <p:xfrm>
          <a:off xmlns:a="http://schemas.openxmlformats.org/drawingml/2006/main" x="533400" y="1714500"/>
          <a:ext xmlns:a="http://schemas.openxmlformats.org/drawingml/2006/main" cx="11125200" cy="2781300"/>
        </p:xfrm>
        <a:graphic xmlns:a="http://schemas.openxmlformats.org/drawingml/2006/main">
          <a:graphicData uri="http://schemas.openxmlformats.org/drawingml/2006/table">
            <a:tbl>
              <a:tblPr/>
              <a:tblGrid>
                <a:gridCol w="2667000"/>
                <a:gridCol w="3524250"/>
                <a:gridCol w="4933950"/>
              </a:tblGrid>
              <a:tr h="695325">
                <a:tc>
                  <a:txBody>
                    <a:bodyPr lIns="133350" tIns="95250" rIns="133350" bIns="95250"/>
                    <a:lstStyle/>
                    <a:p>
                      <a:r>
                        <a:rPr sz="1650" b="1">
                          <a:solidFill>
                            <a:srgbClr val="FFFFFF"/>
                          </a:solidFill>
                        </a:rPr>
                        <a:t>Pattern</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Minutes at H=15</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Sequential failures</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Even</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5, 5, 5</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One new failure per window</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Early cluster</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1, 1, 13</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Short early responses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Late cluster</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13, 1, 1</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Short final responses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6DE7DC3-3087-4A51-BB18-BAE45CB7736E}"/>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Both comparators receive three redispatch decisions</a:t>
            </a:r>
          </a:p>
        </p:txBody>
      </p:sp>
      <p:sp>
        <p:nvSpPr>
          <p:cNvPr id="7" name="">
            <a:extLst xmlns:a="http://schemas.openxmlformats.org/drawingml/2006/main">
              <a:ext uri="{FF2B5EF4-FFF2-40B4-BE49-F238E27FC236}">
                <a16:creationId xmlns:a16="http://schemas.microsoft.com/office/drawing/2014/main" id="{F91FA3CB-5EB7-4ED8-8946-3FAA040B38FC}"/>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20</a:t>
            </a:r>
          </a:p>
        </p:txBody>
      </p:sp>
    </p:spTree>
    <p:extLst>
      <p:ext uri="{BB962C8B-B14F-4D97-AF65-F5344CB8AC3E}">
        <p14:creationId xmlns:p14="http://schemas.microsoft.com/office/powerpoint/2010/main" val="1290802790"/>
      </p:ext>
    </p:extLst>
  </p:cSld>
</p:sld>
</file>

<file path=ppt/part2/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E44F87BA-7D05-40E5-B51E-3B56857A6BD5}"/>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3A7840C-EFFD-4BD1-91E1-DF944744132F}"/>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2</a:t>
            </a:r>
          </a:p>
        </p:txBody>
      </p:sp>
      <p:sp>
        <p:nvSpPr>
          <p:cNvPr id="4" name="">
            <a:extLst xmlns:a="http://schemas.openxmlformats.org/drawingml/2006/main">
              <a:ext uri="{FF2B5EF4-FFF2-40B4-BE49-F238E27FC236}">
                <a16:creationId xmlns:a16="http://schemas.microsoft.com/office/drawing/2014/main" id="{1D69E21F-1236-49C8-96A8-F256506A5D33}"/>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Timing changes the final loss and energy proxy</a:t>
            </a:r>
          </a:p>
        </p:txBody>
      </p:sp>
      <p:graphicFrame>
        <p:nvGraphicFramePr>
          <p:cNvPr id="5" name="Chart">
            <a:extLst xmlns:a="http://schemas.openxmlformats.org/drawingml/2006/main">
              <a:ext uri="{FF2B5EF4-FFF2-40B4-BE49-F238E27FC236}">
                <a16:creationId xmlns:a16="http://schemas.microsoft.com/office/drawing/2014/main" id="{F5495959-1A21-4FDD-9EBC-4B3A2AFEB430}"/>
              </a:ext>
            </a:extLst>
          </p:cNvPr>
          <p:cNvGraphicFramePr/>
          <p:nvPr/>
        </p:nvGraphicFramePr>
        <p:xfrm>
          <a:off xmlns:a="http://schemas.openxmlformats.org/drawingml/2006/main" x="42862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883784c411274c2b"/>
          </a:graphicData>
        </a:graphic>
      </p:graphicFrame>
      <p:graphicFrame>
        <p:nvGraphicFramePr>
          <p:cNvPr id="6" name="Chart">
            <a:extLst xmlns:a="http://schemas.openxmlformats.org/drawingml/2006/main">
              <a:ext uri="{FF2B5EF4-FFF2-40B4-BE49-F238E27FC236}">
                <a16:creationId xmlns:a16="http://schemas.microsoft.com/office/drawing/2014/main" id="{445F87AD-0DD9-40DF-A247-04FF27578965}"/>
              </a:ext>
            </a:extLst>
          </p:cNvPr>
          <p:cNvGraphicFramePr/>
          <p:nvPr/>
        </p:nvGraphicFramePr>
        <p:xfrm>
          <a:off xmlns:a="http://schemas.openxmlformats.org/drawingml/2006/main" x="623887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bdb58466f84940f7"/>
          </a:graphicData>
        </a:graphic>
      </p:graphicFrame>
      <p:sp>
        <p:nvSpPr>
          <p:cNvPr id="7" name="">
            <a:extLst xmlns:a="http://schemas.openxmlformats.org/drawingml/2006/main">
              <a:ext uri="{FF2B5EF4-FFF2-40B4-BE49-F238E27FC236}">
                <a16:creationId xmlns:a16="http://schemas.microsoft.com/office/drawing/2014/main" id="{E92989F9-9781-4C85-9FD4-E24C9B893EDD}"/>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Case 118, 15 minutes; mean per-seed cohort maxima</a:t>
            </a:r>
          </a:p>
        </p:txBody>
      </p:sp>
      <p:sp>
        <p:nvSpPr>
          <p:cNvPr id="8" name="">
            <a:extLst xmlns:a="http://schemas.openxmlformats.org/drawingml/2006/main">
              <a:ext uri="{FF2B5EF4-FFF2-40B4-BE49-F238E27FC236}">
                <a16:creationId xmlns:a16="http://schemas.microsoft.com/office/drawing/2014/main" id="{F1010583-C3B3-4299-9671-DF1C012F6B07}"/>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21</a:t>
            </a:r>
          </a:p>
        </p:txBody>
      </p:sp>
    </p:spTree>
    <p:extLst>
      <p:ext uri="{BB962C8B-B14F-4D97-AF65-F5344CB8AC3E}">
        <p14:creationId xmlns:p14="http://schemas.microsoft.com/office/powerpoint/2010/main" val="1646183887"/>
      </p:ext>
    </p:extLst>
  </p:cSld>
</p:sld>
</file>

<file path=ppt/part2/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D41B86F3-88F6-417C-B0D9-F6CE970E3426}"/>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01B410-EB11-4743-B7C7-31F052BD7994}"/>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3</a:t>
            </a:r>
          </a:p>
        </p:txBody>
      </p:sp>
      <p:sp>
        <p:nvSpPr>
          <p:cNvPr id="4" name="">
            <a:extLst xmlns:a="http://schemas.openxmlformats.org/drawingml/2006/main">
              <a:ext uri="{FF2B5EF4-FFF2-40B4-BE49-F238E27FC236}">
                <a16:creationId xmlns:a16="http://schemas.microsoft.com/office/drawing/2014/main" id="{67017471-8254-4B0B-84A0-1B3FBF252A16}"/>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Critical-service operating objectives</a:t>
            </a:r>
          </a:p>
        </p:txBody>
      </p:sp>
      <p:graphicFrame>
        <p:nvGraphicFramePr>
          <p:cNvPr id="5" name="">
            <a:extLst xmlns:a="http://schemas.openxmlformats.org/drawingml/2006/main">
              <a:ext uri="{FF2B5EF4-FFF2-40B4-BE49-F238E27FC236}">
                <a16:creationId xmlns:a16="http://schemas.microsoft.com/office/drawing/2014/main" id="{EF4A2F08-5FAF-41FB-9C0C-0F3326C7241E}"/>
              </a:ext>
            </a:extLst>
          </p:cNvPr>
          <p:cNvGraphicFramePr/>
          <p:nvPr/>
        </p:nvGraphicFramePr>
        <p:xfrm>
          <a:off xmlns:a="http://schemas.openxmlformats.org/drawingml/2006/main" x="533400" y="1714500"/>
          <a:ext xmlns:a="http://schemas.openxmlformats.org/drawingml/2006/main" cx="11125200" cy="3476625"/>
        </p:xfrm>
        <a:graphic xmlns:a="http://schemas.openxmlformats.org/drawingml/2006/main">
          <a:graphicData uri="http://schemas.openxmlformats.org/drawingml/2006/table">
            <a:tbl>
              <a:tblPr/>
              <a:tblGrid>
                <a:gridCol w="2952750"/>
                <a:gridCol w="8172450"/>
              </a:tblGrid>
              <a:tr h="695325">
                <a:tc>
                  <a:txBody>
                    <a:bodyPr lIns="133350" tIns="95250" rIns="133350" bIns="95250"/>
                    <a:lstStyle/>
                    <a:p>
                      <a:r>
                        <a:rPr sz="1650" b="1">
                          <a:solidFill>
                            <a:srgbClr val="FFFFFF"/>
                          </a:solidFill>
                        </a:rPr>
                        <a:t>Policy</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What the operator maximizes</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Total-tight</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Total MW, using matched 1e-8 MIP precision</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Weight 2</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Critical MW counts twice other MW</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Weight 10</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Critical MW counts ten times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Critical-first</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Critical MW first, then total MW within a recorded floor tolerance</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9709DE7-78DE-4AC6-988B-894AF94CBF34}"/>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Synthetic bus groups; identical initial dispatch and attack cohort</a:t>
            </a:r>
          </a:p>
        </p:txBody>
      </p:sp>
      <p:sp>
        <p:nvSpPr>
          <p:cNvPr id="7" name="">
            <a:extLst xmlns:a="http://schemas.openxmlformats.org/drawingml/2006/main">
              <a:ext uri="{FF2B5EF4-FFF2-40B4-BE49-F238E27FC236}">
                <a16:creationId xmlns:a16="http://schemas.microsoft.com/office/drawing/2014/main" id="{55964B16-BBC8-4CB4-9A68-3F900190ECE8}"/>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22</a:t>
            </a:r>
          </a:p>
        </p:txBody>
      </p:sp>
    </p:spTree>
    <p:extLst>
      <p:ext uri="{BB962C8B-B14F-4D97-AF65-F5344CB8AC3E}">
        <p14:creationId xmlns:p14="http://schemas.microsoft.com/office/powerpoint/2010/main" val="1009585957"/>
      </p:ext>
    </p:extLst>
  </p:cSld>
</p:sld>
</file>

<file path=ppt/part2/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37AE75DA-7125-453D-962E-E9B3DE3F3C53}"/>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E7FFFF-763C-4961-B684-95CFAC082C7D}"/>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Extension 3</a:t>
            </a:r>
          </a:p>
        </p:txBody>
      </p:sp>
      <p:sp>
        <p:nvSpPr>
          <p:cNvPr id="4" name="">
            <a:extLst xmlns:a="http://schemas.openxmlformats.org/drawingml/2006/main">
              <a:ext uri="{FF2B5EF4-FFF2-40B4-BE49-F238E27FC236}">
                <a16:creationId xmlns:a16="http://schemas.microsoft.com/office/drawing/2014/main" id="{45C5D585-95A1-4C00-8C3B-5B7251D514FB}"/>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Critical service at the nominal setting</a:t>
            </a:r>
          </a:p>
        </p:txBody>
      </p:sp>
      <p:graphicFrame>
        <p:nvGraphicFramePr>
          <p:cNvPr id="5" name="Chart">
            <a:extLst xmlns:a="http://schemas.openxmlformats.org/drawingml/2006/main">
              <a:ext uri="{FF2B5EF4-FFF2-40B4-BE49-F238E27FC236}">
                <a16:creationId xmlns:a16="http://schemas.microsoft.com/office/drawing/2014/main" id="{B82474EA-81E1-41E9-8ADC-8D0A95E3E2F7}"/>
              </a:ext>
            </a:extLst>
          </p:cNvPr>
          <p:cNvGraphicFramePr/>
          <p:nvPr/>
        </p:nvGraphicFramePr>
        <p:xfrm>
          <a:off xmlns:a="http://schemas.openxmlformats.org/drawingml/2006/main" x="571500" y="1666875"/>
          <a:ext xmlns:a="http://schemas.openxmlformats.org/drawingml/2006/main" cx="11049000" cy="4000500"/>
        </p:xfrm>
        <a:graphic xmlns:a="http://schemas.openxmlformats.org/drawingml/2006/main">
          <a:graphicData uri="http://schemas.openxmlformats.org/drawingml/2006/chart">
            <c:chart xmlns:r="http://schemas.openxmlformats.org/officeDocument/2006/relationships" xmlns:c="http://schemas.openxmlformats.org/drawingml/2006/chart" r:id="Ra900f4d813144fd3"/>
          </a:graphicData>
        </a:graphic>
      </p:graphicFrame>
      <p:sp>
        <p:nvSpPr>
          <p:cNvPr id="6" name="">
            <a:extLst xmlns:a="http://schemas.openxmlformats.org/drawingml/2006/main">
              <a:ext uri="{FF2B5EF4-FFF2-40B4-BE49-F238E27FC236}">
                <a16:creationId xmlns:a16="http://schemas.microsoft.com/office/drawing/2014/main" id="{4E1BB50A-C8AC-4EAE-845E-0CA6E97F6DC9}"/>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25% of positive-demand buses; ramp 0.1</a:t>
            </a:r>
          </a:p>
        </p:txBody>
      </p:sp>
      <p:sp>
        <p:nvSpPr>
          <p:cNvPr id="7" name="">
            <a:extLst xmlns:a="http://schemas.openxmlformats.org/drawingml/2006/main">
              <a:ext uri="{FF2B5EF4-FFF2-40B4-BE49-F238E27FC236}">
                <a16:creationId xmlns:a16="http://schemas.microsoft.com/office/drawing/2014/main" id="{0932A522-CD18-415F-816F-4A09F49CF90F}"/>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23</a:t>
            </a:r>
          </a:p>
        </p:txBody>
      </p:sp>
    </p:spTree>
    <p:extLst>
      <p:ext uri="{BB962C8B-B14F-4D97-AF65-F5344CB8AC3E}">
        <p14:creationId xmlns:p14="http://schemas.microsoft.com/office/powerpoint/2010/main" val="662500082"/>
      </p:ext>
    </p:extLst>
  </p:cSld>
</p:sld>
</file>

<file path=ppt/part2/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1A6C20F1-20BE-42B2-B635-6058045D5331}"/>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9D6F6A9-DE2B-48B2-AAA2-2DCF700A6650}"/>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Tradeoffs</a:t>
            </a:r>
          </a:p>
        </p:txBody>
      </p:sp>
      <p:sp>
        <p:nvSpPr>
          <p:cNvPr id="4" name="">
            <a:extLst xmlns:a="http://schemas.openxmlformats.org/drawingml/2006/main">
              <a:ext uri="{FF2B5EF4-FFF2-40B4-BE49-F238E27FC236}">
                <a16:creationId xmlns:a16="http://schemas.microsoft.com/office/drawing/2014/main" id="{AE0DCB1F-F94F-4E72-8014-E1B0475DB0C9}"/>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Priority gains and adverse cases</a:t>
            </a:r>
          </a:p>
        </p:txBody>
      </p:sp>
      <p:graphicFrame>
        <p:nvGraphicFramePr>
          <p:cNvPr id="5" name="">
            <a:extLst xmlns:a="http://schemas.openxmlformats.org/drawingml/2006/main">
              <a:ext uri="{FF2B5EF4-FFF2-40B4-BE49-F238E27FC236}">
                <a16:creationId xmlns:a16="http://schemas.microsoft.com/office/drawing/2014/main" id="{03037897-9D14-4AE8-89E7-26180721AC95}"/>
              </a:ext>
            </a:extLst>
          </p:cNvPr>
          <p:cNvGraphicFramePr/>
          <p:nvPr/>
        </p:nvGraphicFramePr>
        <p:xfrm>
          <a:off xmlns:a="http://schemas.openxmlformats.org/drawingml/2006/main" x="533400" y="1714500"/>
          <a:ext xmlns:a="http://schemas.openxmlformats.org/drawingml/2006/main" cx="11125200" cy="2085975"/>
        </p:xfrm>
        <a:graphic xmlns:a="http://schemas.openxmlformats.org/drawingml/2006/main">
          <a:graphicData uri="http://schemas.openxmlformats.org/drawingml/2006/table">
            <a:tbl>
              <a:tblPr/>
              <a:tblGrid>
                <a:gridCol w="2667000"/>
                <a:gridCol w="3524250"/>
                <a:gridCol w="4933950"/>
              </a:tblGrid>
              <a:tr h="695325">
                <a:tc>
                  <a:txBody>
                    <a:bodyPr lIns="133350" tIns="95250" rIns="133350" bIns="95250"/>
                    <a:lstStyle/>
                    <a:p>
                      <a:r>
                        <a:rPr sz="1650" b="1">
                          <a:solidFill>
                            <a:srgbClr val="FFFFFF"/>
                          </a:solidFill>
                        </a:rPr>
                        <a:t>Selected case</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Critical gain MW</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Extra total loss MW</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Largest gain: case 39</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1,573.43</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120.64</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Largest harm: case 14</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-239.83</a:t>
                      </a:r>
                    </a:p>
                  </a:txBody>
                  <a:tcPr marL="91440" marR="91440" marT="45720" marB="45720" anchor="ctr">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322.69</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13AB1E1-DC83-4BBC-9AF0-25FA269D7A45}"/>
              </a:ext>
            </a:extLst>
          </p:cNvPr>
          <p:cNvSpPr>
            <a:spLocks xmlns:a="http://schemas.openxmlformats.org/drawingml/2006/main" noGrp="1"/>
          </p:cNvSpPr>
          <p:nvPr/>
        </p:nvSpPr>
        <p:spPr>
          <a:xfrm xmlns:a="http://schemas.openxmlformats.org/drawingml/2006/main">
            <a:off x="571500" y="406717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607487"/>
                </a:solidFill>
              </a:defRPr>
            </a:defPPr>
            <a:lvl1pPr algn="l">
              <a:defRPr sz="1725" b="0">
                <a:solidFill>
                  <a:srgbClr val="607487"/>
                </a:solidFill>
              </a:defRPr>
            </a:lvl1pPr>
            <a:lvl2pPr algn="l">
              <a:defRPr sz="1725" b="0">
                <a:solidFill>
                  <a:srgbClr val="607487"/>
                </a:solidFill>
              </a:defRPr>
            </a:lvl2pPr>
            <a:lvl3pPr algn="l">
              <a:defRPr sz="1725" b="0">
                <a:solidFill>
                  <a:srgbClr val="607487"/>
                </a:solidFill>
              </a:defRPr>
            </a:lvl3pPr>
            <a:lvl4pPr algn="l">
              <a:defRPr sz="1725" b="0">
                <a:solidFill>
                  <a:srgbClr val="607487"/>
                </a:solidFill>
              </a:defRPr>
            </a:lvl4pPr>
            <a:lvl5pPr algn="l">
              <a:defRPr sz="1725" b="0">
                <a:solidFill>
                  <a:srgbClr val="607487"/>
                </a:solidFill>
              </a:defRPr>
            </a:lvl5pPr>
            <a:lvl6pPr algn="l">
              <a:defRPr sz="1725" b="0">
                <a:solidFill>
                  <a:srgbClr val="607487"/>
                </a:solidFill>
              </a:defRPr>
            </a:lvl6pPr>
            <a:lvl7pPr algn="l">
              <a:defRPr sz="1725" b="0">
                <a:solidFill>
                  <a:srgbClr val="607487"/>
                </a:solidFill>
              </a:defRPr>
            </a:lvl7pPr>
            <a:lvl8pPr algn="l">
              <a:defRPr sz="1725" b="0">
                <a:solidFill>
                  <a:srgbClr val="607487"/>
                </a:solidFill>
              </a:defRPr>
            </a:lvl8pPr>
            <a:lvl9pPr algn="l">
              <a:defRPr sz="1725" b="0">
                <a:solidFill>
                  <a:srgbClr val="607487"/>
                </a:solidFill>
              </a:defRPr>
            </a:lvl9pPr>
          </a:lstStyle>
          <a:p xmlns:a="http://schemas.openxmlformats.org/drawingml/2006/main">
            <a:pPr algn="l">
              <a:defRPr sz="1725" b="0">
                <a:solidFill>
                  <a:srgbClr val="607487"/>
                </a:solidFill>
              </a:defRPr>
            </a:pPr>
            <a:r>
              <a:rPr sz="1725" b="0">
                <a:solidFill>
                  <a:srgbClr val="607487"/>
                </a:solidFill>
                <a:latin typeface="Inter"/>
                <a:ea typeface="Inter"/>
                <a:cs typeface="Inter"/>
              </a:rPr>
              <a:t>Comparisons use the total-tight baseline.</a:t>
            </a:r>
          </a:p>
        </p:txBody>
      </p:sp>
      <p:sp>
        <p:nvSpPr>
          <p:cNvPr id="7" name="">
            <a:extLst xmlns:a="http://schemas.openxmlformats.org/drawingml/2006/main">
              <a:ext uri="{FF2B5EF4-FFF2-40B4-BE49-F238E27FC236}">
                <a16:creationId xmlns:a16="http://schemas.microsoft.com/office/drawing/2014/main" id="{5E374EF7-347A-4443-BC56-1C76D1E47B3B}"/>
              </a:ext>
            </a:extLst>
          </p:cNvPr>
          <p:cNvSpPr>
            <a:spLocks xmlns:a="http://schemas.openxmlformats.org/drawingml/2006/main" noGrp="1"/>
          </p:cNvSpPr>
          <p:nvPr/>
        </p:nvSpPr>
        <p:spPr>
          <a:xfrm xmlns:a="http://schemas.openxmlformats.org/drawingml/2006/main">
            <a:off x="571500" y="44672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607487"/>
                </a:solidFill>
              </a:defRPr>
            </a:defPPr>
            <a:lvl1pPr algn="l">
              <a:defRPr sz="1725" b="0">
                <a:solidFill>
                  <a:srgbClr val="607487"/>
                </a:solidFill>
              </a:defRPr>
            </a:lvl1pPr>
            <a:lvl2pPr algn="l">
              <a:defRPr sz="1725" b="0">
                <a:solidFill>
                  <a:srgbClr val="607487"/>
                </a:solidFill>
              </a:defRPr>
            </a:lvl2pPr>
            <a:lvl3pPr algn="l">
              <a:defRPr sz="1725" b="0">
                <a:solidFill>
                  <a:srgbClr val="607487"/>
                </a:solidFill>
              </a:defRPr>
            </a:lvl3pPr>
            <a:lvl4pPr algn="l">
              <a:defRPr sz="1725" b="0">
                <a:solidFill>
                  <a:srgbClr val="607487"/>
                </a:solidFill>
              </a:defRPr>
            </a:lvl4pPr>
            <a:lvl5pPr algn="l">
              <a:defRPr sz="1725" b="0">
                <a:solidFill>
                  <a:srgbClr val="607487"/>
                </a:solidFill>
              </a:defRPr>
            </a:lvl5pPr>
            <a:lvl6pPr algn="l">
              <a:defRPr sz="1725" b="0">
                <a:solidFill>
                  <a:srgbClr val="607487"/>
                </a:solidFill>
              </a:defRPr>
            </a:lvl6pPr>
            <a:lvl7pPr algn="l">
              <a:defRPr sz="1725" b="0">
                <a:solidFill>
                  <a:srgbClr val="607487"/>
                </a:solidFill>
              </a:defRPr>
            </a:lvl7pPr>
            <a:lvl8pPr algn="l">
              <a:defRPr sz="1725" b="0">
                <a:solidFill>
                  <a:srgbClr val="607487"/>
                </a:solidFill>
              </a:defRPr>
            </a:lvl8pPr>
            <a:lvl9pPr algn="l">
              <a:defRPr sz="1725" b="0">
                <a:solidFill>
                  <a:srgbClr val="607487"/>
                </a:solidFill>
              </a:defRPr>
            </a:lvl9pPr>
          </a:lstStyle>
          <a:p xmlns:a="http://schemas.openxmlformats.org/drawingml/2006/main">
            <a:pPr algn="l">
              <a:defRPr sz="1725" b="0">
                <a:solidFill>
                  <a:srgbClr val="607487"/>
                </a:solidFill>
              </a:defRPr>
            </a:pPr>
            <a:r>
              <a:rPr sz="1725" b="0">
                <a:solidFill>
                  <a:srgbClr val="607487"/>
                </a:solidFill>
                <a:latin typeface="Inter"/>
                <a:ea typeface="Inter"/>
                <a:cs typeface="Inter"/>
              </a:rPr>
              <a:t>These examples are deliberately selected extremes.</a:t>
            </a:r>
          </a:p>
        </p:txBody>
      </p:sp>
      <p:sp>
        <p:nvSpPr>
          <p:cNvPr id="8" name="">
            <a:extLst xmlns:a="http://schemas.openxmlformats.org/drawingml/2006/main">
              <a:ext uri="{FF2B5EF4-FFF2-40B4-BE49-F238E27FC236}">
                <a16:creationId xmlns:a16="http://schemas.microsoft.com/office/drawing/2014/main" id="{69D263D1-51F5-4DEC-BDC5-7913BCC595F1}"/>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24</a:t>
            </a:r>
          </a:p>
        </p:txBody>
      </p:sp>
    </p:spTree>
    <p:extLst>
      <p:ext uri="{BB962C8B-B14F-4D97-AF65-F5344CB8AC3E}">
        <p14:creationId xmlns:p14="http://schemas.microsoft.com/office/powerpoint/2010/main" val="1042353994"/>
      </p:ext>
    </p:extLst>
  </p:cSld>
</p:sld>
</file>

<file path=ppt/part2/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EAE82DD9-93D7-420C-837B-7FD420E7ECED}"/>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4971791-1F86-4373-B6AF-7290B6920C50}"/>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Sensitivity</a:t>
            </a:r>
          </a:p>
        </p:txBody>
      </p:sp>
      <p:sp>
        <p:nvSpPr>
          <p:cNvPr id="4" name="">
            <a:extLst xmlns:a="http://schemas.openxmlformats.org/drawingml/2006/main">
              <a:ext uri="{FF2B5EF4-FFF2-40B4-BE49-F238E27FC236}">
                <a16:creationId xmlns:a16="http://schemas.microsoft.com/office/drawing/2014/main" id="{7E83E76A-FAB4-4130-B41E-92CCF0CBAE0C}"/>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Critical service across response speeds</a:t>
            </a:r>
          </a:p>
        </p:txBody>
      </p:sp>
      <p:graphicFrame>
        <p:nvGraphicFramePr>
          <p:cNvPr id="5" name="Chart">
            <a:extLst xmlns:a="http://schemas.openxmlformats.org/drawingml/2006/main">
              <a:ext uri="{FF2B5EF4-FFF2-40B4-BE49-F238E27FC236}">
                <a16:creationId xmlns:a16="http://schemas.microsoft.com/office/drawing/2014/main" id="{82BABABA-6DC5-4567-97C1-D38F4963D0E7}"/>
              </a:ext>
            </a:extLst>
          </p:cNvPr>
          <p:cNvGraphicFramePr/>
          <p:nvPr/>
        </p:nvGraphicFramePr>
        <p:xfrm>
          <a:off xmlns:a="http://schemas.openxmlformats.org/drawingml/2006/main" x="42862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8cff0931f4254457"/>
          </a:graphicData>
        </a:graphic>
      </p:graphicFrame>
      <p:graphicFrame>
        <p:nvGraphicFramePr>
          <p:cNvPr id="6" name="Chart">
            <a:extLst xmlns:a="http://schemas.openxmlformats.org/drawingml/2006/main">
              <a:ext uri="{FF2B5EF4-FFF2-40B4-BE49-F238E27FC236}">
                <a16:creationId xmlns:a16="http://schemas.microsoft.com/office/drawing/2014/main" id="{79B1C8B4-C7D8-4C0B-BCC6-13913FE5940F}"/>
              </a:ext>
            </a:extLst>
          </p:cNvPr>
          <p:cNvGraphicFramePr/>
          <p:nvPr/>
        </p:nvGraphicFramePr>
        <p:xfrm>
          <a:off xmlns:a="http://schemas.openxmlformats.org/drawingml/2006/main" x="6238875" y="1666875"/>
          <a:ext xmlns:a="http://schemas.openxmlformats.org/drawingml/2006/main" cx="5619750" cy="4000500"/>
        </p:xfrm>
        <a:graphic xmlns:a="http://schemas.openxmlformats.org/drawingml/2006/main">
          <a:graphicData uri="http://schemas.openxmlformats.org/drawingml/2006/chart">
            <c:chart xmlns:r="http://schemas.openxmlformats.org/officeDocument/2006/relationships" xmlns:c="http://schemas.openxmlformats.org/drawingml/2006/chart" r:id="Rab58569609214ebb"/>
          </a:graphicData>
        </a:graphic>
      </p:graphicFrame>
      <p:sp>
        <p:nvSpPr>
          <p:cNvPr id="7" name="">
            <a:extLst xmlns:a="http://schemas.openxmlformats.org/drawingml/2006/main">
              <a:ext uri="{FF2B5EF4-FFF2-40B4-BE49-F238E27FC236}">
                <a16:creationId xmlns:a16="http://schemas.microsoft.com/office/drawing/2014/main" id="{195BE391-0A3B-4A6D-91CA-82B7C19B5CDD}"/>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25% of positive-load buses, three demand seeds. Larger-grid results cover a shared sampled attack cohort.</a:t>
            </a:r>
          </a:p>
        </p:txBody>
      </p:sp>
      <p:sp>
        <p:nvSpPr>
          <p:cNvPr id="8" name="">
            <a:extLst xmlns:a="http://schemas.openxmlformats.org/drawingml/2006/main">
              <a:ext uri="{FF2B5EF4-FFF2-40B4-BE49-F238E27FC236}">
                <a16:creationId xmlns:a16="http://schemas.microsoft.com/office/drawing/2014/main" id="{D495FFE2-B835-4CC7-A5C7-8E8443374BC1}"/>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25</a:t>
            </a:r>
          </a:p>
        </p:txBody>
      </p:sp>
    </p:spTree>
    <p:extLst>
      <p:ext uri="{BB962C8B-B14F-4D97-AF65-F5344CB8AC3E}">
        <p14:creationId xmlns:p14="http://schemas.microsoft.com/office/powerpoint/2010/main" val="1508171392"/>
      </p:ext>
    </p:extLst>
  </p:cSld>
</p:sld>
</file>

<file path=ppt/part2/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BE85D474-E4E7-4A1D-88ED-BBE3AF5A92E8}"/>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4E5421D-585D-4572-B4B6-C8CDFD943B37}"/>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Evaluation</a:t>
            </a:r>
          </a:p>
        </p:txBody>
      </p:sp>
      <p:sp>
        <p:nvSpPr>
          <p:cNvPr id="4" name="">
            <a:extLst xmlns:a="http://schemas.openxmlformats.org/drawingml/2006/main">
              <a:ext uri="{FF2B5EF4-FFF2-40B4-BE49-F238E27FC236}">
                <a16:creationId xmlns:a16="http://schemas.microsoft.com/office/drawing/2014/main" id="{FBF96567-92E7-49DB-A1D9-A3FC9CD32775}"/>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Correctness and boundaries of the results</a:t>
            </a:r>
          </a:p>
        </p:txBody>
      </p:sp>
      <p:sp>
        <p:nvSpPr>
          <p:cNvPr id="5" name="">
            <a:extLst xmlns:a="http://schemas.openxmlformats.org/drawingml/2006/main">
              <a:ext uri="{FF2B5EF4-FFF2-40B4-BE49-F238E27FC236}">
                <a16:creationId xmlns:a16="http://schemas.microsoft.com/office/drawing/2014/main" id="{A121C665-C9E3-4AA9-91D2-7B5AC638A4A8}"/>
              </a:ext>
            </a:extLst>
          </p:cNvPr>
          <p:cNvSpPr>
            <a:spLocks xmlns:a="http://schemas.openxmlformats.org/drawingml/2006/main" noGrp="1"/>
          </p:cNvSpPr>
          <p:nvPr/>
        </p:nvSpPr>
        <p:spPr>
          <a:xfrm xmlns:a="http://schemas.openxmlformats.org/drawingml/2006/main">
            <a:off x="723900" y="18573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16 extension tests pass. 26 state probes match the untouched group code exactly.</a:t>
            </a:r>
          </a:p>
        </p:txBody>
      </p:sp>
      <p:sp>
        <p:nvSpPr>
          <p:cNvPr id="6" name="">
            <a:extLst xmlns:a="http://schemas.openxmlformats.org/drawingml/2006/main">
              <a:ext uri="{FF2B5EF4-FFF2-40B4-BE49-F238E27FC236}">
                <a16:creationId xmlns:a16="http://schemas.microsoft.com/office/drawing/2014/main" id="{E483B3BA-3A81-47E2-909B-4149CF732481}"/>
              </a:ext>
            </a:extLst>
          </p:cNvPr>
          <p:cNvSpPr>
            <a:spLocks xmlns:a="http://schemas.openxmlformats.org/drawingml/2006/main" noGrp="1"/>
          </p:cNvSpPr>
          <p:nvPr/>
        </p:nvSpPr>
        <p:spPr>
          <a:xfrm xmlns:a="http://schemas.openxmlformats.org/drawingml/2006/main">
            <a:off x="723900" y="28860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Fresh exhaustive protection replays agree with saved table maxima.</a:t>
            </a:r>
          </a:p>
        </p:txBody>
      </p:sp>
      <p:sp>
        <p:nvSpPr>
          <p:cNvPr id="7" name="">
            <a:extLst xmlns:a="http://schemas.openxmlformats.org/drawingml/2006/main">
              <a:ext uri="{FF2B5EF4-FFF2-40B4-BE49-F238E27FC236}">
                <a16:creationId xmlns:a16="http://schemas.microsoft.com/office/drawing/2014/main" id="{37811296-93A8-4614-8B4B-67625DDD24D6}"/>
              </a:ext>
            </a:extLst>
          </p:cNvPr>
          <p:cNvSpPr>
            <a:spLocks xmlns:a="http://schemas.openxmlformats.org/drawingml/2006/main" noGrp="1"/>
          </p:cNvSpPr>
          <p:nvPr/>
        </p:nvSpPr>
        <p:spPr>
          <a:xfrm xmlns:a="http://schemas.openxmlformats.org/drawingml/2006/main">
            <a:off x="723900" y="39147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Priority policies and timing comparators share the same attack cohort.</a:t>
            </a:r>
          </a:p>
        </p:txBody>
      </p:sp>
      <p:sp>
        <p:nvSpPr>
          <p:cNvPr id="8" name="">
            <a:extLst xmlns:a="http://schemas.openxmlformats.org/drawingml/2006/main">
              <a:ext uri="{FF2B5EF4-FFF2-40B4-BE49-F238E27FC236}">
                <a16:creationId xmlns:a16="http://schemas.microsoft.com/office/drawing/2014/main" id="{BFFCAF3C-D2A3-4589-9ABA-1264AD85DD4C}"/>
              </a:ext>
            </a:extLst>
          </p:cNvPr>
          <p:cNvSpPr>
            <a:spLocks xmlns:a="http://schemas.openxmlformats.org/drawingml/2006/main" noGrp="1"/>
          </p:cNvSpPr>
          <p:nvPr/>
        </p:nvSpPr>
        <p:spPr>
          <a:xfrm xmlns:a="http://schemas.openxmlformats.org/drawingml/2006/main">
            <a:off x="723900" y="49434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Original benchmark checker: case 162, k=8 is missing after an infeasible response.</a:t>
            </a:r>
          </a:p>
        </p:txBody>
      </p:sp>
      <p:sp>
        <p:nvSpPr>
          <p:cNvPr id="9" name="">
            <a:extLst xmlns:a="http://schemas.openxmlformats.org/drawingml/2006/main">
              <a:ext uri="{FF2B5EF4-FFF2-40B4-BE49-F238E27FC236}">
                <a16:creationId xmlns:a16="http://schemas.microsoft.com/office/drawing/2014/main" id="{DA5CBA0A-1D3E-435F-A155-A7D959273800}"/>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Exact small cases and sampled larger cases support different levels of claim.</a:t>
            </a:r>
          </a:p>
        </p:txBody>
      </p:sp>
      <p:sp>
        <p:nvSpPr>
          <p:cNvPr id="10" name="">
            <a:extLst xmlns:a="http://schemas.openxmlformats.org/drawingml/2006/main">
              <a:ext uri="{FF2B5EF4-FFF2-40B4-BE49-F238E27FC236}">
                <a16:creationId xmlns:a16="http://schemas.microsoft.com/office/drawing/2014/main" id="{71EC1518-9B68-4176-8A9A-B846676FD8B2}"/>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26</a:t>
            </a:r>
          </a:p>
        </p:txBody>
      </p:sp>
    </p:spTree>
    <p:extLst>
      <p:ext uri="{BB962C8B-B14F-4D97-AF65-F5344CB8AC3E}">
        <p14:creationId xmlns:p14="http://schemas.microsoft.com/office/powerpoint/2010/main" val="561981069"/>
      </p:ext>
    </p:extLst>
  </p:cSld>
</p:sld>
</file>

<file path=ppt/part2/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811B50C6-3626-48B2-BBAE-D31AC0D4C157}"/>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E48B81B-5115-4A8F-862A-B3DCA9BFB1E5}"/>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Code</a:t>
            </a:r>
          </a:p>
        </p:txBody>
      </p:sp>
      <p:sp>
        <p:nvSpPr>
          <p:cNvPr id="4" name="">
            <a:extLst xmlns:a="http://schemas.openxmlformats.org/drawingml/2006/main">
              <a:ext uri="{FF2B5EF4-FFF2-40B4-BE49-F238E27FC236}">
                <a16:creationId xmlns:a16="http://schemas.microsoft.com/office/drawing/2014/main" id="{1B73C23F-75BA-4B6F-8AD9-8EE2F0F9E2BB}"/>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Where the extensions are implemented</a:t>
            </a:r>
          </a:p>
        </p:txBody>
      </p:sp>
      <p:graphicFrame>
        <p:nvGraphicFramePr>
          <p:cNvPr id="5" name="">
            <a:extLst xmlns:a="http://schemas.openxmlformats.org/drawingml/2006/main">
              <a:ext uri="{FF2B5EF4-FFF2-40B4-BE49-F238E27FC236}">
                <a16:creationId xmlns:a16="http://schemas.microsoft.com/office/drawing/2014/main" id="{561F3C53-5AF7-4494-9F12-B562A6A4B577}"/>
              </a:ext>
            </a:extLst>
          </p:cNvPr>
          <p:cNvGraphicFramePr/>
          <p:nvPr/>
        </p:nvGraphicFramePr>
        <p:xfrm>
          <a:off xmlns:a="http://schemas.openxmlformats.org/drawingml/2006/main" x="533400" y="1714500"/>
          <a:ext xmlns:a="http://schemas.openxmlformats.org/drawingml/2006/main" cx="11125200" cy="3476625"/>
        </p:xfrm>
        <a:graphic xmlns:a="http://schemas.openxmlformats.org/drawingml/2006/main">
          <a:graphicData uri="http://schemas.openxmlformats.org/drawingml/2006/table">
            <a:tbl>
              <a:tblPr/>
              <a:tblGrid>
                <a:gridCol w="2952750"/>
                <a:gridCol w="8172450"/>
              </a:tblGrid>
              <a:tr h="695325">
                <a:tc>
                  <a:txBody>
                    <a:bodyPr lIns="133350" tIns="95250" rIns="133350" bIns="95250"/>
                    <a:lstStyle/>
                    <a:p>
                      <a:r>
                        <a:rPr sz="1650" b="1">
                          <a:solidFill>
                            <a:srgbClr val="FFFFFF"/>
                          </a:solidFill>
                        </a:rPr>
                        <a:t>File</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What to review</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grid_model.py</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Optional weights and critical-first service floors in defend()</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extensions.py</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Ordered-prefix cache, outage tables, protection and timed_trace()</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run_extensions.py</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Scenario splits, common attack cohorts, sweeps and summaries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audit_extensions.py</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Fresh exact replay, cohort pairing and total-tight numerical control</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1F5D89A-76CB-4870-A35B-C6D698029BF0}"/>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All extension responses use the group repository's SciPy defender.</a:t>
            </a:r>
          </a:p>
        </p:txBody>
      </p:sp>
      <p:sp>
        <p:nvSpPr>
          <p:cNvPr id="7" name="">
            <a:extLst xmlns:a="http://schemas.openxmlformats.org/drawingml/2006/main">
              <a:ext uri="{FF2B5EF4-FFF2-40B4-BE49-F238E27FC236}">
                <a16:creationId xmlns:a16="http://schemas.microsoft.com/office/drawing/2014/main" id="{911A3C54-4E21-44E7-A50D-80AAC535E4E7}"/>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27</a:t>
            </a:r>
          </a:p>
        </p:txBody>
      </p:sp>
    </p:spTree>
    <p:extLst>
      <p:ext uri="{BB962C8B-B14F-4D97-AF65-F5344CB8AC3E}">
        <p14:creationId xmlns:p14="http://schemas.microsoft.com/office/powerpoint/2010/main" val="383736284"/>
      </p:ext>
    </p:extLst>
  </p:cSld>
</p:sld>
</file>

<file path=ppt/part2/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2847CF58-A6D8-4036-8600-DE6BBE999D60}"/>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68F7FB4-BA81-49F7-B245-B95D9CFC3C48}"/>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Demo</a:t>
            </a:r>
          </a:p>
        </p:txBody>
      </p:sp>
      <p:sp>
        <p:nvSpPr>
          <p:cNvPr id="4" name="">
            <a:extLst xmlns:a="http://schemas.openxmlformats.org/drawingml/2006/main">
              <a:ext uri="{FF2B5EF4-FFF2-40B4-BE49-F238E27FC236}">
                <a16:creationId xmlns:a16="http://schemas.microsoft.com/office/drawing/2014/main" id="{C39D930D-165D-430F-A9E0-793578842D45}"/>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Demonstration and interpretation</a:t>
            </a:r>
          </a:p>
        </p:txBody>
      </p:sp>
      <p:sp>
        <p:nvSpPr>
          <p:cNvPr id="5" name="">
            <a:extLst xmlns:a="http://schemas.openxmlformats.org/drawingml/2006/main">
              <a:ext uri="{FF2B5EF4-FFF2-40B4-BE49-F238E27FC236}">
                <a16:creationId xmlns:a16="http://schemas.microsoft.com/office/drawing/2014/main" id="{4528F906-C859-4B0B-8BB8-6DDB578F72BC}"/>
              </a:ext>
            </a:extLst>
          </p:cNvPr>
          <p:cNvSpPr>
            <a:spLocks xmlns:a="http://schemas.openxmlformats.org/drawingml/2006/main" noGrp="1"/>
          </p:cNvSpPr>
          <p:nvPr/>
        </p:nvSpPr>
        <p:spPr>
          <a:xfrm xmlns:a="http://schemas.openxmlformats.org/drawingml/2006/main">
            <a:off x="723900" y="185737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Protection: show the protected lines and the replacement worst attack.</a:t>
            </a:r>
          </a:p>
        </p:txBody>
      </p:sp>
      <p:sp>
        <p:nvSpPr>
          <p:cNvPr id="6" name="">
            <a:extLst xmlns:a="http://schemas.openxmlformats.org/drawingml/2006/main">
              <a:ext uri="{FF2B5EF4-FFF2-40B4-BE49-F238E27FC236}">
                <a16:creationId xmlns:a16="http://schemas.microsoft.com/office/drawing/2014/main" id="{5336712B-EEC5-4D4C-A0E1-7806DAE09BFD}"/>
              </a:ext>
            </a:extLst>
          </p:cNvPr>
          <p:cNvSpPr>
            <a:spLocks xmlns:a="http://schemas.openxmlformats.org/drawingml/2006/main" noGrp="1"/>
          </p:cNvSpPr>
          <p:nvPr/>
        </p:nvSpPr>
        <p:spPr>
          <a:xfrm xmlns:a="http://schemas.openxmlformats.org/drawingml/2006/main">
            <a:off x="723900" y="309562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Timing: compare 5 / 5 / 5 with 1 / 1 / 13 and 13 / 1 / 1 minute windows.</a:t>
            </a:r>
          </a:p>
        </p:txBody>
      </p:sp>
      <p:sp>
        <p:nvSpPr>
          <p:cNvPr id="7" name="">
            <a:extLst xmlns:a="http://schemas.openxmlformats.org/drawingml/2006/main">
              <a:ext uri="{FF2B5EF4-FFF2-40B4-BE49-F238E27FC236}">
                <a16:creationId xmlns:a16="http://schemas.microsoft.com/office/drawing/2014/main" id="{782B12F6-3AB8-4DE4-A99A-A5031E5C6FDA}"/>
              </a:ext>
            </a:extLst>
          </p:cNvPr>
          <p:cNvSpPr>
            <a:spLocks xmlns:a="http://schemas.openxmlformats.org/drawingml/2006/main" noGrp="1"/>
          </p:cNvSpPr>
          <p:nvPr/>
        </p:nvSpPr>
        <p:spPr>
          <a:xfrm xmlns:a="http://schemas.openxmlformats.org/drawingml/2006/main">
            <a:off x="723900" y="433387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Priority: replay both the selected largest gain and the selected largest harm.</a:t>
            </a:r>
          </a:p>
        </p:txBody>
      </p:sp>
      <p:sp>
        <p:nvSpPr>
          <p:cNvPr id="8" name="">
            <a:extLst xmlns:a="http://schemas.openxmlformats.org/drawingml/2006/main">
              <a:ext uri="{FF2B5EF4-FFF2-40B4-BE49-F238E27FC236}">
                <a16:creationId xmlns:a16="http://schemas.microsoft.com/office/drawing/2014/main" id="{706C6CE2-D189-4256-BA9D-0E11E6C6E942}"/>
              </a:ext>
            </a:extLst>
          </p:cNvPr>
          <p:cNvSpPr>
            <a:spLocks xmlns:a="http://schemas.openxmlformats.org/drawingml/2006/main" noGrp="1"/>
          </p:cNvSpPr>
          <p:nvPr/>
        </p:nvSpPr>
        <p:spPr>
          <a:xfrm xmlns:a="http://schemas.openxmlformats.org/drawingml/2006/main">
            <a:off x="590550" y="60388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1">
                <a:solidFill>
                  <a:srgbClr val="0074AF"/>
                </a:solidFill>
              </a:defRPr>
            </a:defPPr>
            <a:lvl1pPr algn="l">
              <a:defRPr sz="1350" b="1">
                <a:solidFill>
                  <a:srgbClr val="0074AF"/>
                </a:solidFill>
              </a:defRPr>
            </a:lvl1pPr>
            <a:lvl2pPr algn="l">
              <a:defRPr sz="1350" b="1">
                <a:solidFill>
                  <a:srgbClr val="0074AF"/>
                </a:solidFill>
              </a:defRPr>
            </a:lvl2pPr>
            <a:lvl3pPr algn="l">
              <a:defRPr sz="1350" b="1">
                <a:solidFill>
                  <a:srgbClr val="0074AF"/>
                </a:solidFill>
              </a:defRPr>
            </a:lvl3pPr>
            <a:lvl4pPr algn="l">
              <a:defRPr sz="1350" b="1">
                <a:solidFill>
                  <a:srgbClr val="0074AF"/>
                </a:solidFill>
              </a:defRPr>
            </a:lvl4pPr>
            <a:lvl5pPr algn="l">
              <a:defRPr sz="1350" b="1">
                <a:solidFill>
                  <a:srgbClr val="0074AF"/>
                </a:solidFill>
              </a:defRPr>
            </a:lvl5pPr>
            <a:lvl6pPr algn="l">
              <a:defRPr sz="1350" b="1">
                <a:solidFill>
                  <a:srgbClr val="0074AF"/>
                </a:solidFill>
              </a:defRPr>
            </a:lvl6pPr>
            <a:lvl7pPr algn="l">
              <a:defRPr sz="1350" b="1">
                <a:solidFill>
                  <a:srgbClr val="0074AF"/>
                </a:solidFill>
              </a:defRPr>
            </a:lvl7pPr>
            <a:lvl8pPr algn="l">
              <a:defRPr sz="1350" b="1">
                <a:solidFill>
                  <a:srgbClr val="0074AF"/>
                </a:solidFill>
              </a:defRPr>
            </a:lvl8pPr>
            <a:lvl9pPr algn="l">
              <a:defRPr sz="1350" b="1">
                <a:solidFill>
                  <a:srgbClr val="0074AF"/>
                </a:solidFill>
              </a:defRPr>
            </a:lvl9pPr>
          </a:lstStyle>
          <a:p xmlns:a="http://schemas.openxmlformats.org/drawingml/2006/main">
            <a:pPr algn="l">
              <a:defRPr sz="1350" b="1">
                <a:solidFill>
                  <a:srgbClr val="0074AF"/>
                </a:solidFill>
              </a:defRPr>
            </a:pPr>
            <a:r>
              <a:rPr sz="1350" b="1">
                <a:solidFill>
                  <a:srgbClr val="0074AF"/>
                </a:solidFill>
                <a:latin typeface="Inter"/>
                <a:ea typeface="Inter"/>
                <a:cs typeface="Inter"/>
              </a:rPr>
              <a:t>Open output/demonstration.html. The browser selects saved traces; optimization runs offline.</a:t>
            </a:r>
          </a:p>
        </p:txBody>
      </p:sp>
      <p:sp>
        <p:nvSpPr>
          <p:cNvPr id="9" name="">
            <a:extLst xmlns:a="http://schemas.openxmlformats.org/drawingml/2006/main">
              <a:ext uri="{FF2B5EF4-FFF2-40B4-BE49-F238E27FC236}">
                <a16:creationId xmlns:a16="http://schemas.microsoft.com/office/drawing/2014/main" id="{D89F9BC9-8642-4943-BD75-87D16B2181D0}"/>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28</a:t>
            </a:r>
          </a:p>
        </p:txBody>
      </p:sp>
    </p:spTree>
    <p:extLst>
      <p:ext uri="{BB962C8B-B14F-4D97-AF65-F5344CB8AC3E}">
        <p14:creationId xmlns:p14="http://schemas.microsoft.com/office/powerpoint/2010/main" val="1960720262"/>
      </p:ext>
    </p:extLst>
  </p:cSld>
</p:sld>
</file>

<file path=ppt/part2/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D1B5F371-C102-45CC-911A-FBB6515B9DB3}"/>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F570E52-420E-4436-A183-8A695CA72749}"/>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Conclusion</a:t>
            </a:r>
          </a:p>
        </p:txBody>
      </p:sp>
      <p:sp>
        <p:nvSpPr>
          <p:cNvPr id="4" name="">
            <a:extLst xmlns:a="http://schemas.openxmlformats.org/drawingml/2006/main">
              <a:ext uri="{FF2B5EF4-FFF2-40B4-BE49-F238E27FC236}">
                <a16:creationId xmlns:a16="http://schemas.microsoft.com/office/drawing/2014/main" id="{AF015172-8836-4125-9811-D38E2D77AA0E}"/>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Improvement, mixed evidence and failure</a:t>
            </a:r>
          </a:p>
        </p:txBody>
      </p:sp>
      <p:graphicFrame>
        <p:nvGraphicFramePr>
          <p:cNvPr id="5" name="">
            <a:extLst xmlns:a="http://schemas.openxmlformats.org/drawingml/2006/main">
              <a:ext uri="{FF2B5EF4-FFF2-40B4-BE49-F238E27FC236}">
                <a16:creationId xmlns:a16="http://schemas.microsoft.com/office/drawing/2014/main" id="{1B7BBC7E-5EE3-4334-80BE-A456859F673D}"/>
              </a:ext>
            </a:extLst>
          </p:cNvPr>
          <p:cNvGraphicFramePr/>
          <p:nvPr/>
        </p:nvGraphicFramePr>
        <p:xfrm>
          <a:off xmlns:a="http://schemas.openxmlformats.org/drawingml/2006/main" x="533400" y="1714500"/>
          <a:ext xmlns:a="http://schemas.openxmlformats.org/drawingml/2006/main" cx="11125200" cy="2781300"/>
        </p:xfrm>
        <a:graphic xmlns:a="http://schemas.openxmlformats.org/drawingml/2006/main">
          <a:graphicData uri="http://schemas.openxmlformats.org/drawingml/2006/table">
            <a:tbl>
              <a:tblPr/>
              <a:tblGrid>
                <a:gridCol w="2952750"/>
                <a:gridCol w="8172450"/>
              </a:tblGrid>
              <a:tr h="695325">
                <a:tc>
                  <a:txBody>
                    <a:bodyPr lIns="133350" tIns="95250" rIns="133350" bIns="95250"/>
                    <a:lstStyle/>
                    <a:p>
                      <a:r>
                        <a:rPr sz="1650" b="1">
                          <a:solidFill>
                            <a:srgbClr val="FFFFFF"/>
                          </a:solidFill>
                        </a:rPr>
                        <a:t>Extension</a:t>
                      </a:r>
                    </a:p>
                  </a:txBody>
                  <a:tcPr marL="91440" marR="91440" marT="45720" marB="45720" anchor="ctr">
                    <a:lnL w="6668">
                      <a:solidFill>
                        <a:srgbClr val="D9E2EC"/>
                      </a:solidFill>
                      <a:prstDash val="solid"/>
                    </a:lnL>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c>
                  <a:txBody>
                    <a:bodyPr lIns="133350" tIns="95250" rIns="133350" bIns="95250"/>
                    <a:lstStyle/>
                    <a:p>
                      <a:r>
                        <a:rPr sz="1650" b="1">
                          <a:solidFill>
                            <a:srgbClr val="FFFFFF"/>
                          </a:solidFill>
                        </a:rPr>
                        <a:t>Conclusion</a:t>
                      </a:r>
                    </a:p>
                  </a:txBody>
                  <a:tcPr marL="91440" marR="91440" marT="45720" marB="45720" anchor="ctr">
                    <a:lnR w="6668">
                      <a:solidFill>
                        <a:srgbClr val="D9E2EC"/>
                      </a:solidFill>
                      <a:prstDash val="solid"/>
                    </a:lnR>
                    <a:lnT w="6668">
                      <a:solidFill>
                        <a:srgbClr val="D9E2EC"/>
                      </a:solidFill>
                      <a:prstDash val="solid"/>
                    </a:lnT>
                    <a:lnB w="6668">
                      <a:solidFill>
                        <a:srgbClr val="D9E2EC"/>
                      </a:solidFill>
                      <a:prstDash val="solid"/>
                    </a:lnB>
                    <a:solidFill>
                      <a:srgbClr val="0074AF"/>
                    </a:solidFill>
                  </a:tcPr>
                </a:tc>
              </a:tr>
              <a:tr h="695325">
                <a:tc>
                  <a:txBody>
                    <a:bodyPr lIns="133350" tIns="95250" rIns="133350" bIns="95250"/>
                    <a:lstStyle/>
                    <a:p>
                      <a:r>
                        <a:rPr sz="1650" b="0">
                          <a:solidFill>
                            <a:srgbClr val="102235"/>
                          </a:solidFill>
                        </a:rPr>
                        <a:t>Protection</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Useful gains, with held-out and stress failures against baselines</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Timing</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Spacing changes final loss and the snapshot proxy</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r h="695325">
                <a:tc>
                  <a:txBody>
                    <a:bodyPr lIns="133350" tIns="95250" rIns="133350" bIns="95250"/>
                    <a:lstStyle/>
                    <a:p>
                      <a:r>
                        <a:rPr sz="1650" b="0">
                          <a:solidFill>
                            <a:srgbClr val="102235"/>
                          </a:solidFill>
                        </a:rPr>
                        <a:t>Critical service</a:t>
                      </a:r>
                    </a:p>
                  </a:txBody>
                  <a:tcPr marL="91440" marR="91440" marT="45720" marB="45720" anchor="ctr">
                    <a:lnL w="6668">
                      <a:solidFill>
                        <a:srgbClr val="D9E2EC"/>
                      </a:solidFill>
                      <a:prstDash val="solid"/>
                    </a:lnL>
                    <a:lnR w="6668">
                      <a:solidFill>
                        <a:srgbClr val="D9E2EC"/>
                      </a:solidFill>
                      <a:prstDash val="solid"/>
                    </a:lnR>
                    <a:lnB w="6668">
                      <a:solidFill>
                        <a:srgbClr val="D9E2EC"/>
                      </a:solidFill>
                      <a:prstDash val="solid"/>
                    </a:lnB>
                    <a:solidFill>
                      <a:srgbClr val="FFFFFF"/>
                    </a:solidFill>
                  </a:tcPr>
                </a:tc>
                <a:tc>
                  <a:txBody>
                    <a:bodyPr lIns="133350" tIns="95250" rIns="133350" bIns="95250"/>
                    <a:lstStyle/>
                    <a:p>
                      <a:r>
                        <a:rPr sz="1650" b="0">
                          <a:solidFill>
                            <a:srgbClr val="102235"/>
                          </a:solidFill>
                        </a:rPr>
                        <a:t>Better selected service can increase other loss; adverse later cases remain</a:t>
                      </a:r>
                    </a:p>
                  </a:txBody>
                  <a:tcPr marL="91440" marR="91440" marT="45720" marB="45720" anchor="ctr">
                    <a:lnR w="6668">
                      <a:solidFill>
                        <a:srgbClr val="D9E2EC"/>
                      </a:solidFill>
                      <a:prstDash val="solid"/>
                    </a:lnR>
                    <a:lnB w="6668">
                      <a:solidFill>
                        <a:srgbClr val="D9E2EC"/>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88D2472-46FA-44BE-863F-AB2036B2808F}"/>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29</a:t>
            </a:r>
          </a:p>
        </p:txBody>
      </p:sp>
    </p:spTree>
    <p:extLst>
      <p:ext uri="{BB962C8B-B14F-4D97-AF65-F5344CB8AC3E}">
        <p14:creationId xmlns:p14="http://schemas.microsoft.com/office/powerpoint/2010/main" val="267740891"/>
      </p:ext>
    </p:extLst>
  </p:cSld>
</p:sld>
</file>

<file path=ppt/part2/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upplied template header">
            <a:extLst xmlns:a="http://schemas.openxmlformats.org/drawingml/2006/main">
              <a:ext uri="{FF2B5EF4-FFF2-40B4-BE49-F238E27FC236}">
                <a16:creationId xmlns:a16="http://schemas.microsoft.com/office/drawing/2014/main" id="{A4850044-5794-4EC1-AB28-8AAEB5AF1BFA}"/>
              </a:ext>
            </a:extLst>
          </p:cNvPr>
          <p:cNvSpPr>
            <a:spLocks xmlns:a="http://schemas.openxmlformats.org/drawingml/2006/main" noGrp="1"/>
          </p:cNvSpPr>
          <p:nvPr/>
        </p:nvSpPr>
        <p:spPr>
          <a:xfrm xmlns:a="http://schemas.openxmlformats.org/drawingml/2006/main">
            <a:off x="129521" y="0"/>
            <a:ext cx="2749481" cy="1364786"/>
          </a:xfrm>
          <a:custGeom xmlns:a="http://schemas.openxmlformats.org/drawingml/2006/main">
            <a:pathLst>
              <a:path w="45160692000" h="22416839850">
                <a:moveTo>
                  <a:pt x="0" y="0"/>
                </a:moveTo>
                <a:lnTo>
                  <a:pt x="45160692000" y="0"/>
                </a:lnTo>
                <a:lnTo>
                  <a:pt x="45052764225" y="2137400475"/>
                </a:lnTo>
                <a:cubicBezTo>
                  <a:pt x="43895981550" y="13528062225"/>
                  <a:pt x="34276207800" y="22416839850"/>
                  <a:pt x="22580346000" y="22416839850"/>
                </a:cubicBezTo>
                <a:cubicBezTo>
                  <a:pt x="10884484200" y="22416839850"/>
                  <a:pt x="1264719975" y="13528062225"/>
                  <a:pt x="107927775" y="2137400475"/>
                </a:cubicBezTo>
                <a:close/>
              </a:path>
            </a:pathLst>
          </a:custGeom>
          <a:solidFill xmlns:a="http://schemas.openxmlformats.org/drawingml/2006/main">
            <a:srgbClr val="000000"/>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4E13077-A976-4D5C-A65F-AB3F5422F201}"/>
              </a:ext>
            </a:extLst>
          </p:cNvPr>
          <p:cNvSpPr>
            <a:spLocks xmlns:a="http://schemas.openxmlformats.org/drawingml/2006/main" noGrp="1"/>
          </p:cNvSpPr>
          <p:nvPr/>
        </p:nvSpPr>
        <p:spPr>
          <a:xfrm xmlns:a="http://schemas.openxmlformats.org/drawingml/2006/main">
            <a:off x="285750" y="409575"/>
            <a:ext cx="2428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b="0">
                <a:solidFill>
                  <a:srgbClr val="FFFFFF"/>
                </a:solidFill>
              </a:defRPr>
            </a:defPPr>
            <a:lvl1pPr algn="ctr">
              <a:defRPr sz="2325" b="0">
                <a:solidFill>
                  <a:srgbClr val="FFFFFF"/>
                </a:solidFill>
              </a:defRPr>
            </a:lvl1pPr>
            <a:lvl2pPr algn="ctr">
              <a:defRPr sz="2325" b="0">
                <a:solidFill>
                  <a:srgbClr val="FFFFFF"/>
                </a:solidFill>
              </a:defRPr>
            </a:lvl2pPr>
            <a:lvl3pPr algn="ctr">
              <a:defRPr sz="2325" b="0">
                <a:solidFill>
                  <a:srgbClr val="FFFFFF"/>
                </a:solidFill>
              </a:defRPr>
            </a:lvl3pPr>
            <a:lvl4pPr algn="ctr">
              <a:defRPr sz="2325" b="0">
                <a:solidFill>
                  <a:srgbClr val="FFFFFF"/>
                </a:solidFill>
              </a:defRPr>
            </a:lvl4pPr>
            <a:lvl5pPr algn="ctr">
              <a:defRPr sz="2325" b="0">
                <a:solidFill>
                  <a:srgbClr val="FFFFFF"/>
                </a:solidFill>
              </a:defRPr>
            </a:lvl5pPr>
            <a:lvl6pPr algn="ctr">
              <a:defRPr sz="2325" b="0">
                <a:solidFill>
                  <a:srgbClr val="FFFFFF"/>
                </a:solidFill>
              </a:defRPr>
            </a:lvl6pPr>
            <a:lvl7pPr algn="ctr">
              <a:defRPr sz="2325" b="0">
                <a:solidFill>
                  <a:srgbClr val="FFFFFF"/>
                </a:solidFill>
              </a:defRPr>
            </a:lvl7pPr>
            <a:lvl8pPr algn="ctr">
              <a:defRPr sz="2325" b="0">
                <a:solidFill>
                  <a:srgbClr val="FFFFFF"/>
                </a:solidFill>
              </a:defRPr>
            </a:lvl8pPr>
            <a:lvl9pPr algn="ctr">
              <a:defRPr sz="2325" b="0">
                <a:solidFill>
                  <a:srgbClr val="FFFFFF"/>
                </a:solidFill>
              </a:defRPr>
            </a:lvl9pPr>
          </a:lstStyle>
          <a:p xmlns:a="http://schemas.openxmlformats.org/drawingml/2006/main">
            <a:pPr algn="ctr">
              <a:defRPr sz="2325" b="0">
                <a:solidFill>
                  <a:srgbClr val="FFFFFF"/>
                </a:solidFill>
              </a:defRPr>
            </a:pPr>
            <a:r>
              <a:rPr sz="2325" b="0">
                <a:solidFill>
                  <a:srgbClr val="FFFFFF"/>
                </a:solidFill>
                <a:latin typeface="Inter"/>
                <a:ea typeface="Inter"/>
                <a:cs typeface="Inter"/>
              </a:rPr>
              <a:t>Future Work</a:t>
            </a:r>
          </a:p>
        </p:txBody>
      </p:sp>
      <p:sp>
        <p:nvSpPr>
          <p:cNvPr id="4" name="">
            <a:extLst xmlns:a="http://schemas.openxmlformats.org/drawingml/2006/main">
              <a:ext uri="{FF2B5EF4-FFF2-40B4-BE49-F238E27FC236}">
                <a16:creationId xmlns:a16="http://schemas.microsoft.com/office/drawing/2014/main" id="{62F054CD-AF3D-4A54-812D-71CC936D670D}"/>
              </a:ext>
            </a:extLst>
          </p:cNvPr>
          <p:cNvSpPr>
            <a:spLocks xmlns:a="http://schemas.openxmlformats.org/drawingml/2006/main" noGrp="1"/>
          </p:cNvSpPr>
          <p:nvPr/>
        </p:nvSpPr>
        <p:spPr>
          <a:xfrm xmlns:a="http://schemas.openxmlformats.org/drawingml/2006/main">
            <a:off x="2971800" y="428625"/>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02235"/>
                </a:solidFill>
              </a:defRPr>
            </a:defPPr>
            <a:lvl1pPr algn="l">
              <a:defRPr sz="2700" b="1">
                <a:solidFill>
                  <a:srgbClr val="102235"/>
                </a:solidFill>
              </a:defRPr>
            </a:lvl1pPr>
            <a:lvl2pPr algn="l">
              <a:defRPr sz="2700" b="1">
                <a:solidFill>
                  <a:srgbClr val="102235"/>
                </a:solidFill>
              </a:defRPr>
            </a:lvl2pPr>
            <a:lvl3pPr algn="l">
              <a:defRPr sz="2700" b="1">
                <a:solidFill>
                  <a:srgbClr val="102235"/>
                </a:solidFill>
              </a:defRPr>
            </a:lvl3pPr>
            <a:lvl4pPr algn="l">
              <a:defRPr sz="2700" b="1">
                <a:solidFill>
                  <a:srgbClr val="102235"/>
                </a:solidFill>
              </a:defRPr>
            </a:lvl4pPr>
            <a:lvl5pPr algn="l">
              <a:defRPr sz="2700" b="1">
                <a:solidFill>
                  <a:srgbClr val="102235"/>
                </a:solidFill>
              </a:defRPr>
            </a:lvl5pPr>
            <a:lvl6pPr algn="l">
              <a:defRPr sz="2700" b="1">
                <a:solidFill>
                  <a:srgbClr val="102235"/>
                </a:solidFill>
              </a:defRPr>
            </a:lvl6pPr>
            <a:lvl7pPr algn="l">
              <a:defRPr sz="2700" b="1">
                <a:solidFill>
                  <a:srgbClr val="102235"/>
                </a:solidFill>
              </a:defRPr>
            </a:lvl7pPr>
            <a:lvl8pPr algn="l">
              <a:defRPr sz="2700" b="1">
                <a:solidFill>
                  <a:srgbClr val="102235"/>
                </a:solidFill>
              </a:defRPr>
            </a:lvl8pPr>
            <a:lvl9pPr algn="l">
              <a:defRPr sz="2700" b="1">
                <a:solidFill>
                  <a:srgbClr val="102235"/>
                </a:solidFill>
              </a:defRPr>
            </a:lvl9pPr>
          </a:lstStyle>
          <a:p xmlns:a="http://schemas.openxmlformats.org/drawingml/2006/main">
            <a:pPr algn="l">
              <a:defRPr sz="2700" b="1">
                <a:solidFill>
                  <a:srgbClr val="102235"/>
                </a:solidFill>
              </a:defRPr>
            </a:pPr>
            <a:r>
              <a:rPr sz="2700" b="1">
                <a:solidFill>
                  <a:srgbClr val="102235"/>
                </a:solidFill>
                <a:latin typeface="Inter Display"/>
                <a:ea typeface="Inter Display"/>
                <a:cs typeface="Inter Display"/>
              </a:rPr>
              <a:t>Next steps motivated by the results</a:t>
            </a:r>
          </a:p>
        </p:txBody>
      </p:sp>
      <p:sp>
        <p:nvSpPr>
          <p:cNvPr id="5" name="">
            <a:extLst xmlns:a="http://schemas.openxmlformats.org/drawingml/2006/main">
              <a:ext uri="{FF2B5EF4-FFF2-40B4-BE49-F238E27FC236}">
                <a16:creationId xmlns:a16="http://schemas.microsoft.com/office/drawing/2014/main" id="{3845C650-79C6-4DE0-AD95-2734CEC1D262}"/>
              </a:ext>
            </a:extLst>
          </p:cNvPr>
          <p:cNvSpPr>
            <a:spLocks xmlns:a="http://schemas.openxmlformats.org/drawingml/2006/main" noGrp="1"/>
          </p:cNvSpPr>
          <p:nvPr/>
        </p:nvSpPr>
        <p:spPr>
          <a:xfrm xmlns:a="http://schemas.openxmlformats.org/drawingml/2006/main">
            <a:off x="723900" y="18573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Train protection jointly across demand and response-speed uncertainty.</a:t>
            </a:r>
          </a:p>
        </p:txBody>
      </p:sp>
      <p:sp>
        <p:nvSpPr>
          <p:cNvPr id="6" name="">
            <a:extLst xmlns:a="http://schemas.openxmlformats.org/drawingml/2006/main">
              <a:ext uri="{FF2B5EF4-FFF2-40B4-BE49-F238E27FC236}">
                <a16:creationId xmlns:a16="http://schemas.microsoft.com/office/drawing/2014/main" id="{1500A6DC-D87F-4526-BC20-AF96DA5C75F7}"/>
              </a:ext>
            </a:extLst>
          </p:cNvPr>
          <p:cNvSpPr>
            <a:spLocks xmlns:a="http://schemas.openxmlformats.org/drawingml/2006/main" noGrp="1"/>
          </p:cNvSpPr>
          <p:nvPr/>
        </p:nvSpPr>
        <p:spPr>
          <a:xfrm xmlns:a="http://schemas.openxmlformats.org/drawingml/2006/main">
            <a:off x="723900" y="28860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Strengthen critical-loss attack search and vary priority-group assignments.</a:t>
            </a:r>
          </a:p>
        </p:txBody>
      </p:sp>
      <p:sp>
        <p:nvSpPr>
          <p:cNvPr id="7" name="">
            <a:extLst xmlns:a="http://schemas.openxmlformats.org/drawingml/2006/main">
              <a:ext uri="{FF2B5EF4-FFF2-40B4-BE49-F238E27FC236}">
                <a16:creationId xmlns:a16="http://schemas.microsoft.com/office/drawing/2014/main" id="{3B725FE9-B291-4AFB-8A87-B77B21DF5B86}"/>
              </a:ext>
            </a:extLst>
          </p:cNvPr>
          <p:cNvSpPr>
            <a:spLocks xmlns:a="http://schemas.openxmlformats.org/drawingml/2006/main" noGrp="1"/>
          </p:cNvSpPr>
          <p:nvPr/>
        </p:nvSpPr>
        <p:spPr>
          <a:xfrm xmlns:a="http://schemas.openxmlformats.org/drawingml/2006/main">
            <a:off x="723900" y="39147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Standardize shutdown, dispatch ties and numerical precision.</a:t>
            </a:r>
          </a:p>
        </p:txBody>
      </p:sp>
      <p:sp>
        <p:nvSpPr>
          <p:cNvPr id="8" name="">
            <a:extLst xmlns:a="http://schemas.openxmlformats.org/drawingml/2006/main">
              <a:ext uri="{FF2B5EF4-FFF2-40B4-BE49-F238E27FC236}">
                <a16:creationId xmlns:a16="http://schemas.microsoft.com/office/drawing/2014/main" id="{E40536E8-2574-4CC8-BFB3-128519D53857}"/>
              </a:ext>
            </a:extLst>
          </p:cNvPr>
          <p:cNvSpPr>
            <a:spLocks xmlns:a="http://schemas.openxmlformats.org/drawingml/2006/main" noGrp="1"/>
          </p:cNvSpPr>
          <p:nvPr/>
        </p:nvSpPr>
        <p:spPr>
          <a:xfrm xmlns:a="http://schemas.openxmlformats.org/drawingml/2006/main">
            <a:off x="723900" y="4943475"/>
            <a:ext cx="10572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02235"/>
                </a:solidFill>
              </a:defRPr>
            </a:defPPr>
            <a:lvl1pPr algn="l">
              <a:defRPr sz="2025" b="0">
                <a:solidFill>
                  <a:srgbClr val="102235"/>
                </a:solidFill>
              </a:defRPr>
            </a:lvl1pPr>
            <a:lvl2pPr algn="l">
              <a:defRPr sz="2025" b="0">
                <a:solidFill>
                  <a:srgbClr val="102235"/>
                </a:solidFill>
              </a:defRPr>
            </a:lvl2pPr>
            <a:lvl3pPr algn="l">
              <a:defRPr sz="2025" b="0">
                <a:solidFill>
                  <a:srgbClr val="102235"/>
                </a:solidFill>
              </a:defRPr>
            </a:lvl3pPr>
            <a:lvl4pPr algn="l">
              <a:defRPr sz="2025" b="0">
                <a:solidFill>
                  <a:srgbClr val="102235"/>
                </a:solidFill>
              </a:defRPr>
            </a:lvl4pPr>
            <a:lvl5pPr algn="l">
              <a:defRPr sz="2025" b="0">
                <a:solidFill>
                  <a:srgbClr val="102235"/>
                </a:solidFill>
              </a:defRPr>
            </a:lvl5pPr>
            <a:lvl6pPr algn="l">
              <a:defRPr sz="2025" b="0">
                <a:solidFill>
                  <a:srgbClr val="102235"/>
                </a:solidFill>
              </a:defRPr>
            </a:lvl6pPr>
            <a:lvl7pPr algn="l">
              <a:defRPr sz="2025" b="0">
                <a:solidFill>
                  <a:srgbClr val="102235"/>
                </a:solidFill>
              </a:defRPr>
            </a:lvl7pPr>
            <a:lvl8pPr algn="l">
              <a:defRPr sz="2025" b="0">
                <a:solidFill>
                  <a:srgbClr val="102235"/>
                </a:solidFill>
              </a:defRPr>
            </a:lvl8pPr>
            <a:lvl9pPr algn="l">
              <a:defRPr sz="2025" b="0">
                <a:solidFill>
                  <a:srgbClr val="102235"/>
                </a:solidFill>
              </a:defRPr>
            </a:lvl9pPr>
          </a:lstStyle>
          <a:p xmlns:a="http://schemas.openxmlformats.org/drawingml/2006/main">
            <a:pPr algn="l">
              <a:defRPr sz="2025" b="0">
                <a:solidFill>
                  <a:srgbClr val="102235"/>
                </a:solidFill>
              </a:defRPr>
            </a:pPr>
            <a:r>
              <a:rPr sz="2025" b="0">
                <a:solidFill>
                  <a:srgbClr val="102235"/>
                </a:solidFill>
                <a:latin typeface="Inter"/>
                <a:ea typeface="Inter"/>
                <a:cs typeface="Inter"/>
              </a:rPr>
              <a:t>Model continuous ramps, restoration and storage, then test AC feasibility.</a:t>
            </a:r>
          </a:p>
        </p:txBody>
      </p:sp>
      <p:sp>
        <p:nvSpPr>
          <p:cNvPr id="9" name="">
            <a:extLst xmlns:a="http://schemas.openxmlformats.org/drawingml/2006/main">
              <a:ext uri="{FF2B5EF4-FFF2-40B4-BE49-F238E27FC236}">
                <a16:creationId xmlns:a16="http://schemas.microsoft.com/office/drawing/2014/main" id="{F058D546-BC7E-4073-81B2-D2A81955B959}"/>
              </a:ext>
            </a:extLst>
          </p:cNvPr>
          <p:cNvSpPr>
            <a:spLocks xmlns:a="http://schemas.openxmlformats.org/drawingml/2006/main" noGrp="1"/>
          </p:cNvSpPr>
          <p:nvPr/>
        </p:nvSpPr>
        <p:spPr>
          <a:xfrm xmlns:a="http://schemas.openxmlformats.org/drawingml/2006/main">
            <a:off x="11477625" y="64770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050" b="0">
                <a:solidFill>
                  <a:srgbClr val="3E7BE6"/>
                </a:solidFill>
              </a:defRPr>
            </a:defPPr>
            <a:lvl1pPr algn="r">
              <a:defRPr sz="1050" b="0">
                <a:solidFill>
                  <a:srgbClr val="3E7BE6"/>
                </a:solidFill>
              </a:defRPr>
            </a:lvl1pPr>
            <a:lvl2pPr algn="r">
              <a:defRPr sz="1050" b="0">
                <a:solidFill>
                  <a:srgbClr val="3E7BE6"/>
                </a:solidFill>
              </a:defRPr>
            </a:lvl2pPr>
            <a:lvl3pPr algn="r">
              <a:defRPr sz="1050" b="0">
                <a:solidFill>
                  <a:srgbClr val="3E7BE6"/>
                </a:solidFill>
              </a:defRPr>
            </a:lvl3pPr>
            <a:lvl4pPr algn="r">
              <a:defRPr sz="1050" b="0">
                <a:solidFill>
                  <a:srgbClr val="3E7BE6"/>
                </a:solidFill>
              </a:defRPr>
            </a:lvl4pPr>
            <a:lvl5pPr algn="r">
              <a:defRPr sz="1050" b="0">
                <a:solidFill>
                  <a:srgbClr val="3E7BE6"/>
                </a:solidFill>
              </a:defRPr>
            </a:lvl5pPr>
            <a:lvl6pPr algn="r">
              <a:defRPr sz="1050" b="0">
                <a:solidFill>
                  <a:srgbClr val="3E7BE6"/>
                </a:solidFill>
              </a:defRPr>
            </a:lvl6pPr>
            <a:lvl7pPr algn="r">
              <a:defRPr sz="1050" b="0">
                <a:solidFill>
                  <a:srgbClr val="3E7BE6"/>
                </a:solidFill>
              </a:defRPr>
            </a:lvl7pPr>
            <a:lvl8pPr algn="r">
              <a:defRPr sz="1050" b="0">
                <a:solidFill>
                  <a:srgbClr val="3E7BE6"/>
                </a:solidFill>
              </a:defRPr>
            </a:lvl8pPr>
            <a:lvl9pPr algn="r">
              <a:defRPr sz="1050" b="0">
                <a:solidFill>
                  <a:srgbClr val="3E7BE6"/>
                </a:solidFill>
              </a:defRPr>
            </a:lvl9pPr>
          </a:lstStyle>
          <a:p xmlns:a="http://schemas.openxmlformats.org/drawingml/2006/main">
            <a:pPr algn="r">
              <a:defRPr sz="1050" b="0">
                <a:solidFill>
                  <a:srgbClr val="3E7BE6"/>
                </a:solidFill>
              </a:defRPr>
            </a:pPr>
            <a:r>
              <a:rPr sz="1050" b="0">
                <a:solidFill>
                  <a:srgbClr val="3E7BE6"/>
                </a:solidFill>
                <a:latin typeface="Inter"/>
                <a:ea typeface="Inter"/>
                <a:cs typeface="Inter"/>
              </a:rPr>
              <a:t>30</a:t>
            </a:r>
          </a:p>
        </p:txBody>
      </p:sp>
    </p:spTree>
    <p:extLst>
      <p:ext uri="{BB962C8B-B14F-4D97-AF65-F5344CB8AC3E}">
        <p14:creationId xmlns:p14="http://schemas.microsoft.com/office/powerpoint/2010/main" val="1468471384"/>
      </p:ext>
    </p:extLst>
  </p:cSld>
</p:sld>
</file>

<file path=ppt/part2/tableStyles.xml><?xml version="1.0" encoding="utf-8"?>
<a:tblStyleLst xmlns:a="http://schemas.openxmlformats.org/drawingml/2006/main" def="{5C22544A-7EE6-4342-B048-85BDC9FD1C3A}"/>
</file>

<file path=ppt/part2/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Inter"/>
        <a:ea typeface=""/>
        <a:cs typeface=""/>
      </a:majorFont>
      <a:minorFont>
        <a:latin typeface="Inter"/>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hyperlink" Target="http://www.nealanalytics.com/templates/" TargetMode="External"/><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hyperlink" Target="http://www.nealanalytics.com/neal-creative/templates/" TargetMode="Externa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nealanalytics.com/neal-creative/templates/"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hyperlink" Target="http://www.nealanalytics.com/templates/" TargetMode="External"/><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hyperlink" Target="http://www.nealanalytics.com/neal-creative/templates/" TargetMode="Externa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00_TITLE OR TRANSITION">
    <p:bg>
      <p:bgPr>
        <a:solidFill>
          <a:schemeClr val="bg2"/>
        </a:solidFill>
        <a:effectLst/>
      </p:bgPr>
    </p:bg>
    <p:spTree>
      <p:nvGrpSpPr>
        <p:cNvPr id="1" name=""/>
        <p:cNvGrpSpPr/>
        <p:nvPr/>
      </p:nvGrpSpPr>
      <p:grpSpPr>
        <a:xfrm>
          <a:off x="0" y="0"/>
          <a:ext cx="0" cy="0"/>
          <a:chOff x="0" y="0"/>
          <a:chExt cx="0" cy="0"/>
        </a:xfrm>
      </p:grpSpPr>
      <p:sp>
        <p:nvSpPr>
          <p:cNvPr id="18" name="Oval 17"/>
          <p:cNvSpPr/>
          <p:nvPr userDrawn="1"/>
        </p:nvSpPr>
        <p:spPr>
          <a:xfrm>
            <a:off x="1219939" y="-739444"/>
            <a:ext cx="9107555" cy="9034439"/>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19" name="Oval 18"/>
          <p:cNvSpPr/>
          <p:nvPr userDrawn="1"/>
        </p:nvSpPr>
        <p:spPr>
          <a:xfrm>
            <a:off x="1219939" y="-739444"/>
            <a:ext cx="9107555" cy="9034439"/>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1" name="Oval 20"/>
          <p:cNvSpPr/>
          <p:nvPr userDrawn="1"/>
        </p:nvSpPr>
        <p:spPr>
          <a:xfrm>
            <a:off x="5907634" y="3213970"/>
            <a:ext cx="2805809" cy="2783284"/>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2" name="Oval 21"/>
          <p:cNvSpPr/>
          <p:nvPr userDrawn="1"/>
        </p:nvSpPr>
        <p:spPr>
          <a:xfrm>
            <a:off x="5907634" y="3213970"/>
            <a:ext cx="2805809" cy="2783284"/>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 name="Title 1"/>
          <p:cNvSpPr>
            <a:spLocks noGrp="1"/>
          </p:cNvSpPr>
          <p:nvPr>
            <p:ph type="ctrTitle" hasCustomPrompt="1"/>
          </p:nvPr>
        </p:nvSpPr>
        <p:spPr>
          <a:xfrm>
            <a:off x="1219939" y="2240230"/>
            <a:ext cx="9107555" cy="2308324"/>
          </a:xfrm>
          <a:prstGeom prst="rect">
            <a:avLst/>
          </a:prstGeom>
          <a:noFill/>
        </p:spPr>
        <p:txBody>
          <a:bodyPr anchor="b"/>
          <a:lstStyle>
            <a:lvl1pPr algn="ctr" defTabSz="914400" rtl="0" eaLnBrk="1" latinLnBrk="0" hangingPunct="1">
              <a:lnSpc>
                <a:spcPct val="90000"/>
              </a:lnSpc>
              <a:spcBef>
                <a:spcPct val="0"/>
              </a:spcBef>
              <a:buNone/>
              <a:defRPr lang="en-US" sz="8000" b="1" i="0" kern="1200" spc="-300" dirty="0">
                <a:gradFill>
                  <a:gsLst>
                    <a:gs pos="0">
                      <a:schemeClr val="accent1">
                        <a:lumMod val="5000"/>
                        <a:lumOff val="95000"/>
                      </a:schemeClr>
                    </a:gs>
                    <a:gs pos="100000">
                      <a:schemeClr val="tx1"/>
                    </a:gs>
                  </a:gsLst>
                  <a:lin ang="5400000" scaled="1"/>
                </a:gradFill>
                <a:latin typeface="+mn-lt"/>
                <a:ea typeface="+mn-ea"/>
                <a:cs typeface="Segoe UI Semilight" panose="020B0402040204020203" pitchFamily="34" charset="0"/>
              </a:defRPr>
            </a:lvl1pPr>
          </a:lstStyle>
          <a:p>
            <a:r>
              <a:rPr lang="en-US" noProof="0"/>
              <a:t>CLICK TO EDIT TITLE</a:t>
            </a:r>
          </a:p>
        </p:txBody>
      </p:sp>
    </p:spTree>
    <p:extLst>
      <p:ext uri="{BB962C8B-B14F-4D97-AF65-F5344CB8AC3E}">
        <p14:creationId xmlns:p14="http://schemas.microsoft.com/office/powerpoint/2010/main" val="23010430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Effect transition="in" filter="fade">
                                      <p:cBhvr>
                                        <p:cTn id="9" dur="500"/>
                                        <p:tgtEl>
                                          <p:spTgt spid="18"/>
                                        </p:tgtEl>
                                      </p:cBhvr>
                                    </p:animEffect>
                                  </p:childTnLst>
                                </p:cTn>
                              </p:par>
                              <p:par>
                                <p:cTn id="10" presetID="10" presetClass="exit" presetSubtype="0" fill="hold" grpId="1" nodeType="withEffect">
                                  <p:stCondLst>
                                    <p:cond delay="250"/>
                                  </p:stCondLst>
                                  <p:childTnLst>
                                    <p:animEffect transition="out" filter="fade">
                                      <p:cBhvr>
                                        <p:cTn id="11" dur="500"/>
                                        <p:tgtEl>
                                          <p:spTgt spid="18"/>
                                        </p:tgtEl>
                                      </p:cBhvr>
                                    </p:animEffect>
                                    <p:set>
                                      <p:cBhvr>
                                        <p:cTn id="12" dur="1" fill="hold">
                                          <p:stCondLst>
                                            <p:cond delay="499"/>
                                          </p:stCondLst>
                                        </p:cTn>
                                        <p:tgtEl>
                                          <p:spTgt spid="18"/>
                                        </p:tgtEl>
                                        <p:attrNameLst>
                                          <p:attrName>style.visibility</p:attrName>
                                        </p:attrNameLst>
                                      </p:cBhvr>
                                      <p:to>
                                        <p:strVal val="hidden"/>
                                      </p:to>
                                    </p:set>
                                  </p:childTnLst>
                                </p:cTn>
                              </p:par>
                              <p:par>
                                <p:cTn id="13" presetID="53" presetClass="entr" presetSubtype="16" fill="hold" grpId="0" nodeType="withEffect">
                                  <p:stCondLst>
                                    <p:cond delay="250"/>
                                  </p:stCondLst>
                                  <p:childTnLst>
                                    <p:set>
                                      <p:cBhvr>
                                        <p:cTn id="14" dur="1" fill="hold">
                                          <p:stCondLst>
                                            <p:cond delay="0"/>
                                          </p:stCondLst>
                                        </p:cTn>
                                        <p:tgtEl>
                                          <p:spTgt spid="19"/>
                                        </p:tgtEl>
                                        <p:attrNameLst>
                                          <p:attrName>style.visibility</p:attrName>
                                        </p:attrNameLst>
                                      </p:cBhvr>
                                      <p:to>
                                        <p:strVal val="visible"/>
                                      </p:to>
                                    </p:set>
                                    <p:anim calcmode="lin" valueType="num">
                                      <p:cBhvr>
                                        <p:cTn id="15" dur="500" fill="hold"/>
                                        <p:tgtEl>
                                          <p:spTgt spid="19"/>
                                        </p:tgtEl>
                                        <p:attrNameLst>
                                          <p:attrName>ppt_w</p:attrName>
                                        </p:attrNameLst>
                                      </p:cBhvr>
                                      <p:tavLst>
                                        <p:tav tm="0">
                                          <p:val>
                                            <p:fltVal val="0"/>
                                          </p:val>
                                        </p:tav>
                                        <p:tav tm="100000">
                                          <p:val>
                                            <p:strVal val="#ppt_w"/>
                                          </p:val>
                                        </p:tav>
                                      </p:tavLst>
                                    </p:anim>
                                    <p:anim calcmode="lin" valueType="num">
                                      <p:cBhvr>
                                        <p:cTn id="16" dur="500" fill="hold"/>
                                        <p:tgtEl>
                                          <p:spTgt spid="19"/>
                                        </p:tgtEl>
                                        <p:attrNameLst>
                                          <p:attrName>ppt_h</p:attrName>
                                        </p:attrNameLst>
                                      </p:cBhvr>
                                      <p:tavLst>
                                        <p:tav tm="0">
                                          <p:val>
                                            <p:fltVal val="0"/>
                                          </p:val>
                                        </p:tav>
                                        <p:tav tm="100000">
                                          <p:val>
                                            <p:strVal val="#ppt_h"/>
                                          </p:val>
                                        </p:tav>
                                      </p:tavLst>
                                    </p:anim>
                                    <p:animEffect transition="in" filter="fade">
                                      <p:cBhvr>
                                        <p:cTn id="17" dur="500"/>
                                        <p:tgtEl>
                                          <p:spTgt spid="19"/>
                                        </p:tgtEl>
                                      </p:cBhvr>
                                    </p:animEffect>
                                  </p:childTnLst>
                                </p:cTn>
                              </p:par>
                              <p:par>
                                <p:cTn id="18" presetID="10" presetClass="exit" presetSubtype="0" fill="hold" grpId="1" nodeType="withEffect">
                                  <p:stCondLst>
                                    <p:cond delay="500"/>
                                  </p:stCondLst>
                                  <p:childTnLst>
                                    <p:animEffect transition="out" filter="fade">
                                      <p:cBhvr>
                                        <p:cTn id="19" dur="500"/>
                                        <p:tgtEl>
                                          <p:spTgt spid="19"/>
                                        </p:tgtEl>
                                      </p:cBhvr>
                                    </p:animEffect>
                                    <p:set>
                                      <p:cBhvr>
                                        <p:cTn id="20" dur="1" fill="hold">
                                          <p:stCondLst>
                                            <p:cond delay="499"/>
                                          </p:stCondLst>
                                        </p:cTn>
                                        <p:tgtEl>
                                          <p:spTgt spid="19"/>
                                        </p:tgtEl>
                                        <p:attrNameLst>
                                          <p:attrName>style.visibility</p:attrName>
                                        </p:attrNameLst>
                                      </p:cBhvr>
                                      <p:to>
                                        <p:strVal val="hidden"/>
                                      </p:to>
                                    </p:set>
                                  </p:childTnLst>
                                </p:cTn>
                              </p:par>
                              <p:par>
                                <p:cTn id="21" presetID="53" presetClass="entr" presetSubtype="16"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p:cTn id="23" dur="500" fill="hold"/>
                                        <p:tgtEl>
                                          <p:spTgt spid="21"/>
                                        </p:tgtEl>
                                        <p:attrNameLst>
                                          <p:attrName>ppt_w</p:attrName>
                                        </p:attrNameLst>
                                      </p:cBhvr>
                                      <p:tavLst>
                                        <p:tav tm="0">
                                          <p:val>
                                            <p:fltVal val="0"/>
                                          </p:val>
                                        </p:tav>
                                        <p:tav tm="100000">
                                          <p:val>
                                            <p:strVal val="#ppt_w"/>
                                          </p:val>
                                        </p:tav>
                                      </p:tavLst>
                                    </p:anim>
                                    <p:anim calcmode="lin" valueType="num">
                                      <p:cBhvr>
                                        <p:cTn id="24" dur="500" fill="hold"/>
                                        <p:tgtEl>
                                          <p:spTgt spid="21"/>
                                        </p:tgtEl>
                                        <p:attrNameLst>
                                          <p:attrName>ppt_h</p:attrName>
                                        </p:attrNameLst>
                                      </p:cBhvr>
                                      <p:tavLst>
                                        <p:tav tm="0">
                                          <p:val>
                                            <p:fltVal val="0"/>
                                          </p:val>
                                        </p:tav>
                                        <p:tav tm="100000">
                                          <p:val>
                                            <p:strVal val="#ppt_h"/>
                                          </p:val>
                                        </p:tav>
                                      </p:tavLst>
                                    </p:anim>
                                    <p:animEffect transition="in" filter="fade">
                                      <p:cBhvr>
                                        <p:cTn id="25" dur="500"/>
                                        <p:tgtEl>
                                          <p:spTgt spid="21"/>
                                        </p:tgtEl>
                                      </p:cBhvr>
                                    </p:animEffect>
                                  </p:childTnLst>
                                </p:cTn>
                              </p:par>
                              <p:par>
                                <p:cTn id="26" presetID="10" presetClass="exit" presetSubtype="0" fill="hold" grpId="1" nodeType="withEffect">
                                  <p:stCondLst>
                                    <p:cond delay="250"/>
                                  </p:stCondLst>
                                  <p:childTnLst>
                                    <p:animEffect transition="out" filter="fade">
                                      <p:cBhvr>
                                        <p:cTn id="27" dur="500"/>
                                        <p:tgtEl>
                                          <p:spTgt spid="21"/>
                                        </p:tgtEl>
                                      </p:cBhvr>
                                    </p:animEffect>
                                    <p:set>
                                      <p:cBhvr>
                                        <p:cTn id="28" dur="1" fill="hold">
                                          <p:stCondLst>
                                            <p:cond delay="499"/>
                                          </p:stCondLst>
                                        </p:cTn>
                                        <p:tgtEl>
                                          <p:spTgt spid="21"/>
                                        </p:tgtEl>
                                        <p:attrNameLst>
                                          <p:attrName>style.visibility</p:attrName>
                                        </p:attrNameLst>
                                      </p:cBhvr>
                                      <p:to>
                                        <p:strVal val="hidden"/>
                                      </p:to>
                                    </p:set>
                                  </p:childTnLst>
                                </p:cTn>
                              </p:par>
                              <p:par>
                                <p:cTn id="29" presetID="53" presetClass="entr" presetSubtype="16" fill="hold" grpId="0" nodeType="withEffect">
                                  <p:stCondLst>
                                    <p:cond delay="250"/>
                                  </p:stCondLst>
                                  <p:childTnLst>
                                    <p:set>
                                      <p:cBhvr>
                                        <p:cTn id="30" dur="1" fill="hold">
                                          <p:stCondLst>
                                            <p:cond delay="0"/>
                                          </p:stCondLst>
                                        </p:cTn>
                                        <p:tgtEl>
                                          <p:spTgt spid="22"/>
                                        </p:tgtEl>
                                        <p:attrNameLst>
                                          <p:attrName>style.visibility</p:attrName>
                                        </p:attrNameLst>
                                      </p:cBhvr>
                                      <p:to>
                                        <p:strVal val="visible"/>
                                      </p:to>
                                    </p:set>
                                    <p:anim calcmode="lin" valueType="num">
                                      <p:cBhvr>
                                        <p:cTn id="31" dur="500" fill="hold"/>
                                        <p:tgtEl>
                                          <p:spTgt spid="22"/>
                                        </p:tgtEl>
                                        <p:attrNameLst>
                                          <p:attrName>ppt_w</p:attrName>
                                        </p:attrNameLst>
                                      </p:cBhvr>
                                      <p:tavLst>
                                        <p:tav tm="0">
                                          <p:val>
                                            <p:fltVal val="0"/>
                                          </p:val>
                                        </p:tav>
                                        <p:tav tm="100000">
                                          <p:val>
                                            <p:strVal val="#ppt_w"/>
                                          </p:val>
                                        </p:tav>
                                      </p:tavLst>
                                    </p:anim>
                                    <p:anim calcmode="lin" valueType="num">
                                      <p:cBhvr>
                                        <p:cTn id="32" dur="500" fill="hold"/>
                                        <p:tgtEl>
                                          <p:spTgt spid="22"/>
                                        </p:tgtEl>
                                        <p:attrNameLst>
                                          <p:attrName>ppt_h</p:attrName>
                                        </p:attrNameLst>
                                      </p:cBhvr>
                                      <p:tavLst>
                                        <p:tav tm="0">
                                          <p:val>
                                            <p:fltVal val="0"/>
                                          </p:val>
                                        </p:tav>
                                        <p:tav tm="100000">
                                          <p:val>
                                            <p:strVal val="#ppt_h"/>
                                          </p:val>
                                        </p:tav>
                                      </p:tavLst>
                                    </p:anim>
                                    <p:animEffect transition="in" filter="fade">
                                      <p:cBhvr>
                                        <p:cTn id="33" dur="500"/>
                                        <p:tgtEl>
                                          <p:spTgt spid="22"/>
                                        </p:tgtEl>
                                      </p:cBhvr>
                                    </p:animEffect>
                                  </p:childTnLst>
                                </p:cTn>
                              </p:par>
                              <p:par>
                                <p:cTn id="34" presetID="10" presetClass="exit" presetSubtype="0" fill="hold" grpId="1" nodeType="withEffect">
                                  <p:stCondLst>
                                    <p:cond delay="500"/>
                                  </p:stCondLst>
                                  <p:childTnLst>
                                    <p:animEffect transition="out" filter="fade">
                                      <p:cBhvr>
                                        <p:cTn id="35" dur="500"/>
                                        <p:tgtEl>
                                          <p:spTgt spid="22"/>
                                        </p:tgtEl>
                                      </p:cBhvr>
                                    </p:animEffect>
                                    <p:set>
                                      <p:cBhvr>
                                        <p:cTn id="36" dur="1" fill="hold">
                                          <p:stCondLst>
                                            <p:cond delay="4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1" grpId="0" animBg="1"/>
      <p:bldP spid="21" grpId="1" animBg="1"/>
      <p:bldP spid="22" grpId="0" animBg="1"/>
      <p:bldP spid="22"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with number">
    <p:bg>
      <p:bgPr>
        <a:solidFill>
          <a:schemeClr val="tx2"/>
        </a:solidFill>
        <a:effectLst/>
      </p:bgPr>
    </p:bg>
    <p:spTree>
      <p:nvGrpSpPr>
        <p:cNvPr id="1" name=""/>
        <p:cNvGrpSpPr/>
        <p:nvPr/>
      </p:nvGrpSpPr>
      <p:grpSpPr>
        <a:xfrm>
          <a:off x="0" y="0"/>
          <a:ext cx="0" cy="0"/>
          <a:chOff x="0" y="0"/>
          <a:chExt cx="0" cy="0"/>
        </a:xfrm>
      </p:grpSpPr>
      <p:sp>
        <p:nvSpPr>
          <p:cNvPr id="19" name="Freeform: Shape 18"/>
          <p:cNvSpPr/>
          <p:nvPr userDrawn="1"/>
        </p:nvSpPr>
        <p:spPr>
          <a:xfrm>
            <a:off x="3803737" y="-65233"/>
            <a:ext cx="4584526" cy="2297766"/>
          </a:xfrm>
          <a:custGeom>
            <a:avLst/>
            <a:gdLst>
              <a:gd name="connsiteX0" fmla="*/ 278 w 4584526"/>
              <a:gd name="connsiteY0" fmla="*/ 0 h 2297766"/>
              <a:gd name="connsiteX1" fmla="*/ 4584248 w 4584526"/>
              <a:gd name="connsiteY1" fmla="*/ 0 h 2297766"/>
              <a:gd name="connsiteX2" fmla="*/ 4584526 w 4584526"/>
              <a:gd name="connsiteY2" fmla="*/ 5503 h 2297766"/>
              <a:gd name="connsiteX3" fmla="*/ 2292263 w 4584526"/>
              <a:gd name="connsiteY3" fmla="*/ 2297766 h 2297766"/>
              <a:gd name="connsiteX4" fmla="*/ 0 w 4584526"/>
              <a:gd name="connsiteY4" fmla="*/ 5503 h 22977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4526" h="2297766">
                <a:moveTo>
                  <a:pt x="278" y="0"/>
                </a:moveTo>
                <a:lnTo>
                  <a:pt x="4584248" y="0"/>
                </a:lnTo>
                <a:lnTo>
                  <a:pt x="4584526" y="5503"/>
                </a:lnTo>
                <a:cubicBezTo>
                  <a:pt x="4584526" y="1271485"/>
                  <a:pt x="3558245" y="2297766"/>
                  <a:pt x="2292263" y="2297766"/>
                </a:cubicBezTo>
                <a:cubicBezTo>
                  <a:pt x="1026281" y="2297766"/>
                  <a:pt x="0" y="1271485"/>
                  <a:pt x="0" y="5503"/>
                </a:cubicBezTo>
                <a:close/>
              </a:path>
            </a:pathLst>
          </a:custGeom>
          <a:solidFill>
            <a:srgbClr val="000000"/>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FFFFFF"/>
              </a:solidFill>
              <a:effectLst/>
              <a:uLnTx/>
              <a:uFillTx/>
              <a:latin typeface="Segoe UI"/>
              <a:ea typeface="+mn-ea"/>
              <a:cs typeface="+mn-cs"/>
            </a:endParaRPr>
          </a:p>
        </p:txBody>
      </p:sp>
      <p:sp>
        <p:nvSpPr>
          <p:cNvPr id="17" name="Footer Placeholder 4"/>
          <p:cNvSpPr txBox="1">
            <a:spLocks/>
          </p:cNvSpPr>
          <p:nvPr userDrawn="1"/>
        </p:nvSpPr>
        <p:spPr>
          <a:xfrm>
            <a:off x="4038600" y="6356350"/>
            <a:ext cx="4114800" cy="365125"/>
          </a:xfrm>
          <a:prstGeom prst="rect">
            <a:avLst/>
          </a:prstGeom>
        </p:spPr>
        <p:txBody>
          <a:bodyPr/>
          <a:lstStyle>
            <a:defPPr>
              <a:defRPr lang="en-US"/>
            </a:defPPr>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rgbClr val="FFFFFF"/>
              </a:solidFill>
              <a:effectLst/>
              <a:uLnTx/>
              <a:uFillTx/>
              <a:latin typeface="Segoe UI"/>
              <a:ea typeface="+mn-ea"/>
              <a:cs typeface="+mn-cs"/>
            </a:endParaRPr>
          </a:p>
        </p:txBody>
      </p:sp>
      <p:sp>
        <p:nvSpPr>
          <p:cNvPr id="3" name="Title 2"/>
          <p:cNvSpPr>
            <a:spLocks noGrp="1"/>
          </p:cNvSpPr>
          <p:nvPr>
            <p:ph type="title" hasCustomPrompt="1"/>
          </p:nvPr>
        </p:nvSpPr>
        <p:spPr>
          <a:xfrm>
            <a:off x="302995" y="3383280"/>
            <a:ext cx="11660405" cy="625641"/>
          </a:xfrm>
          <a:prstGeom prst="rect">
            <a:avLst/>
          </a:prstGeom>
        </p:spPr>
        <p:txBody>
          <a:bodyPr vert="horz" lIns="457200" tIns="45720" rIns="457200" bIns="45720" rtlCol="0" anchor="b">
            <a:noAutofit/>
          </a:bodyPr>
          <a:lstStyle>
            <a:lvl1pPr algn="ctr" defTabSz="914400" rtl="0" eaLnBrk="1" latinLnBrk="0" hangingPunct="1">
              <a:lnSpc>
                <a:spcPct val="90000"/>
              </a:lnSpc>
              <a:spcBef>
                <a:spcPct val="0"/>
              </a:spcBef>
              <a:buNone/>
              <a:defRPr lang="en-US" sz="4800" b="1" i="0" kern="1200" spc="40" baseline="0" dirty="0">
                <a:gradFill>
                  <a:gsLst>
                    <a:gs pos="0">
                      <a:schemeClr val="accent1">
                        <a:lumMod val="5000"/>
                        <a:lumOff val="95000"/>
                      </a:schemeClr>
                    </a:gs>
                    <a:gs pos="100000">
                      <a:schemeClr val="bg1"/>
                    </a:gs>
                  </a:gsLst>
                  <a:lin ang="5400000" scaled="1"/>
                </a:gradFill>
                <a:latin typeface="+mn-lt"/>
                <a:ea typeface="+mn-ea"/>
                <a:cs typeface="Segoe UI Semilight" panose="020B0402040204020203" pitchFamily="34" charset="0"/>
              </a:defRPr>
            </a:lvl1pPr>
          </a:lstStyle>
          <a:p>
            <a:pPr marL="0" marR="0" lvl="0" indent="0" fontAlgn="auto">
              <a:spcAft>
                <a:spcPts val="0"/>
              </a:spcAft>
              <a:buClrTx/>
              <a:buSzTx/>
              <a:buFontTx/>
              <a:tabLst/>
            </a:pPr>
            <a:r>
              <a:rPr lang="en-US" dirty="0"/>
              <a:t>CLICK TO EDIT MASTER TITLE STYLE</a:t>
            </a:r>
          </a:p>
        </p:txBody>
      </p:sp>
      <p:sp>
        <p:nvSpPr>
          <p:cNvPr id="22" name="Text Placeholder 3"/>
          <p:cNvSpPr>
            <a:spLocks noGrp="1"/>
          </p:cNvSpPr>
          <p:nvPr>
            <p:ph type="body" sz="quarter" idx="10" hasCustomPrompt="1"/>
          </p:nvPr>
        </p:nvSpPr>
        <p:spPr>
          <a:xfrm>
            <a:off x="3923323" y="186061"/>
            <a:ext cx="4376615" cy="627351"/>
          </a:xfrm>
        </p:spPr>
        <p:txBody>
          <a:bodyPr/>
          <a:lstStyle>
            <a:lvl1pPr algn="ctr">
              <a:defRPr sz="2000">
                <a:solidFill>
                  <a:schemeClr val="bg1"/>
                </a:solidFill>
              </a:defRPr>
            </a:lvl1pPr>
            <a:lvl2pPr algn="ctr">
              <a:defRPr sz="1400">
                <a:solidFill>
                  <a:schemeClr val="bg1"/>
                </a:solidFill>
              </a:defRPr>
            </a:lvl2pPr>
            <a:lvl3pPr algn="ctr">
              <a:defRPr>
                <a:solidFill>
                  <a:schemeClr val="bg1"/>
                </a:solidFill>
              </a:defRPr>
            </a:lvl3pPr>
            <a:lvl4pPr algn="ctr">
              <a:defRPr>
                <a:solidFill>
                  <a:schemeClr val="bg1"/>
                </a:solidFill>
              </a:defRPr>
            </a:lvl4pPr>
            <a:lvl5pPr>
              <a:defRPr>
                <a:solidFill>
                  <a:schemeClr val="bg1"/>
                </a:solidFill>
              </a:defRPr>
            </a:lvl5pPr>
          </a:lstStyle>
          <a:p>
            <a:pPr lvl="0"/>
            <a:r>
              <a:rPr lang="en-US" dirty="0"/>
              <a:t>Add Your Section Title Here</a:t>
            </a:r>
          </a:p>
          <a:p>
            <a:pPr lvl="1"/>
            <a:r>
              <a:rPr lang="en-US" dirty="0"/>
              <a:t>1</a:t>
            </a:r>
          </a:p>
        </p:txBody>
      </p:sp>
      <p:sp>
        <p:nvSpPr>
          <p:cNvPr id="23" name="Text Placeholder 3"/>
          <p:cNvSpPr>
            <a:spLocks noGrp="1"/>
          </p:cNvSpPr>
          <p:nvPr>
            <p:ph type="body" sz="quarter" idx="11" hasCustomPrompt="1"/>
          </p:nvPr>
        </p:nvSpPr>
        <p:spPr>
          <a:xfrm>
            <a:off x="304801" y="4206240"/>
            <a:ext cx="11658600" cy="424732"/>
          </a:xfrm>
        </p:spPr>
        <p:txBody>
          <a:bodyPr lIns="457200" rIns="457200"/>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kumimoji="0" lang="en-US" sz="2400" b="0" i="0" u="none" strike="noStrike" kern="1200" cap="none" spc="0" normalizeH="0" baseline="0">
                <a:ln>
                  <a:noFill/>
                </a:ln>
                <a:solidFill>
                  <a:srgbClr val="FFFFFF">
                    <a:lumMod val="85000"/>
                    <a:lumOff val="15000"/>
                  </a:srgbClr>
                </a:solidFill>
                <a:effectLst/>
                <a:uLnTx/>
                <a:uFillTx/>
                <a:latin typeface="Segoe UI Semilight" panose="020B0402040204020203" pitchFamily="34" charset="0"/>
                <a:ea typeface="+mn-ea"/>
                <a:cs typeface="Segoe UI Semilight" panose="020B0402040204020203"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FFFFFF">
                    <a:lumMod val="85000"/>
                    <a:lumOff val="15000"/>
                  </a:srgbClr>
                </a:solidFill>
                <a:effectLst/>
                <a:uLnTx/>
                <a:uFillTx/>
                <a:latin typeface="Segoe UI Semilight" panose="020B0402040204020203" pitchFamily="34" charset="0"/>
                <a:ea typeface="+mn-ea"/>
                <a:cs typeface="Segoe UI Semilight" panose="020B0402040204020203" pitchFamily="34" charset="0"/>
              </a:rPr>
              <a:t>Add a short summary sentence here about title/statement above</a:t>
            </a:r>
          </a:p>
        </p:txBody>
      </p:sp>
      <p:sp>
        <p:nvSpPr>
          <p:cNvPr id="6" name="Text Placeholder 5"/>
          <p:cNvSpPr>
            <a:spLocks noGrp="1"/>
          </p:cNvSpPr>
          <p:nvPr>
            <p:ph type="body" sz="quarter" idx="12" hasCustomPrompt="1"/>
          </p:nvPr>
        </p:nvSpPr>
        <p:spPr>
          <a:xfrm>
            <a:off x="5737094" y="1007413"/>
            <a:ext cx="792205" cy="1200329"/>
          </a:xfrm>
        </p:spPr>
        <p:txBody>
          <a:bodyPr wrap="none" anchor="ctr"/>
          <a:lstStyle>
            <a:lvl1pPr algn="ctr">
              <a:defRPr kumimoji="0" lang="en-US" sz="8000" b="1" i="0" u="none" strike="noStrike" kern="1200" cap="none" spc="0" normalizeH="0" baseline="0" dirty="0">
                <a:ln>
                  <a:noFill/>
                </a:ln>
                <a:solidFill>
                  <a:schemeClr val="accent4"/>
                </a:solidFill>
                <a:effectLst/>
                <a:uLnTx/>
                <a:uFillTx/>
                <a:latin typeface="Segoe UI" panose="020B0502040204020203" pitchFamily="34" charset="0"/>
                <a:ea typeface="+mn-ea"/>
                <a:cs typeface="Segoe UI" panose="020B0502040204020203" pitchFamily="34" charset="0"/>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a:t>
            </a:r>
          </a:p>
        </p:txBody>
      </p:sp>
    </p:spTree>
    <p:extLst>
      <p:ext uri="{BB962C8B-B14F-4D97-AF65-F5344CB8AC3E}">
        <p14:creationId xmlns:p14="http://schemas.microsoft.com/office/powerpoint/2010/main" val="26418748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ONUT BASE SECTION DIVIDER">
    <p:bg>
      <p:bgPr>
        <a:solidFill>
          <a:schemeClr val="bg2"/>
        </a:solidFill>
        <a:effectLst/>
      </p:bgPr>
    </p:bg>
    <p:spTree>
      <p:nvGrpSpPr>
        <p:cNvPr id="1" name=""/>
        <p:cNvGrpSpPr/>
        <p:nvPr/>
      </p:nvGrpSpPr>
      <p:grpSpPr>
        <a:xfrm>
          <a:off x="0" y="0"/>
          <a:ext cx="0" cy="0"/>
          <a:chOff x="0" y="0"/>
          <a:chExt cx="0" cy="0"/>
        </a:xfrm>
      </p:grpSpPr>
      <p:sp>
        <p:nvSpPr>
          <p:cNvPr id="7" name="Oval 6"/>
          <p:cNvSpPr/>
          <p:nvPr userDrawn="1"/>
        </p:nvSpPr>
        <p:spPr>
          <a:xfrm>
            <a:off x="2861702" y="157952"/>
            <a:ext cx="6483179" cy="648317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3448777" y="2935629"/>
            <a:ext cx="5208335" cy="927824"/>
          </a:xfrm>
          <a:prstGeom prst="rect">
            <a:avLst/>
          </a:prstGeom>
        </p:spPr>
        <p:txBody>
          <a:bodyPr anchor="ctr"/>
          <a:lstStyle>
            <a:lvl1pPr algn="ctr">
              <a:lnSpc>
                <a:spcPct val="95000"/>
              </a:lnSpc>
              <a:defRPr sz="4000">
                <a:solidFill>
                  <a:schemeClr val="tx1"/>
                </a:solidFill>
              </a:defRPr>
            </a:lvl1pPr>
          </a:lstStyle>
          <a:p>
            <a:r>
              <a:rPr lang="en-US" dirty="0"/>
              <a:t>CLICK TO EDIT TITLE</a:t>
            </a:r>
          </a:p>
        </p:txBody>
      </p:sp>
      <p:sp>
        <p:nvSpPr>
          <p:cNvPr id="9" name="dots"/>
          <p:cNvSpPr>
            <a:spLocks noChangeAspect="1"/>
          </p:cNvSpPr>
          <p:nvPr userDrawn="1"/>
        </p:nvSpPr>
        <p:spPr>
          <a:xfrm>
            <a:off x="3448777" y="745024"/>
            <a:ext cx="5309024" cy="5309025"/>
          </a:xfrm>
          <a:prstGeom prst="ellipse">
            <a:avLst/>
          </a:prstGeom>
          <a:noFill/>
          <a:ln w="184150" cap="rnd" cmpd="sng" algn="ctr">
            <a:solidFill>
              <a:schemeClr val="accent4"/>
            </a:solidFill>
            <a:prstDash val="sysDot"/>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37063763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Quote dark option FLUSH LEFT">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3" hasCustomPrompt="1"/>
          </p:nvPr>
        </p:nvSpPr>
        <p:spPr>
          <a:xfrm>
            <a:off x="304800" y="2884235"/>
            <a:ext cx="11658600" cy="1089529"/>
          </a:xfrm>
        </p:spPr>
        <p:txBody>
          <a:bodyPr anchor="ctr"/>
          <a:lstStyle>
            <a:lvl1pPr marL="231775" indent="-231775" algn="l">
              <a:spcBef>
                <a:spcPts val="0"/>
              </a:spcBef>
              <a:defRPr sz="3600" b="0" baseline="0">
                <a:gradFill>
                  <a:gsLst>
                    <a:gs pos="0">
                      <a:schemeClr val="accent1">
                        <a:lumMod val="5000"/>
                        <a:lumOff val="95000"/>
                      </a:schemeClr>
                    </a:gs>
                    <a:gs pos="100000">
                      <a:schemeClr val="bg1"/>
                    </a:gs>
                  </a:gsLst>
                  <a:lin ang="5400000" scaled="1"/>
                </a:gradFill>
              </a:defRPr>
            </a:lvl1pPr>
            <a:lvl2pPr marL="109538" indent="0" algn="l">
              <a:spcBef>
                <a:spcPts val="0"/>
              </a:spcBef>
              <a:defRPr sz="3600" b="1">
                <a:gradFill>
                  <a:gsLst>
                    <a:gs pos="0">
                      <a:schemeClr val="accent1">
                        <a:lumMod val="5000"/>
                        <a:lumOff val="95000"/>
                      </a:schemeClr>
                    </a:gs>
                    <a:gs pos="100000">
                      <a:schemeClr val="bg1"/>
                    </a:gs>
                  </a:gsLst>
                  <a:lin ang="5400000" scaled="1"/>
                </a:gradFill>
                <a:latin typeface="+mn-lt"/>
              </a:defRPr>
            </a:lvl2pPr>
          </a:lstStyle>
          <a:p>
            <a:pPr lvl="0"/>
            <a:r>
              <a:rPr lang="en-US" dirty="0"/>
              <a:t>“QUOTATION.”</a:t>
            </a:r>
          </a:p>
          <a:p>
            <a:pPr lvl="1"/>
            <a:r>
              <a:rPr lang="en-US" dirty="0"/>
              <a:t> BOLD</a:t>
            </a:r>
          </a:p>
        </p:txBody>
      </p:sp>
      <p:sp>
        <p:nvSpPr>
          <p:cNvPr id="7" name="Freeform: Shape 6"/>
          <p:cNvSpPr/>
          <p:nvPr userDrawn="1"/>
        </p:nvSpPr>
        <p:spPr>
          <a:xfrm>
            <a:off x="129521" y="0"/>
            <a:ext cx="2749481" cy="1364786"/>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 Placeholder 2"/>
          <p:cNvSpPr>
            <a:spLocks noGrp="1"/>
          </p:cNvSpPr>
          <p:nvPr>
            <p:ph type="body" sz="quarter" idx="14" hasCustomPrompt="1"/>
          </p:nvPr>
        </p:nvSpPr>
        <p:spPr>
          <a:xfrm>
            <a:off x="3865562" y="5276808"/>
            <a:ext cx="8097838" cy="369332"/>
          </a:xfrm>
        </p:spPr>
        <p:txBody>
          <a:bodyPr/>
          <a:lstStyle>
            <a:lvl1pPr algn="r">
              <a:spcBef>
                <a:spcPts val="0"/>
              </a:spcBef>
              <a:defRPr sz="2000">
                <a:solidFill>
                  <a:schemeClr val="bg1"/>
                </a:solidFill>
              </a:defRPr>
            </a:lvl1pPr>
            <a:lvl2pPr algn="r">
              <a:defRPr>
                <a:solidFill>
                  <a:schemeClr val="bg1"/>
                </a:solidFill>
              </a:defRPr>
            </a:lvl2pPr>
          </a:lstStyle>
          <a:p>
            <a:pPr lvl="0"/>
            <a:r>
              <a:rPr lang="en-US" dirty="0"/>
              <a:t>—Name and Company/Source goes here</a:t>
            </a:r>
          </a:p>
        </p:txBody>
      </p:sp>
    </p:spTree>
    <p:extLst>
      <p:ext uri="{BB962C8B-B14F-4D97-AF65-F5344CB8AC3E}">
        <p14:creationId xmlns:p14="http://schemas.microsoft.com/office/powerpoint/2010/main" val="3266280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Quote dark option CENTERE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3" hasCustomPrompt="1"/>
          </p:nvPr>
        </p:nvSpPr>
        <p:spPr>
          <a:xfrm>
            <a:off x="304800" y="2884235"/>
            <a:ext cx="11658600" cy="1089529"/>
          </a:xfrm>
        </p:spPr>
        <p:txBody>
          <a:bodyPr anchor="ctr"/>
          <a:lstStyle>
            <a:lvl1pPr algn="ctr">
              <a:spcBef>
                <a:spcPts val="0"/>
              </a:spcBef>
              <a:defRPr sz="3600" b="0" baseline="0">
                <a:gradFill>
                  <a:gsLst>
                    <a:gs pos="0">
                      <a:schemeClr val="accent1">
                        <a:lumMod val="5000"/>
                        <a:lumOff val="95000"/>
                      </a:schemeClr>
                    </a:gs>
                    <a:gs pos="100000">
                      <a:schemeClr val="bg1"/>
                    </a:gs>
                  </a:gsLst>
                  <a:lin ang="5400000" scaled="1"/>
                </a:gradFill>
              </a:defRPr>
            </a:lvl1pPr>
            <a:lvl2pPr algn="ctr">
              <a:spcBef>
                <a:spcPts val="0"/>
              </a:spcBef>
              <a:defRPr sz="3600" b="1">
                <a:gradFill>
                  <a:gsLst>
                    <a:gs pos="0">
                      <a:schemeClr val="accent1">
                        <a:lumMod val="5000"/>
                        <a:lumOff val="95000"/>
                      </a:schemeClr>
                    </a:gs>
                    <a:gs pos="100000">
                      <a:schemeClr val="bg1"/>
                    </a:gs>
                  </a:gsLst>
                  <a:lin ang="5400000" scaled="1"/>
                </a:gradFill>
                <a:latin typeface="+mn-lt"/>
              </a:defRPr>
            </a:lvl2pPr>
          </a:lstStyle>
          <a:p>
            <a:pPr lvl="0"/>
            <a:r>
              <a:rPr lang="en-US" dirty="0"/>
              <a:t>“QUOTATION.”</a:t>
            </a:r>
          </a:p>
          <a:p>
            <a:pPr lvl="1"/>
            <a:r>
              <a:rPr lang="en-US" dirty="0"/>
              <a:t>BOLD</a:t>
            </a:r>
          </a:p>
        </p:txBody>
      </p:sp>
      <p:sp>
        <p:nvSpPr>
          <p:cNvPr id="7" name="Freeform: Shape 6"/>
          <p:cNvSpPr/>
          <p:nvPr userDrawn="1"/>
        </p:nvSpPr>
        <p:spPr>
          <a:xfrm>
            <a:off x="129521" y="0"/>
            <a:ext cx="2749481" cy="1364786"/>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 Placeholder 2"/>
          <p:cNvSpPr>
            <a:spLocks noGrp="1"/>
          </p:cNvSpPr>
          <p:nvPr>
            <p:ph type="body" sz="quarter" idx="14" hasCustomPrompt="1"/>
          </p:nvPr>
        </p:nvSpPr>
        <p:spPr>
          <a:xfrm>
            <a:off x="3865562" y="5276808"/>
            <a:ext cx="8097838" cy="369332"/>
          </a:xfrm>
        </p:spPr>
        <p:txBody>
          <a:bodyPr/>
          <a:lstStyle>
            <a:lvl1pPr algn="r">
              <a:spcBef>
                <a:spcPts val="0"/>
              </a:spcBef>
              <a:defRPr sz="2000">
                <a:solidFill>
                  <a:schemeClr val="bg1"/>
                </a:solidFill>
              </a:defRPr>
            </a:lvl1pPr>
            <a:lvl2pPr algn="r">
              <a:defRPr>
                <a:solidFill>
                  <a:schemeClr val="bg1"/>
                </a:solidFill>
              </a:defRPr>
            </a:lvl2pPr>
          </a:lstStyle>
          <a:p>
            <a:pPr lvl="0"/>
            <a:r>
              <a:rPr lang="en-US" dirty="0"/>
              <a:t>—Name and Company/Source goes here</a:t>
            </a:r>
          </a:p>
        </p:txBody>
      </p:sp>
    </p:spTree>
    <p:extLst>
      <p:ext uri="{BB962C8B-B14F-4D97-AF65-F5344CB8AC3E}">
        <p14:creationId xmlns:p14="http://schemas.microsoft.com/office/powerpoint/2010/main" val="3031631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Quote dark option FLUSH LEFT">
    <p:bg>
      <p:bgPr>
        <a:solidFill>
          <a:schemeClr val="tx2"/>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3" hasCustomPrompt="1"/>
          </p:nvPr>
        </p:nvSpPr>
        <p:spPr>
          <a:xfrm>
            <a:off x="304800" y="2884235"/>
            <a:ext cx="11658600" cy="1089529"/>
          </a:xfrm>
        </p:spPr>
        <p:txBody>
          <a:bodyPr anchor="ctr"/>
          <a:lstStyle>
            <a:lvl1pPr marL="231775" indent="-231775" algn="l">
              <a:spcBef>
                <a:spcPts val="0"/>
              </a:spcBef>
              <a:defRPr sz="3600" b="0" baseline="0">
                <a:gradFill>
                  <a:gsLst>
                    <a:gs pos="0">
                      <a:schemeClr val="accent1">
                        <a:lumMod val="5000"/>
                        <a:lumOff val="95000"/>
                      </a:schemeClr>
                    </a:gs>
                    <a:gs pos="100000">
                      <a:schemeClr val="bg1"/>
                    </a:gs>
                  </a:gsLst>
                  <a:lin ang="5400000" scaled="1"/>
                </a:gradFill>
              </a:defRPr>
            </a:lvl1pPr>
            <a:lvl2pPr marL="109538" indent="0" algn="l">
              <a:spcBef>
                <a:spcPts val="0"/>
              </a:spcBef>
              <a:defRPr sz="3600" b="1">
                <a:gradFill>
                  <a:gsLst>
                    <a:gs pos="0">
                      <a:schemeClr val="accent1">
                        <a:lumMod val="5000"/>
                        <a:lumOff val="95000"/>
                      </a:schemeClr>
                    </a:gs>
                    <a:gs pos="100000">
                      <a:schemeClr val="bg1"/>
                    </a:gs>
                  </a:gsLst>
                  <a:lin ang="5400000" scaled="1"/>
                </a:gradFill>
                <a:latin typeface="+mn-lt"/>
              </a:defRPr>
            </a:lvl2pPr>
          </a:lstStyle>
          <a:p>
            <a:pPr lvl="0"/>
            <a:r>
              <a:rPr lang="en-US" dirty="0"/>
              <a:t>“QUOTATION.”</a:t>
            </a:r>
          </a:p>
          <a:p>
            <a:pPr lvl="1"/>
            <a:r>
              <a:rPr lang="en-US" dirty="0"/>
              <a:t> BOLD</a:t>
            </a:r>
          </a:p>
        </p:txBody>
      </p:sp>
      <p:sp>
        <p:nvSpPr>
          <p:cNvPr id="7" name="Freeform: Shape 6"/>
          <p:cNvSpPr/>
          <p:nvPr userDrawn="1"/>
        </p:nvSpPr>
        <p:spPr>
          <a:xfrm>
            <a:off x="129521" y="0"/>
            <a:ext cx="2749481" cy="1364786"/>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 Placeholder 2"/>
          <p:cNvSpPr>
            <a:spLocks noGrp="1"/>
          </p:cNvSpPr>
          <p:nvPr>
            <p:ph type="body" sz="quarter" idx="14" hasCustomPrompt="1"/>
          </p:nvPr>
        </p:nvSpPr>
        <p:spPr>
          <a:xfrm>
            <a:off x="3865562" y="5276808"/>
            <a:ext cx="8097838" cy="369332"/>
          </a:xfrm>
        </p:spPr>
        <p:txBody>
          <a:bodyPr/>
          <a:lstStyle>
            <a:lvl1pPr algn="r">
              <a:spcBef>
                <a:spcPts val="0"/>
              </a:spcBef>
              <a:defRPr sz="2000" b="0">
                <a:solidFill>
                  <a:schemeClr val="bg1"/>
                </a:solidFill>
              </a:defRPr>
            </a:lvl1pPr>
            <a:lvl2pPr algn="r">
              <a:defRPr>
                <a:solidFill>
                  <a:schemeClr val="bg1"/>
                </a:solidFill>
              </a:defRPr>
            </a:lvl2pPr>
          </a:lstStyle>
          <a:p>
            <a:pPr lvl="0"/>
            <a:r>
              <a:rPr lang="en-US" dirty="0"/>
              <a:t>—Name and Company/Source goes here</a:t>
            </a:r>
          </a:p>
        </p:txBody>
      </p:sp>
    </p:spTree>
    <p:extLst>
      <p:ext uri="{BB962C8B-B14F-4D97-AF65-F5344CB8AC3E}">
        <p14:creationId xmlns:p14="http://schemas.microsoft.com/office/powerpoint/2010/main" val="20757391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Quote light option CENTERED">
    <p:spTree>
      <p:nvGrpSpPr>
        <p:cNvPr id="1" name=""/>
        <p:cNvGrpSpPr/>
        <p:nvPr/>
      </p:nvGrpSpPr>
      <p:grpSpPr>
        <a:xfrm>
          <a:off x="0" y="0"/>
          <a:ext cx="0" cy="0"/>
          <a:chOff x="0" y="0"/>
          <a:chExt cx="0" cy="0"/>
        </a:xfrm>
      </p:grpSpPr>
      <p:sp>
        <p:nvSpPr>
          <p:cNvPr id="9" name="TextBox 8"/>
          <p:cNvSpPr txBox="1"/>
          <p:nvPr userDrawn="1"/>
        </p:nvSpPr>
        <p:spPr>
          <a:xfrm>
            <a:off x="5648960" y="419100"/>
            <a:ext cx="894080" cy="1862048"/>
          </a:xfrm>
          <a:prstGeom prst="rect">
            <a:avLst/>
          </a:prstGeom>
          <a:noFill/>
        </p:spPr>
        <p:txBody>
          <a:bodyPr wrap="square" rtlCol="0">
            <a:spAutoFit/>
          </a:bodyPr>
          <a:lstStyle/>
          <a:p>
            <a:r>
              <a:rPr lang="en-US" sz="11500" dirty="0">
                <a:solidFill>
                  <a:schemeClr val="accent4"/>
                </a:solidFill>
                <a:latin typeface="Arial Black" panose="020B0A04020102020204" pitchFamily="34" charset="0"/>
              </a:rPr>
              <a:t>“</a:t>
            </a:r>
            <a:endParaRPr lang="en-US" sz="2800" dirty="0">
              <a:solidFill>
                <a:schemeClr val="accent4"/>
              </a:solidFill>
            </a:endParaRPr>
          </a:p>
        </p:txBody>
      </p:sp>
      <p:sp>
        <p:nvSpPr>
          <p:cNvPr id="5" name="Text Placeholder 2"/>
          <p:cNvSpPr>
            <a:spLocks noGrp="1"/>
          </p:cNvSpPr>
          <p:nvPr>
            <p:ph type="body" sz="quarter" idx="14" hasCustomPrompt="1"/>
          </p:nvPr>
        </p:nvSpPr>
        <p:spPr>
          <a:xfrm>
            <a:off x="3408362" y="5335071"/>
            <a:ext cx="8097838" cy="369332"/>
          </a:xfrm>
        </p:spPr>
        <p:txBody>
          <a:bodyPr/>
          <a:lstStyle>
            <a:lvl1pPr algn="r">
              <a:spcBef>
                <a:spcPts val="0"/>
              </a:spcBef>
              <a:defRPr sz="2000">
                <a:solidFill>
                  <a:schemeClr val="tx2"/>
                </a:solidFill>
              </a:defRPr>
            </a:lvl1pPr>
            <a:lvl2pPr algn="r">
              <a:defRPr>
                <a:solidFill>
                  <a:schemeClr val="bg1"/>
                </a:solidFill>
              </a:defRPr>
            </a:lvl2pPr>
          </a:lstStyle>
          <a:p>
            <a:pPr lvl="0"/>
            <a:r>
              <a:rPr lang="en-US" dirty="0"/>
              <a:t>—Name and Company/Source goes here</a:t>
            </a:r>
          </a:p>
        </p:txBody>
      </p:sp>
      <p:sp>
        <p:nvSpPr>
          <p:cNvPr id="6" name="Text Placeholder 7"/>
          <p:cNvSpPr>
            <a:spLocks noGrp="1"/>
          </p:cNvSpPr>
          <p:nvPr>
            <p:ph type="body" sz="quarter" idx="13" hasCustomPrompt="1"/>
          </p:nvPr>
        </p:nvSpPr>
        <p:spPr>
          <a:xfrm>
            <a:off x="304800" y="2884235"/>
            <a:ext cx="11658600" cy="1089529"/>
          </a:xfrm>
        </p:spPr>
        <p:txBody>
          <a:bodyPr anchor="ctr"/>
          <a:lstStyle>
            <a:lvl1pPr algn="ctr">
              <a:spcBef>
                <a:spcPts val="0"/>
              </a:spcBef>
              <a:defRPr sz="3600" b="0" baseline="0">
                <a:solidFill>
                  <a:schemeClr val="tx1">
                    <a:lumMod val="75000"/>
                    <a:lumOff val="25000"/>
                  </a:schemeClr>
                </a:solidFill>
              </a:defRPr>
            </a:lvl1pPr>
            <a:lvl2pPr algn="ctr">
              <a:spcBef>
                <a:spcPts val="0"/>
              </a:spcBef>
              <a:defRPr sz="3600" b="1">
                <a:solidFill>
                  <a:schemeClr val="tx1">
                    <a:lumMod val="75000"/>
                    <a:lumOff val="25000"/>
                  </a:schemeClr>
                </a:solidFill>
                <a:latin typeface="+mn-lt"/>
              </a:defRPr>
            </a:lvl2pPr>
          </a:lstStyle>
          <a:p>
            <a:pPr lvl="0"/>
            <a:r>
              <a:rPr lang="en-US" dirty="0"/>
              <a:t>“QUOTATION.”</a:t>
            </a:r>
          </a:p>
          <a:p>
            <a:pPr lvl="1"/>
            <a:r>
              <a:rPr lang="en-US" dirty="0"/>
              <a:t>BOLD</a:t>
            </a:r>
          </a:p>
        </p:txBody>
      </p:sp>
      <p:sp>
        <p:nvSpPr>
          <p:cNvPr id="7"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2460922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dark Callout with small Non-bulleted">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304800" y="2597273"/>
            <a:ext cx="4868985" cy="1643527"/>
          </a:xfrm>
        </p:spPr>
        <p:txBody>
          <a:bodyPr wrap="square" lIns="91440" rIns="91440">
            <a:spAutoFit/>
          </a:bodyPr>
          <a:lstStyle>
            <a:lvl1pPr marL="0" marR="0" indent="0" algn="l" defTabSz="914367" rtl="0" eaLnBrk="1" fontAlgn="auto" latinLnBrk="0" hangingPunct="1">
              <a:lnSpc>
                <a:spcPct val="90000"/>
              </a:lnSpc>
              <a:spcBef>
                <a:spcPts val="1200"/>
              </a:spcBef>
              <a:spcAft>
                <a:spcPts val="0"/>
              </a:spcAft>
              <a:buClr>
                <a:schemeClr val="tx1"/>
              </a:buClr>
              <a:buSzPct val="90000"/>
              <a:buFont typeface="Wingdings" pitchFamily="2" charset="2"/>
              <a:buNone/>
              <a:tabLst/>
              <a:defRPr lang="en-US" sz="2800" b="0" kern="1200" spc="0" baseline="0" dirty="0">
                <a:solidFill>
                  <a:schemeClr val="bg1"/>
                </a:solidFill>
                <a:latin typeface="+mj-lt"/>
                <a:ea typeface="+mn-ea"/>
                <a:cs typeface="+mn-cs"/>
              </a:defRPr>
            </a:lvl1pPr>
            <a:lvl2pPr marL="0" indent="0">
              <a:buNone/>
              <a:defRPr sz="1961"/>
            </a:lvl2pPr>
            <a:lvl3pPr marL="227209" indent="0">
              <a:buNone/>
              <a:tabLst/>
              <a:defRPr sz="1961"/>
            </a:lvl3pPr>
            <a:lvl4pPr marL="451306" indent="0">
              <a:buNone/>
              <a:defRPr/>
            </a:lvl4pPr>
            <a:lvl5pPr marL="672290" indent="0">
              <a:buNone/>
              <a:tabLst/>
              <a:defRPr/>
            </a:lvl5pPr>
          </a:lstStyle>
          <a:p>
            <a:r>
              <a:rPr lang="en-US" dirty="0"/>
              <a:t>A short introduction</a:t>
            </a:r>
            <a:br>
              <a:rPr lang="en-US" dirty="0"/>
            </a:br>
            <a:r>
              <a:rPr lang="en-US" dirty="0"/>
              <a:t>to the data, revealing</a:t>
            </a:r>
            <a:br>
              <a:rPr lang="en-US" dirty="0"/>
            </a:br>
            <a:r>
              <a:rPr lang="en-US" dirty="0"/>
              <a:t>points one at a time, will enhance comprehension.</a:t>
            </a:r>
          </a:p>
        </p:txBody>
      </p:sp>
      <p:sp>
        <p:nvSpPr>
          <p:cNvPr id="9" name="Text Placeholder 8"/>
          <p:cNvSpPr>
            <a:spLocks noGrp="1"/>
          </p:cNvSpPr>
          <p:nvPr>
            <p:ph type="body" sz="quarter" idx="11"/>
          </p:nvPr>
        </p:nvSpPr>
        <p:spPr>
          <a:xfrm>
            <a:off x="6096000" y="419100"/>
            <a:ext cx="5671764" cy="1843069"/>
          </a:xfrm>
        </p:spPr>
        <p:txBody>
          <a:bodyPr/>
          <a:lstStyle>
            <a:lvl1pPr marL="0" indent="0" algn="l">
              <a:buNone/>
              <a:defRPr sz="2200">
                <a:gradFill>
                  <a:gsLst>
                    <a:gs pos="15000">
                      <a:schemeClr val="bg1"/>
                    </a:gs>
                    <a:gs pos="47000">
                      <a:schemeClr val="bg1"/>
                    </a:gs>
                  </a:gsLst>
                  <a:lin ang="5400000" scaled="1"/>
                </a:gradFill>
                <a:latin typeface="+mn-lt"/>
              </a:defRPr>
            </a:lvl1pPr>
            <a:lvl2pPr marL="0" indent="0" algn="l">
              <a:buNone/>
              <a:defRPr sz="2000">
                <a:gradFill>
                  <a:gsLst>
                    <a:gs pos="15000">
                      <a:schemeClr val="bg1"/>
                    </a:gs>
                    <a:gs pos="47000">
                      <a:schemeClr val="bg1"/>
                    </a:gs>
                  </a:gsLst>
                  <a:lin ang="5400000" scaled="1"/>
                </a:gradFill>
                <a:latin typeface="+mn-lt"/>
              </a:defRPr>
            </a:lvl2pPr>
            <a:lvl3pPr marL="0" indent="0" algn="l">
              <a:buNone/>
              <a:defRPr sz="1800">
                <a:gradFill>
                  <a:gsLst>
                    <a:gs pos="15000">
                      <a:schemeClr val="bg1"/>
                    </a:gs>
                    <a:gs pos="47000">
                      <a:schemeClr val="bg1"/>
                    </a:gs>
                  </a:gsLst>
                  <a:lin ang="5400000" scaled="1"/>
                </a:gradFill>
                <a:latin typeface="+mn-lt"/>
              </a:defRPr>
            </a:lvl3pPr>
            <a:lvl4pPr marL="0" indent="0" algn="l">
              <a:buNone/>
              <a:defRPr sz="1600">
                <a:gradFill>
                  <a:gsLst>
                    <a:gs pos="15000">
                      <a:schemeClr val="bg1"/>
                    </a:gs>
                    <a:gs pos="47000">
                      <a:schemeClr val="bg1"/>
                    </a:gs>
                  </a:gsLst>
                  <a:lin ang="5400000" scaled="1"/>
                </a:gradFill>
                <a:latin typeface="+mn-lt"/>
              </a:defRPr>
            </a:lvl4pPr>
            <a:lvl5pPr marL="0" indent="0" algn="l">
              <a:buNone/>
              <a:defRPr sz="1600">
                <a:gradFill>
                  <a:gsLst>
                    <a:gs pos="15000">
                      <a:schemeClr val="bg1"/>
                    </a:gs>
                    <a:gs pos="47000">
                      <a:schemeClr val="bg1"/>
                    </a:gs>
                  </a:gsLst>
                  <a:lin ang="5400000" scaled="1"/>
                </a:gra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6"/>
          <p:cNvSpPr>
            <a:spLocks noGrp="1"/>
          </p:cNvSpPr>
          <p:nvPr>
            <p:ph type="title" hasCustomPrompt="1"/>
          </p:nvPr>
        </p:nvSpPr>
        <p:spPr>
          <a:xfrm>
            <a:off x="555244" y="0"/>
            <a:ext cx="4083304" cy="1357295"/>
          </a:xfrm>
          <a:prstGeom prst="rect">
            <a:avLst/>
          </a:prstGeom>
        </p:spPr>
        <p:txBody>
          <a:bodyPr lIns="146304" tIns="420624" rIns="146304" anchor="t" anchorCtr="0"/>
          <a:lstStyle>
            <a:lvl1pPr algn="ctr">
              <a:defRPr lang="en-US" sz="3200" b="0" kern="1200" spc="60" baseline="0" dirty="0">
                <a:solidFill>
                  <a:schemeClr val="bg1"/>
                </a:solidFill>
                <a:latin typeface="+mj-lt"/>
                <a:ea typeface="+mn-ea"/>
                <a:cs typeface="Segoe UI Semilight" panose="020B0402040204020203" pitchFamily="34" charset="0"/>
              </a:defRPr>
            </a:lvl1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title style</a:t>
            </a:r>
          </a:p>
        </p:txBody>
      </p:sp>
      <p:sp>
        <p:nvSpPr>
          <p:cNvPr id="12" name="Text Placeholder 8"/>
          <p:cNvSpPr>
            <a:spLocks noGrp="1"/>
          </p:cNvSpPr>
          <p:nvPr>
            <p:ph type="body" sz="quarter" idx="12"/>
          </p:nvPr>
        </p:nvSpPr>
        <p:spPr>
          <a:xfrm>
            <a:off x="6096000" y="2599498"/>
            <a:ext cx="5671764" cy="1843069"/>
          </a:xfrm>
        </p:spPr>
        <p:txBody>
          <a:bodyPr/>
          <a:lstStyle>
            <a:lvl1pPr marL="0" indent="0" algn="l">
              <a:buNone/>
              <a:defRPr sz="2200">
                <a:gradFill>
                  <a:gsLst>
                    <a:gs pos="15000">
                      <a:schemeClr val="bg1"/>
                    </a:gs>
                    <a:gs pos="47000">
                      <a:schemeClr val="bg1"/>
                    </a:gs>
                  </a:gsLst>
                  <a:lin ang="5400000" scaled="1"/>
                </a:gradFill>
                <a:latin typeface="+mn-lt"/>
              </a:defRPr>
            </a:lvl1pPr>
            <a:lvl2pPr marL="0" indent="0" algn="l">
              <a:buNone/>
              <a:defRPr sz="2000">
                <a:gradFill>
                  <a:gsLst>
                    <a:gs pos="15000">
                      <a:schemeClr val="bg1"/>
                    </a:gs>
                    <a:gs pos="47000">
                      <a:schemeClr val="bg1"/>
                    </a:gs>
                  </a:gsLst>
                  <a:lin ang="5400000" scaled="1"/>
                </a:gradFill>
                <a:latin typeface="+mn-lt"/>
              </a:defRPr>
            </a:lvl2pPr>
            <a:lvl3pPr marL="0" indent="0" algn="l">
              <a:buNone/>
              <a:defRPr sz="1800">
                <a:gradFill>
                  <a:gsLst>
                    <a:gs pos="15000">
                      <a:schemeClr val="bg1"/>
                    </a:gs>
                    <a:gs pos="47000">
                      <a:schemeClr val="bg1"/>
                    </a:gs>
                  </a:gsLst>
                  <a:lin ang="5400000" scaled="1"/>
                </a:gradFill>
                <a:latin typeface="+mn-lt"/>
              </a:defRPr>
            </a:lvl3pPr>
            <a:lvl4pPr marL="0" indent="0" algn="l">
              <a:buNone/>
              <a:defRPr sz="1600">
                <a:gradFill>
                  <a:gsLst>
                    <a:gs pos="15000">
                      <a:schemeClr val="bg1"/>
                    </a:gs>
                    <a:gs pos="47000">
                      <a:schemeClr val="bg1"/>
                    </a:gs>
                  </a:gsLst>
                  <a:lin ang="5400000" scaled="1"/>
                </a:gradFill>
                <a:latin typeface="+mn-lt"/>
              </a:defRPr>
            </a:lvl4pPr>
            <a:lvl5pPr marL="0" indent="0" algn="l">
              <a:buNone/>
              <a:defRPr sz="1600">
                <a:gradFill>
                  <a:gsLst>
                    <a:gs pos="15000">
                      <a:schemeClr val="bg1"/>
                    </a:gs>
                    <a:gs pos="47000">
                      <a:schemeClr val="bg1"/>
                    </a:gs>
                  </a:gsLst>
                  <a:lin ang="5400000" scaled="1"/>
                </a:gra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8"/>
          <p:cNvSpPr>
            <a:spLocks noGrp="1"/>
          </p:cNvSpPr>
          <p:nvPr>
            <p:ph type="body" sz="quarter" idx="13"/>
          </p:nvPr>
        </p:nvSpPr>
        <p:spPr>
          <a:xfrm>
            <a:off x="6096000" y="4779896"/>
            <a:ext cx="5671764" cy="1843069"/>
          </a:xfrm>
        </p:spPr>
        <p:txBody>
          <a:bodyPr/>
          <a:lstStyle>
            <a:lvl1pPr marL="0" indent="0" algn="l">
              <a:buNone/>
              <a:defRPr sz="2200">
                <a:gradFill>
                  <a:gsLst>
                    <a:gs pos="15000">
                      <a:schemeClr val="bg1"/>
                    </a:gs>
                    <a:gs pos="47000">
                      <a:schemeClr val="bg1"/>
                    </a:gs>
                  </a:gsLst>
                  <a:lin ang="5400000" scaled="1"/>
                </a:gradFill>
                <a:latin typeface="+mn-lt"/>
              </a:defRPr>
            </a:lvl1pPr>
            <a:lvl2pPr marL="0" indent="0" algn="l">
              <a:buNone/>
              <a:defRPr sz="2000">
                <a:gradFill>
                  <a:gsLst>
                    <a:gs pos="15000">
                      <a:schemeClr val="bg1"/>
                    </a:gs>
                    <a:gs pos="47000">
                      <a:schemeClr val="bg1"/>
                    </a:gs>
                  </a:gsLst>
                  <a:lin ang="5400000" scaled="1"/>
                </a:gradFill>
                <a:latin typeface="+mn-lt"/>
              </a:defRPr>
            </a:lvl2pPr>
            <a:lvl3pPr marL="0" indent="0" algn="l">
              <a:buNone/>
              <a:defRPr sz="1800">
                <a:gradFill>
                  <a:gsLst>
                    <a:gs pos="15000">
                      <a:schemeClr val="bg1"/>
                    </a:gs>
                    <a:gs pos="47000">
                      <a:schemeClr val="bg1"/>
                    </a:gs>
                  </a:gsLst>
                  <a:lin ang="5400000" scaled="1"/>
                </a:gradFill>
                <a:latin typeface="+mn-lt"/>
              </a:defRPr>
            </a:lvl3pPr>
            <a:lvl4pPr marL="0" indent="0" algn="l">
              <a:buNone/>
              <a:defRPr sz="1600">
                <a:gradFill>
                  <a:gsLst>
                    <a:gs pos="15000">
                      <a:schemeClr val="bg1"/>
                    </a:gs>
                    <a:gs pos="47000">
                      <a:schemeClr val="bg1"/>
                    </a:gs>
                  </a:gsLst>
                  <a:lin ang="5400000" scaled="1"/>
                </a:gradFill>
                <a:latin typeface="+mn-lt"/>
              </a:defRPr>
            </a:lvl4pPr>
            <a:lvl5pPr marL="0" indent="0" algn="l">
              <a:buNone/>
              <a:defRPr sz="1600">
                <a:gradFill>
                  <a:gsLst>
                    <a:gs pos="15000">
                      <a:schemeClr val="bg1"/>
                    </a:gs>
                    <a:gs pos="47000">
                      <a:schemeClr val="bg1"/>
                    </a:gs>
                  </a:gsLst>
                  <a:lin ang="5400000" scaled="1"/>
                </a:gra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29200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_Callout with small Non-bulleted">
    <p:spTree>
      <p:nvGrpSpPr>
        <p:cNvPr id="1" name=""/>
        <p:cNvGrpSpPr/>
        <p:nvPr/>
      </p:nvGrpSpPr>
      <p:grpSpPr>
        <a:xfrm>
          <a:off x="0" y="0"/>
          <a:ext cx="0" cy="0"/>
          <a:chOff x="0" y="0"/>
          <a:chExt cx="0" cy="0"/>
        </a:xfrm>
      </p:grpSpPr>
      <p:sp>
        <p:nvSpPr>
          <p:cNvPr id="14" name="Freeform: Shape 13"/>
          <p:cNvSpPr/>
          <p:nvPr userDrawn="1"/>
        </p:nvSpPr>
        <p:spPr>
          <a:xfrm>
            <a:off x="129521" y="0"/>
            <a:ext cx="4741280" cy="2353474"/>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3"/>
          <p:cNvSpPr>
            <a:spLocks noGrp="1"/>
          </p:cNvSpPr>
          <p:nvPr>
            <p:ph type="body" sz="quarter" idx="10" hasCustomPrompt="1"/>
          </p:nvPr>
        </p:nvSpPr>
        <p:spPr>
          <a:xfrm>
            <a:off x="304800" y="2472751"/>
            <a:ext cx="4566001" cy="1643527"/>
          </a:xfrm>
        </p:spPr>
        <p:txBody>
          <a:bodyPr wrap="square" lIns="91440" rIns="91440">
            <a:spAutoFit/>
          </a:bodyPr>
          <a:lstStyle>
            <a:lvl1pPr marL="0" marR="0" indent="0" algn="l" defTabSz="914367" rtl="0" eaLnBrk="1" fontAlgn="auto" latinLnBrk="0" hangingPunct="1">
              <a:lnSpc>
                <a:spcPct val="90000"/>
              </a:lnSpc>
              <a:spcBef>
                <a:spcPts val="1200"/>
              </a:spcBef>
              <a:spcAft>
                <a:spcPts val="0"/>
              </a:spcAft>
              <a:buClr>
                <a:schemeClr val="tx1"/>
              </a:buClr>
              <a:buSzPct val="90000"/>
              <a:buFont typeface="Wingdings" pitchFamily="2" charset="2"/>
              <a:buNone/>
              <a:tabLst/>
              <a:defRPr lang="en-US" sz="2800" b="0" kern="1200" spc="0" baseline="0" dirty="0">
                <a:gradFill>
                  <a:gsLst>
                    <a:gs pos="15000">
                      <a:schemeClr val="tx2"/>
                    </a:gs>
                    <a:gs pos="47000">
                      <a:schemeClr val="tx2"/>
                    </a:gs>
                  </a:gsLst>
                  <a:lin ang="5400000" scaled="1"/>
                </a:gradFill>
                <a:latin typeface="+mj-lt"/>
                <a:ea typeface="+mn-ea"/>
                <a:cs typeface="+mn-cs"/>
              </a:defRPr>
            </a:lvl1pPr>
            <a:lvl2pPr marL="0" indent="0">
              <a:buNone/>
              <a:defRPr sz="1961"/>
            </a:lvl2pPr>
            <a:lvl3pPr marL="227209" indent="0">
              <a:buNone/>
              <a:tabLst/>
              <a:defRPr sz="1961"/>
            </a:lvl3pPr>
            <a:lvl4pPr marL="451306" indent="0">
              <a:buNone/>
              <a:defRPr/>
            </a:lvl4pPr>
            <a:lvl5pPr marL="672290" indent="0">
              <a:buNone/>
              <a:tabLst/>
              <a:defRPr/>
            </a:lvl5pPr>
          </a:lstStyle>
          <a:p>
            <a:r>
              <a:rPr lang="en-US" dirty="0"/>
              <a:t>A short introduction</a:t>
            </a:r>
            <a:br>
              <a:rPr lang="en-US" dirty="0"/>
            </a:br>
            <a:r>
              <a:rPr lang="en-US" dirty="0"/>
              <a:t>to the data, revealing</a:t>
            </a:r>
            <a:br>
              <a:rPr lang="en-US" dirty="0"/>
            </a:br>
            <a:r>
              <a:rPr lang="en-US" dirty="0"/>
              <a:t>points one at a time, will enhance comprehension.</a:t>
            </a:r>
          </a:p>
        </p:txBody>
      </p:sp>
      <p:sp>
        <p:nvSpPr>
          <p:cNvPr id="9" name="Text Placeholder 8"/>
          <p:cNvSpPr>
            <a:spLocks noGrp="1"/>
          </p:cNvSpPr>
          <p:nvPr>
            <p:ph type="body" sz="quarter" idx="11"/>
          </p:nvPr>
        </p:nvSpPr>
        <p:spPr>
          <a:xfrm>
            <a:off x="6096000" y="419100"/>
            <a:ext cx="5671764" cy="1705723"/>
          </a:xfrm>
        </p:spPr>
        <p:txBody>
          <a:bodyPr/>
          <a:lstStyle>
            <a:lvl1pPr marL="0" indent="0" algn="l">
              <a:buNone/>
              <a:defRPr sz="2200">
                <a:latin typeface="+mn-lt"/>
              </a:defRPr>
            </a:lvl1pPr>
            <a:lvl2pPr marL="0" indent="0" algn="l">
              <a:buNone/>
              <a:defRPr sz="1765">
                <a:latin typeface="+mn-lt"/>
              </a:defRPr>
            </a:lvl2pPr>
            <a:lvl3pPr marL="0" indent="0" algn="l">
              <a:buNone/>
              <a:defRPr sz="1568">
                <a:latin typeface="+mn-lt"/>
              </a:defRPr>
            </a:lvl3pPr>
            <a:lvl4pPr marL="0" indent="0" algn="l">
              <a:buNone/>
              <a:defRPr sz="1372">
                <a:latin typeface="+mn-lt"/>
              </a:defRPr>
            </a:lvl4pPr>
            <a:lvl5pPr marL="0" indent="0" algn="l">
              <a:buNone/>
              <a:defRPr sz="1372">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4"/>
          </p:nvPr>
        </p:nvSpPr>
        <p:spPr>
          <a:xfrm>
            <a:off x="11750600" y="6484937"/>
            <a:ext cx="425600" cy="365125"/>
          </a:xfrm>
          <a:prstGeom prst="rect">
            <a:avLst/>
          </a:prstGeom>
        </p:spPr>
        <p:txBody>
          <a:bodyPr vert="horz" lIns="91440" tIns="45720" rIns="91440" bIns="45720" rtlCol="0" anchor="ctr"/>
          <a:lstStyle>
            <a:lvl1pPr algn="r">
              <a:defRPr sz="1100">
                <a:solidFill>
                  <a:schemeClr val="tx2"/>
                </a:solidFill>
              </a:defRPr>
            </a:lvl1pPr>
          </a:lstStyle>
          <a:p>
            <a:fld id="{5AE1514C-5E56-4738-A1FF-4B1CFD2A3E36}" type="slidenum">
              <a:rPr lang="en-US" smtClean="0"/>
              <a:pPr/>
              <a:t>‹#›</a:t>
            </a:fld>
            <a:endParaRPr lang="en-US" dirty="0"/>
          </a:p>
        </p:txBody>
      </p:sp>
      <p:sp>
        <p:nvSpPr>
          <p:cNvPr id="7" name="Title 6"/>
          <p:cNvSpPr>
            <a:spLocks noGrp="1"/>
          </p:cNvSpPr>
          <p:nvPr>
            <p:ph type="title" hasCustomPrompt="1"/>
          </p:nvPr>
        </p:nvSpPr>
        <p:spPr>
          <a:xfrm>
            <a:off x="555244" y="0"/>
            <a:ext cx="4083304" cy="1926336"/>
          </a:xfrm>
          <a:prstGeom prst="rect">
            <a:avLst/>
          </a:prstGeom>
        </p:spPr>
        <p:txBody>
          <a:bodyPr lIns="146304" tIns="420624" rIns="146304" anchor="t" anchorCtr="0"/>
          <a:lstStyle>
            <a:lvl1pPr>
              <a:defRPr lang="en-US" sz="3200" b="0" kern="1200" spc="60" baseline="0" dirty="0">
                <a:solidFill>
                  <a:schemeClr val="bg1"/>
                </a:solidFill>
                <a:latin typeface="+mj-lt"/>
                <a:ea typeface="+mn-ea"/>
                <a:cs typeface="Segoe UI Semilight" panose="020B0402040204020203" pitchFamily="34" charset="0"/>
              </a:defRPr>
            </a:lvl1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title style</a:t>
            </a:r>
          </a:p>
        </p:txBody>
      </p:sp>
      <p:sp>
        <p:nvSpPr>
          <p:cNvPr id="12" name="Text Placeholder 8"/>
          <p:cNvSpPr>
            <a:spLocks noGrp="1"/>
          </p:cNvSpPr>
          <p:nvPr>
            <p:ph type="body" sz="quarter" idx="12"/>
          </p:nvPr>
        </p:nvSpPr>
        <p:spPr>
          <a:xfrm>
            <a:off x="6096000" y="2697329"/>
            <a:ext cx="5671764" cy="1705723"/>
          </a:xfrm>
        </p:spPr>
        <p:txBody>
          <a:bodyPr/>
          <a:lstStyle>
            <a:lvl1pPr marL="0" indent="0" algn="l">
              <a:buNone/>
              <a:defRPr sz="2200">
                <a:latin typeface="+mn-lt"/>
              </a:defRPr>
            </a:lvl1pPr>
            <a:lvl2pPr marL="0" indent="0" algn="l">
              <a:buNone/>
              <a:defRPr sz="1765">
                <a:latin typeface="+mn-lt"/>
              </a:defRPr>
            </a:lvl2pPr>
            <a:lvl3pPr marL="0" indent="0" algn="l">
              <a:buNone/>
              <a:defRPr sz="1568">
                <a:latin typeface="+mn-lt"/>
              </a:defRPr>
            </a:lvl3pPr>
            <a:lvl4pPr marL="0" indent="0" algn="l">
              <a:buNone/>
              <a:defRPr sz="1372">
                <a:latin typeface="+mn-lt"/>
              </a:defRPr>
            </a:lvl4pPr>
            <a:lvl5pPr marL="0" indent="0" algn="l">
              <a:buNone/>
              <a:defRPr sz="1372">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8"/>
          <p:cNvSpPr>
            <a:spLocks noGrp="1"/>
          </p:cNvSpPr>
          <p:nvPr>
            <p:ph type="body" sz="quarter" idx="13"/>
          </p:nvPr>
        </p:nvSpPr>
        <p:spPr>
          <a:xfrm>
            <a:off x="6096000" y="4975558"/>
            <a:ext cx="5671764" cy="1705723"/>
          </a:xfrm>
        </p:spPr>
        <p:txBody>
          <a:bodyPr/>
          <a:lstStyle>
            <a:lvl1pPr marL="0" indent="0" algn="l">
              <a:buNone/>
              <a:defRPr sz="2200">
                <a:latin typeface="+mn-lt"/>
              </a:defRPr>
            </a:lvl1pPr>
            <a:lvl2pPr marL="0" indent="0" algn="l">
              <a:buNone/>
              <a:defRPr sz="1765">
                <a:latin typeface="+mn-lt"/>
              </a:defRPr>
            </a:lvl2pPr>
            <a:lvl3pPr marL="0" indent="0" algn="l">
              <a:buNone/>
              <a:defRPr sz="1568">
                <a:latin typeface="+mn-lt"/>
              </a:defRPr>
            </a:lvl3pPr>
            <a:lvl4pPr marL="0" indent="0" algn="l">
              <a:buNone/>
              <a:defRPr sz="1372">
                <a:latin typeface="+mn-lt"/>
              </a:defRPr>
            </a:lvl4pPr>
            <a:lvl5pPr marL="0" indent="0" algn="l">
              <a:buNone/>
              <a:defRPr sz="1372">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6067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250"/>
                                        <p:tgtEl>
                                          <p:spTgt spid="4">
                                            <p:txEl>
                                              <p:pRg st="0" end="0"/>
                                            </p:txEl>
                                          </p:spTgt>
                                        </p:tgtEl>
                                      </p:cBhvr>
                                    </p:animEffect>
                                  </p:childTnLst>
                                </p:cTn>
                              </p:par>
                              <p:par>
                                <p:cTn id="8" presetID="63" presetClass="path" presetSubtype="0" accel="50000" decel="50000" fill="hold" grpId="1" nodeType="withEffect">
                                  <p:stCondLst>
                                    <p:cond delay="0"/>
                                  </p:stCondLst>
                                  <p:childTnLst>
                                    <p:animMotion origin="layout" path="M -4.375E-6 -4.07407E-6 L 0.03178 0.00047 " pathEditMode="relative" rAng="0" ptsTypes="AA">
                                      <p:cBhvr>
                                        <p:cTn id="9" dur="750" fill="hold"/>
                                        <p:tgtEl>
                                          <p:spTgt spid="4">
                                            <p:txEl>
                                              <p:pRg st="0" end="0"/>
                                            </p:txEl>
                                          </p:spTgt>
                                        </p:tgtEl>
                                        <p:attrNameLst>
                                          <p:attrName>ppt_x</p:attrName>
                                          <p:attrName>ppt_y</p:attrName>
                                        </p:attrNameLst>
                                      </p:cBhvr>
                                      <p:rCtr x="1589" y="2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4" grpId="1" build="p">
        <p:tmplLst>
          <p:tmpl lvl="1">
            <p:tnLst>
              <p:par>
                <p:cTn presetID="63" presetClass="path" presetSubtype="0" accel="50000" decel="50000" fill="hold" nodeType="withEffect">
                  <p:stCondLst>
                    <p:cond delay="0"/>
                  </p:stCondLst>
                  <p:childTnLst>
                    <p:animMotion origin="layout" path="M -4.375E-6 -4.07407E-6 L 0.03178 0.00047 " pathEditMode="relative" rAng="0" ptsTypes="AA">
                      <p:cBhvr>
                        <p:cTn dur="750" fill="hold"/>
                        <p:tgtEl>
                          <p:spTgt spid="4"/>
                        </p:tgtEl>
                        <p:attrNameLst>
                          <p:attrName>ppt_x</p:attrName>
                          <p:attrName>ppt_y</p:attrName>
                        </p:attrNameLst>
                      </p:cBhvr>
                      <p:rCtr x="1589" y="23"/>
                    </p:animMotion>
                  </p:childTnLst>
                </p:cTn>
              </p:par>
            </p:tnLst>
          </p:tmpl>
        </p:tmplLst>
      </p:bldP>
    </p:bld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_Callout with small Non-bulleted">
    <p:spTree>
      <p:nvGrpSpPr>
        <p:cNvPr id="1" name=""/>
        <p:cNvGrpSpPr/>
        <p:nvPr/>
      </p:nvGrpSpPr>
      <p:grpSpPr>
        <a:xfrm>
          <a:off x="0" y="0"/>
          <a:ext cx="0" cy="0"/>
          <a:chOff x="0" y="0"/>
          <a:chExt cx="0" cy="0"/>
        </a:xfrm>
      </p:grpSpPr>
      <p:sp>
        <p:nvSpPr>
          <p:cNvPr id="14" name="Freeform: Shape 13"/>
          <p:cNvSpPr/>
          <p:nvPr userDrawn="1"/>
        </p:nvSpPr>
        <p:spPr>
          <a:xfrm>
            <a:off x="129521" y="0"/>
            <a:ext cx="4741280" cy="2353474"/>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3"/>
          <p:cNvSpPr>
            <a:spLocks noGrp="1"/>
          </p:cNvSpPr>
          <p:nvPr>
            <p:ph type="body" sz="quarter" idx="10" hasCustomPrompt="1"/>
          </p:nvPr>
        </p:nvSpPr>
        <p:spPr>
          <a:xfrm>
            <a:off x="6096000" y="431800"/>
            <a:ext cx="5371038" cy="1830245"/>
          </a:xfrm>
        </p:spPr>
        <p:txBody>
          <a:bodyPr wrap="square" lIns="146304" rIns="146304">
            <a:spAutoFit/>
          </a:bodyPr>
          <a:lstStyle>
            <a:lvl1pPr marL="0" marR="0" indent="0" algn="l" defTabSz="914367" rtl="0" eaLnBrk="1" fontAlgn="auto" latinLnBrk="0" hangingPunct="1">
              <a:lnSpc>
                <a:spcPct val="90000"/>
              </a:lnSpc>
              <a:spcBef>
                <a:spcPts val="1200"/>
              </a:spcBef>
              <a:spcAft>
                <a:spcPts val="0"/>
              </a:spcAft>
              <a:buClr>
                <a:schemeClr val="tx1"/>
              </a:buClr>
              <a:buSzPct val="90000"/>
              <a:buFont typeface="Wingdings" pitchFamily="2" charset="2"/>
              <a:buNone/>
              <a:tabLst/>
              <a:defRPr lang="en-US" sz="3137" kern="1200" spc="0" baseline="0" dirty="0">
                <a:gradFill>
                  <a:gsLst>
                    <a:gs pos="15000">
                      <a:schemeClr val="tx2"/>
                    </a:gs>
                    <a:gs pos="47000">
                      <a:schemeClr val="tx2"/>
                    </a:gs>
                  </a:gsLst>
                  <a:lin ang="5400000" scaled="1"/>
                </a:gradFill>
                <a:latin typeface="+mj-lt"/>
                <a:ea typeface="+mn-ea"/>
                <a:cs typeface="+mn-cs"/>
              </a:defRPr>
            </a:lvl1pPr>
            <a:lvl2pPr marL="0" indent="0">
              <a:buNone/>
              <a:defRPr sz="1961"/>
            </a:lvl2pPr>
            <a:lvl3pPr marL="227209" indent="0">
              <a:buNone/>
              <a:tabLst/>
              <a:defRPr sz="1961"/>
            </a:lvl3pPr>
            <a:lvl4pPr marL="451306" indent="0">
              <a:buNone/>
              <a:defRPr/>
            </a:lvl4pPr>
            <a:lvl5pPr marL="672290" indent="0">
              <a:buNone/>
              <a:tabLst/>
              <a:defRPr/>
            </a:lvl5pPr>
          </a:lstStyle>
          <a:p>
            <a:r>
              <a:rPr lang="en-US" dirty="0"/>
              <a:t>A short introduction</a:t>
            </a:r>
            <a:br>
              <a:rPr lang="en-US" dirty="0"/>
            </a:br>
            <a:r>
              <a:rPr lang="en-US" dirty="0"/>
              <a:t>to the data, revealing</a:t>
            </a:r>
            <a:br>
              <a:rPr lang="en-US" dirty="0"/>
            </a:br>
            <a:r>
              <a:rPr lang="en-US" dirty="0"/>
              <a:t>points one at a time, will enhance comprehension.</a:t>
            </a:r>
          </a:p>
        </p:txBody>
      </p:sp>
      <p:sp>
        <p:nvSpPr>
          <p:cNvPr id="9" name="Text Placeholder 8"/>
          <p:cNvSpPr>
            <a:spLocks noGrp="1"/>
          </p:cNvSpPr>
          <p:nvPr>
            <p:ph type="body" sz="quarter" idx="11"/>
          </p:nvPr>
        </p:nvSpPr>
        <p:spPr>
          <a:xfrm>
            <a:off x="293687" y="3436331"/>
            <a:ext cx="2286000" cy="1802032"/>
          </a:xfrm>
        </p:spPr>
        <p:txBody>
          <a:bodyPr lIns="182880" tIns="146304" rIns="182880"/>
          <a:lstStyle>
            <a:lvl1pPr marL="0" indent="0" algn="l">
              <a:buNone/>
              <a:defRPr sz="1600" b="1">
                <a:latin typeface="+mn-lt"/>
              </a:defRPr>
            </a:lvl1pPr>
            <a:lvl2pPr marL="0" indent="0" algn="l">
              <a:buNone/>
              <a:defRPr lang="en-US" sz="1400" b="0" kern="1200" dirty="0">
                <a:solidFill>
                  <a:schemeClr val="tx1"/>
                </a:solidFill>
                <a:latin typeface="+mn-lt"/>
                <a:ea typeface="+mn-ea"/>
                <a:cs typeface="+mn-cs"/>
              </a:defRPr>
            </a:lvl2pPr>
            <a:lvl3pPr marL="0" indent="0" algn="l">
              <a:buNone/>
              <a:defRPr sz="1200">
                <a:latin typeface="+mn-lt"/>
              </a:defRPr>
            </a:lvl3pPr>
            <a:lvl4pPr marL="0" indent="0" algn="l">
              <a:buNone/>
              <a:defRPr sz="1100">
                <a:latin typeface="+mn-lt"/>
              </a:defRPr>
            </a:lvl4pPr>
            <a:lvl5pPr marL="0" indent="0" algn="l">
              <a:buNone/>
              <a:defRPr sz="11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6"/>
          <p:cNvSpPr>
            <a:spLocks noGrp="1"/>
          </p:cNvSpPr>
          <p:nvPr>
            <p:ph type="title" hasCustomPrompt="1"/>
          </p:nvPr>
        </p:nvSpPr>
        <p:spPr>
          <a:xfrm>
            <a:off x="555244" y="0"/>
            <a:ext cx="4083304" cy="1926336"/>
          </a:xfrm>
          <a:prstGeom prst="rect">
            <a:avLst/>
          </a:prstGeom>
        </p:spPr>
        <p:txBody>
          <a:bodyPr lIns="146304" tIns="420624" rIns="146304" anchor="t" anchorCtr="0"/>
          <a:lstStyle>
            <a:lvl1pPr>
              <a:defRPr lang="en-US" sz="3200" b="0" kern="1200" spc="60" baseline="0" dirty="0">
                <a:solidFill>
                  <a:schemeClr val="bg1"/>
                </a:solidFill>
                <a:latin typeface="+mj-lt"/>
                <a:ea typeface="+mn-ea"/>
                <a:cs typeface="Segoe UI Semilight" panose="020B0402040204020203" pitchFamily="34" charset="0"/>
              </a:defRPr>
            </a:lvl1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title style</a:t>
            </a:r>
          </a:p>
        </p:txBody>
      </p:sp>
      <p:sp>
        <p:nvSpPr>
          <p:cNvPr id="12" name="Text Placeholder 8"/>
          <p:cNvSpPr>
            <a:spLocks noGrp="1"/>
          </p:cNvSpPr>
          <p:nvPr>
            <p:ph type="body" sz="quarter" idx="12"/>
          </p:nvPr>
        </p:nvSpPr>
        <p:spPr>
          <a:xfrm>
            <a:off x="2661017" y="3436331"/>
            <a:ext cx="2286000" cy="1802032"/>
          </a:xfrm>
        </p:spPr>
        <p:txBody>
          <a:bodyPr lIns="182880" tIns="146304" rIns="91440"/>
          <a:lstStyle>
            <a:lvl1pPr marL="0" indent="0" algn="l">
              <a:buNone/>
              <a:defRPr lang="en-US" sz="1600" b="1" kern="1200" dirty="0">
                <a:solidFill>
                  <a:schemeClr val="tx1">
                    <a:lumMod val="85000"/>
                    <a:lumOff val="15000"/>
                  </a:schemeClr>
                </a:solidFill>
                <a:latin typeface="+mn-lt"/>
                <a:ea typeface="+mn-ea"/>
                <a:cs typeface="+mn-cs"/>
              </a:defRPr>
            </a:lvl1pPr>
            <a:lvl2pPr marL="0" indent="0" algn="l">
              <a:buNone/>
              <a:defRPr lang="en-US" sz="1400" b="0" kern="1200" dirty="0">
                <a:solidFill>
                  <a:schemeClr val="tx1"/>
                </a:solidFill>
                <a:latin typeface="+mn-lt"/>
                <a:ea typeface="+mn-ea"/>
                <a:cs typeface="+mn-cs"/>
              </a:defRPr>
            </a:lvl2pPr>
            <a:lvl3pPr marL="0" indent="0" algn="l">
              <a:buNone/>
              <a:defRPr sz="1200" b="0">
                <a:latin typeface="+mn-lt"/>
              </a:defRPr>
            </a:lvl3pPr>
            <a:lvl4pPr marL="0" indent="0" algn="l">
              <a:buNone/>
              <a:defRPr sz="1100" b="0">
                <a:latin typeface="+mn-lt"/>
              </a:defRPr>
            </a:lvl4pPr>
            <a:lvl5pPr marL="0" indent="0" algn="l">
              <a:buNone/>
              <a:defRPr sz="1100" b="0">
                <a:latin typeface="+mn-lt"/>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marL="0" lvl="1" indent="0" algn="l" defTabSz="914400" rtl="0" eaLnBrk="1" latinLnBrk="0" hangingPunct="1">
              <a:lnSpc>
                <a:spcPct val="90000"/>
              </a:lnSpc>
              <a:spcBef>
                <a:spcPts val="1000"/>
              </a:spcBef>
              <a:buFont typeface="Arial" panose="020B0604020202020204" pitchFamily="34" charset="0"/>
              <a:buNone/>
            </a:pPr>
            <a:r>
              <a:rPr lang="en-US"/>
              <a:t>Second level</a:t>
            </a:r>
          </a:p>
          <a:p>
            <a:pPr marL="0" lvl="2" indent="0" algn="l" defTabSz="914400" rtl="0" eaLnBrk="1" latinLnBrk="0" hangingPunct="1">
              <a:lnSpc>
                <a:spcPct val="90000"/>
              </a:lnSpc>
              <a:spcBef>
                <a:spcPts val="1000"/>
              </a:spcBef>
              <a:buFont typeface="Arial" panose="020B0604020202020204" pitchFamily="34" charset="0"/>
              <a:buNone/>
            </a:pPr>
            <a:r>
              <a:rPr lang="en-US"/>
              <a:t>Third level</a:t>
            </a:r>
          </a:p>
          <a:p>
            <a:pPr marL="0" lvl="3" indent="0" algn="l" defTabSz="914400" rtl="0" eaLnBrk="1" latinLnBrk="0" hangingPunct="1">
              <a:lnSpc>
                <a:spcPct val="90000"/>
              </a:lnSpc>
              <a:spcBef>
                <a:spcPts val="1000"/>
              </a:spcBef>
              <a:buFont typeface="Arial" panose="020B0604020202020204" pitchFamily="34" charset="0"/>
              <a:buNone/>
            </a:pPr>
            <a:r>
              <a:rPr lang="en-US"/>
              <a:t>Fourth level</a:t>
            </a:r>
          </a:p>
          <a:p>
            <a:pPr marL="0" lvl="4" indent="0" algn="l" defTabSz="914400" rtl="0" eaLnBrk="1" latinLnBrk="0" hangingPunct="1">
              <a:lnSpc>
                <a:spcPct val="90000"/>
              </a:lnSpc>
              <a:spcBef>
                <a:spcPts val="1000"/>
              </a:spcBef>
              <a:buFont typeface="Arial" panose="020B0604020202020204" pitchFamily="34" charset="0"/>
              <a:buNone/>
            </a:pPr>
            <a:r>
              <a:rPr lang="en-US"/>
              <a:t>Fifth level</a:t>
            </a:r>
            <a:endParaRPr lang="en-US" dirty="0"/>
          </a:p>
        </p:txBody>
      </p:sp>
      <p:sp>
        <p:nvSpPr>
          <p:cNvPr id="10" name="Text Placeholder 8"/>
          <p:cNvSpPr>
            <a:spLocks noGrp="1"/>
          </p:cNvSpPr>
          <p:nvPr>
            <p:ph type="body" sz="quarter" idx="13"/>
          </p:nvPr>
        </p:nvSpPr>
        <p:spPr>
          <a:xfrm>
            <a:off x="5028347" y="3436331"/>
            <a:ext cx="2286000" cy="1802032"/>
          </a:xfrm>
        </p:spPr>
        <p:txBody>
          <a:bodyPr lIns="182880" tIns="146304" rIns="91440"/>
          <a:lstStyle>
            <a:lvl1pPr marL="0" indent="0" algn="l">
              <a:buNone/>
              <a:defRPr lang="en-US" sz="1600" b="1" kern="1200" dirty="0">
                <a:solidFill>
                  <a:schemeClr val="tx1">
                    <a:lumMod val="85000"/>
                    <a:lumOff val="15000"/>
                  </a:schemeClr>
                </a:solidFill>
                <a:latin typeface="+mn-lt"/>
                <a:ea typeface="+mn-ea"/>
                <a:cs typeface="+mn-cs"/>
              </a:defRPr>
            </a:lvl1pPr>
            <a:lvl2pPr marL="0" indent="0" algn="l">
              <a:buNone/>
              <a:defRPr sz="1400" b="0">
                <a:solidFill>
                  <a:schemeClr val="tx1"/>
                </a:solidFill>
                <a:latin typeface="+mn-lt"/>
              </a:defRPr>
            </a:lvl2pPr>
            <a:lvl3pPr marL="0" indent="0" algn="l">
              <a:buNone/>
              <a:defRPr sz="1200" b="0">
                <a:latin typeface="+mn-lt"/>
              </a:defRPr>
            </a:lvl3pPr>
            <a:lvl4pPr marL="0" indent="0" algn="l">
              <a:buNone/>
              <a:defRPr sz="1100" b="0">
                <a:latin typeface="+mn-lt"/>
              </a:defRPr>
            </a:lvl4pPr>
            <a:lvl5pPr marL="0" indent="0" algn="l">
              <a:buNone/>
              <a:defRPr sz="1100" b="0">
                <a:latin typeface="+mn-lt"/>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marL="0" lvl="1" indent="0" algn="l" defTabSz="914400" rtl="0" eaLnBrk="1" latinLnBrk="0" hangingPunct="1">
              <a:lnSpc>
                <a:spcPct val="90000"/>
              </a:lnSpc>
              <a:spcBef>
                <a:spcPts val="1000"/>
              </a:spcBef>
              <a:buFont typeface="Arial" panose="020B0604020202020204" pitchFamily="34" charset="0"/>
              <a:buNone/>
            </a:pPr>
            <a:r>
              <a:rPr lang="en-US"/>
              <a:t>Second level</a:t>
            </a:r>
          </a:p>
          <a:p>
            <a:pPr marL="0" lvl="2" indent="0" algn="l" defTabSz="914400" rtl="0" eaLnBrk="1" latinLnBrk="0" hangingPunct="1">
              <a:lnSpc>
                <a:spcPct val="90000"/>
              </a:lnSpc>
              <a:spcBef>
                <a:spcPts val="1000"/>
              </a:spcBef>
              <a:buFont typeface="Arial" panose="020B0604020202020204" pitchFamily="34" charset="0"/>
              <a:buNone/>
            </a:pPr>
            <a:r>
              <a:rPr lang="en-US"/>
              <a:t>Third level</a:t>
            </a:r>
          </a:p>
          <a:p>
            <a:pPr marL="0" lvl="3" indent="0" algn="l" defTabSz="914400" rtl="0" eaLnBrk="1" latinLnBrk="0" hangingPunct="1">
              <a:lnSpc>
                <a:spcPct val="90000"/>
              </a:lnSpc>
              <a:spcBef>
                <a:spcPts val="1000"/>
              </a:spcBef>
              <a:buFont typeface="Arial" panose="020B0604020202020204" pitchFamily="34" charset="0"/>
              <a:buNone/>
            </a:pPr>
            <a:r>
              <a:rPr lang="en-US"/>
              <a:t>Fourth level</a:t>
            </a:r>
          </a:p>
          <a:p>
            <a:pPr marL="0" lvl="4" indent="0" algn="l" defTabSz="914400" rtl="0" eaLnBrk="1" latinLnBrk="0" hangingPunct="1">
              <a:lnSpc>
                <a:spcPct val="90000"/>
              </a:lnSpc>
              <a:spcBef>
                <a:spcPts val="1000"/>
              </a:spcBef>
              <a:buFont typeface="Arial" panose="020B0604020202020204" pitchFamily="34" charset="0"/>
              <a:buNone/>
            </a:pPr>
            <a:r>
              <a:rPr lang="en-US"/>
              <a:t>Fifth level</a:t>
            </a:r>
            <a:endParaRPr lang="en-US" dirty="0"/>
          </a:p>
        </p:txBody>
      </p:sp>
      <p:sp>
        <p:nvSpPr>
          <p:cNvPr id="11" name="Text Placeholder 8"/>
          <p:cNvSpPr>
            <a:spLocks noGrp="1"/>
          </p:cNvSpPr>
          <p:nvPr>
            <p:ph type="body" sz="quarter" idx="14"/>
          </p:nvPr>
        </p:nvSpPr>
        <p:spPr>
          <a:xfrm>
            <a:off x="7395677" y="3436331"/>
            <a:ext cx="2286000" cy="1802032"/>
          </a:xfrm>
        </p:spPr>
        <p:txBody>
          <a:bodyPr lIns="182880" tIns="146304" rIns="91440"/>
          <a:lstStyle>
            <a:lvl1pPr marL="0" indent="0" algn="l">
              <a:buNone/>
              <a:defRPr lang="en-US" sz="1600" b="1" kern="1200" dirty="0">
                <a:solidFill>
                  <a:schemeClr val="tx1">
                    <a:lumMod val="85000"/>
                    <a:lumOff val="15000"/>
                  </a:schemeClr>
                </a:solidFill>
                <a:latin typeface="+mn-lt"/>
                <a:ea typeface="+mn-ea"/>
                <a:cs typeface="+mn-cs"/>
              </a:defRPr>
            </a:lvl1pPr>
            <a:lvl2pPr marL="0" indent="0" algn="l">
              <a:buNone/>
              <a:defRPr lang="en-US" sz="1400" b="0" kern="1200" dirty="0">
                <a:solidFill>
                  <a:schemeClr val="tx1"/>
                </a:solidFill>
                <a:latin typeface="+mn-lt"/>
                <a:ea typeface="+mn-ea"/>
                <a:cs typeface="+mn-cs"/>
              </a:defRPr>
            </a:lvl2pPr>
            <a:lvl3pPr marL="0" indent="0" algn="l">
              <a:buNone/>
              <a:defRPr sz="1200" b="0">
                <a:latin typeface="+mn-lt"/>
              </a:defRPr>
            </a:lvl3pPr>
            <a:lvl4pPr marL="0" indent="0" algn="l">
              <a:buNone/>
              <a:defRPr sz="1100" b="0">
                <a:latin typeface="+mn-lt"/>
              </a:defRPr>
            </a:lvl4pPr>
            <a:lvl5pPr marL="0" indent="0" algn="l">
              <a:buNone/>
              <a:defRPr sz="1100" b="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8"/>
          <p:cNvSpPr>
            <a:spLocks noGrp="1"/>
          </p:cNvSpPr>
          <p:nvPr>
            <p:ph type="body" sz="quarter" idx="15"/>
          </p:nvPr>
        </p:nvSpPr>
        <p:spPr>
          <a:xfrm>
            <a:off x="9763006" y="3436331"/>
            <a:ext cx="2286000" cy="1802032"/>
          </a:xfrm>
        </p:spPr>
        <p:txBody>
          <a:bodyPr lIns="182880" tIns="146304" rIns="91440"/>
          <a:lstStyle>
            <a:lvl1pPr marL="0" indent="0" algn="l">
              <a:buNone/>
              <a:defRPr lang="en-US" sz="1600" b="1" kern="1200" dirty="0">
                <a:solidFill>
                  <a:schemeClr val="tx1">
                    <a:lumMod val="85000"/>
                    <a:lumOff val="15000"/>
                  </a:schemeClr>
                </a:solidFill>
                <a:latin typeface="+mn-lt"/>
                <a:ea typeface="+mn-ea"/>
                <a:cs typeface="+mn-cs"/>
              </a:defRPr>
            </a:lvl1pPr>
            <a:lvl2pPr marL="0" indent="0" algn="l">
              <a:buNone/>
              <a:defRPr lang="en-US" sz="1400" b="0" kern="1200" dirty="0">
                <a:solidFill>
                  <a:schemeClr val="tx1"/>
                </a:solidFill>
                <a:latin typeface="+mn-lt"/>
                <a:ea typeface="+mn-ea"/>
                <a:cs typeface="+mn-cs"/>
              </a:defRPr>
            </a:lvl2pPr>
            <a:lvl3pPr marL="0" indent="0" algn="l">
              <a:buNone/>
              <a:defRPr sz="1200" b="0">
                <a:latin typeface="+mn-lt"/>
              </a:defRPr>
            </a:lvl3pPr>
            <a:lvl4pPr marL="0" indent="0" algn="l">
              <a:buNone/>
              <a:defRPr sz="1100" b="0">
                <a:latin typeface="+mn-lt"/>
              </a:defRPr>
            </a:lvl4pPr>
            <a:lvl5pPr marL="0" indent="0" algn="l">
              <a:buNone/>
              <a:defRPr sz="1100" b="0">
                <a:latin typeface="+mn-lt"/>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marL="0" lvl="1" indent="0" algn="l" defTabSz="914400" rtl="0" eaLnBrk="1" latinLnBrk="0" hangingPunct="1">
              <a:lnSpc>
                <a:spcPct val="90000"/>
              </a:lnSpc>
              <a:spcBef>
                <a:spcPts val="1000"/>
              </a:spcBef>
              <a:buFont typeface="Arial" panose="020B0604020202020204" pitchFamily="34" charset="0"/>
              <a:buNone/>
            </a:pPr>
            <a:r>
              <a:rPr lang="en-US"/>
              <a:t>Second level</a:t>
            </a:r>
          </a:p>
          <a:p>
            <a:pPr marL="0" lvl="2" indent="0" algn="l" defTabSz="914400" rtl="0" eaLnBrk="1" latinLnBrk="0" hangingPunct="1">
              <a:lnSpc>
                <a:spcPct val="90000"/>
              </a:lnSpc>
              <a:spcBef>
                <a:spcPts val="1000"/>
              </a:spcBef>
              <a:buFont typeface="Arial" panose="020B0604020202020204" pitchFamily="34" charset="0"/>
              <a:buNone/>
            </a:pPr>
            <a:r>
              <a:rPr lang="en-US"/>
              <a:t>Third level</a:t>
            </a:r>
          </a:p>
          <a:p>
            <a:pPr marL="0" lvl="3" indent="0" algn="l" defTabSz="914400" rtl="0" eaLnBrk="1" latinLnBrk="0" hangingPunct="1">
              <a:lnSpc>
                <a:spcPct val="90000"/>
              </a:lnSpc>
              <a:spcBef>
                <a:spcPts val="1000"/>
              </a:spcBef>
              <a:buFont typeface="Arial" panose="020B0604020202020204" pitchFamily="34" charset="0"/>
              <a:buNone/>
            </a:pPr>
            <a:r>
              <a:rPr lang="en-US"/>
              <a:t>Fourth level</a:t>
            </a:r>
          </a:p>
          <a:p>
            <a:pPr marL="0" lvl="4" indent="0" algn="l" defTabSz="914400" rtl="0" eaLnBrk="1" latinLnBrk="0" hangingPunct="1">
              <a:lnSpc>
                <a:spcPct val="90000"/>
              </a:lnSpc>
              <a:spcBef>
                <a:spcPts val="1000"/>
              </a:spcBef>
              <a:buFont typeface="Arial" panose="020B0604020202020204" pitchFamily="34" charset="0"/>
              <a:buNone/>
            </a:pPr>
            <a:r>
              <a:rPr lang="en-US"/>
              <a:t>Fifth level</a:t>
            </a:r>
            <a:endParaRPr lang="en-US" dirty="0"/>
          </a:p>
        </p:txBody>
      </p:sp>
      <p:sp>
        <p:nvSpPr>
          <p:cNvPr id="13"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2158804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tmplLst>
          <p:tmpl>
            <p:tnLst>
              <p:par>
                <p:cTn presetID="10" presetClass="entr" presetSubtype="0" fill="hold" nodeType="withEffect">
                  <p:stCondLst>
                    <p:cond delay="0"/>
                  </p:stCondLst>
                  <p:childTnLst>
                    <p:set>
                      <p:cBhvr>
                        <p:cTn dur="1" fill="hold">
                          <p:stCondLst>
                            <p:cond delay="0"/>
                          </p:stCondLst>
                        </p:cTn>
                        <p:tgtEl>
                          <p:spTgt spid="9"/>
                        </p:tgtEl>
                        <p:attrNameLst>
                          <p:attrName>style.visibility</p:attrName>
                        </p:attrNameLst>
                      </p:cBhvr>
                      <p:to>
                        <p:strVal val="visible"/>
                      </p:to>
                    </p:set>
                    <p:animEffect transition="in" filter="fade">
                      <p:cBhvr>
                        <p:cTn dur="500"/>
                        <p:tgtEl>
                          <p:spTgt spid="9"/>
                        </p:tgtEl>
                      </p:cBhvr>
                    </p:animEffect>
                  </p:childTnLst>
                </p:cTn>
              </p:par>
            </p:tnLst>
          </p:tmpl>
        </p:tmplLst>
      </p:bldP>
      <p:bldP spid="12" grpId="0">
        <p:tmplLst>
          <p:tmpl>
            <p:tnLst>
              <p:par>
                <p:cTn presetID="10"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500"/>
                        <p:tgtEl>
                          <p:spTgt spid="12"/>
                        </p:tgtEl>
                      </p:cBhvr>
                    </p:animEffect>
                  </p:childTnLst>
                </p:cTn>
              </p:par>
            </p:tnLst>
          </p:tmpl>
        </p:tmplLst>
      </p:bldP>
      <p:bldP spid="10" grpId="0">
        <p:tmplLst>
          <p:tmpl>
            <p:tnLst>
              <p:par>
                <p:cTn presetID="10" presetClass="entr" presetSubtype="0" fill="hold" nodeType="clickEffect">
                  <p:stCondLst>
                    <p:cond delay="0"/>
                  </p:stCondLst>
                  <p:childTnLst>
                    <p:set>
                      <p:cBhvr>
                        <p:cTn dur="1" fill="hold">
                          <p:stCondLst>
                            <p:cond delay="0"/>
                          </p:stCondLst>
                        </p:cTn>
                        <p:tgtEl>
                          <p:spTgt spid="10"/>
                        </p:tgtEl>
                        <p:attrNameLst>
                          <p:attrName>style.visibility</p:attrName>
                        </p:attrNameLst>
                      </p:cBhvr>
                      <p:to>
                        <p:strVal val="visible"/>
                      </p:to>
                    </p:set>
                    <p:animEffect transition="in" filter="fade">
                      <p:cBhvr>
                        <p:cTn dur="500"/>
                        <p:tgtEl>
                          <p:spTgt spid="10"/>
                        </p:tgtEl>
                      </p:cBhvr>
                    </p:animEffect>
                  </p:childTnLst>
                </p:cTn>
              </p:par>
            </p:tnLst>
          </p:tmpl>
        </p:tmplLst>
      </p:bldP>
      <p:bldP spid="11" grpId="0">
        <p:tmplLst>
          <p:tmpl>
            <p:tnLst>
              <p:par>
                <p:cTn presetID="10" presetClass="entr" presetSubtype="0" fill="hold" nodeType="clickEffect">
                  <p:stCondLst>
                    <p:cond delay="0"/>
                  </p:stCondLst>
                  <p:childTnLst>
                    <p:set>
                      <p:cBhvr>
                        <p:cTn dur="1" fill="hold">
                          <p:stCondLst>
                            <p:cond delay="0"/>
                          </p:stCondLst>
                        </p:cTn>
                        <p:tgtEl>
                          <p:spTgt spid="11"/>
                        </p:tgtEl>
                        <p:attrNameLst>
                          <p:attrName>style.visibility</p:attrName>
                        </p:attrNameLst>
                      </p:cBhvr>
                      <p:to>
                        <p:strVal val="visible"/>
                      </p:to>
                    </p:set>
                    <p:animEffect transition="in" filter="fade">
                      <p:cBhvr>
                        <p:cTn dur="500"/>
                        <p:tgtEl>
                          <p:spTgt spid="11"/>
                        </p:tgtEl>
                      </p:cBhvr>
                    </p:animEffect>
                  </p:childTnLst>
                </p:cTn>
              </p:par>
            </p:tnLst>
          </p:tmpl>
        </p:tmplLst>
      </p:bldP>
      <p:bldP spid="15" grpId="0">
        <p:tmplLst>
          <p:tmpl>
            <p:tnLst>
              <p:par>
                <p:cTn presetID="10" presetClass="entr" presetSubtype="0" fill="hold" nodeType="click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fade">
                      <p:cBhvr>
                        <p:cTn dur="500"/>
                        <p:tgtEl>
                          <p:spTgt spid="15"/>
                        </p:tgtEl>
                      </p:cBhvr>
                    </p:animEffect>
                  </p:childTnLst>
                </p:cTn>
              </p:par>
            </p:tnLst>
          </p:tmpl>
        </p:tmplLst>
      </p:bldP>
    </p:bldLst>
  </p:timing>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Title,  5 Pillars smaller text">
    <p:spTree>
      <p:nvGrpSpPr>
        <p:cNvPr id="1" name=""/>
        <p:cNvGrpSpPr/>
        <p:nvPr/>
      </p:nvGrpSpPr>
      <p:grpSpPr>
        <a:xfrm>
          <a:off x="0" y="0"/>
          <a:ext cx="0" cy="0"/>
          <a:chOff x="0" y="0"/>
          <a:chExt cx="0" cy="0"/>
        </a:xfrm>
      </p:grpSpPr>
      <p:sp>
        <p:nvSpPr>
          <p:cNvPr id="4" name="Rectangle 3"/>
          <p:cNvSpPr/>
          <p:nvPr userDrawn="1"/>
        </p:nvSpPr>
        <p:spPr>
          <a:xfrm>
            <a:off x="0" y="0"/>
            <a:ext cx="12192000" cy="12143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304800" y="2598127"/>
            <a:ext cx="3714704" cy="2524794"/>
          </a:xfrm>
        </p:spPr>
        <p:txBody>
          <a:bodyPr lIns="91440" rIns="91440"/>
          <a:lstStyle>
            <a:lvl1pPr algn="ctr">
              <a:spcAft>
                <a:spcPts val="3000"/>
              </a:spcAft>
              <a:defRPr sz="24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marL="0" indent="0" algn="ctr" defTabSz="914400" rtl="0" eaLnBrk="1" latinLnBrk="0" hangingPunct="1">
              <a:lnSpc>
                <a:spcPct val="90000"/>
              </a:lnSpc>
              <a:spcBef>
                <a:spcPts val="1000"/>
              </a:spcBef>
              <a:spcAft>
                <a:spcPts val="1200"/>
              </a:spcAft>
              <a:buFont typeface="Arial" panose="020B0604020202020204" pitchFamily="34" charset="0"/>
              <a:buNone/>
              <a:defRPr lang="en-US" sz="2000" kern="1200" dirty="0">
                <a:solidFill>
                  <a:schemeClr val="tx1"/>
                </a:solidFill>
                <a:latin typeface="Segoe UI Semilight" panose="020B0402040204020203" pitchFamily="34" charset="0"/>
                <a:ea typeface="+mn-ea"/>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2"/>
          <p:cNvSpPr>
            <a:spLocks noGrp="1"/>
          </p:cNvSpPr>
          <p:nvPr>
            <p:ph idx="14"/>
          </p:nvPr>
        </p:nvSpPr>
        <p:spPr>
          <a:xfrm>
            <a:off x="4168631" y="2598127"/>
            <a:ext cx="3840480" cy="2524794"/>
          </a:xfrm>
        </p:spPr>
        <p:txBody>
          <a:bodyPr lIns="91440" rIns="91440"/>
          <a:lstStyle>
            <a:lvl1pPr algn="ctr">
              <a:defRPr lang="en-US" sz="2400" kern="1200" dirty="0">
                <a:gradFill>
                  <a:gsLst>
                    <a:gs pos="15000">
                      <a:schemeClr val="tx2"/>
                    </a:gs>
                    <a:gs pos="47000">
                      <a:schemeClr val="tx2"/>
                    </a:gs>
                  </a:gsLst>
                  <a:lin ang="5400000" scaled="1"/>
                </a:gradFill>
                <a:latin typeface="Segoe UI Semilight" panose="020B0402040204020203" pitchFamily="34" charset="0"/>
                <a:ea typeface="+mn-ea"/>
                <a:cs typeface="Segoe UI Semilight" panose="020B0402040204020203" pitchFamily="34" charset="0"/>
              </a:defRPr>
            </a:lvl1pPr>
            <a:lvl2pPr marL="0" indent="0" algn="ctr" defTabSz="914400" rtl="0" eaLnBrk="1" latinLnBrk="0" hangingPunct="1">
              <a:lnSpc>
                <a:spcPct val="90000"/>
              </a:lnSpc>
              <a:spcBef>
                <a:spcPts val="1000"/>
              </a:spcBef>
              <a:spcAft>
                <a:spcPts val="1200"/>
              </a:spcAft>
              <a:buFont typeface="Arial" panose="020B0604020202020204" pitchFamily="34" charset="0"/>
              <a:buNone/>
              <a:defRPr lang="en-US" sz="2000" kern="1200" dirty="0">
                <a:solidFill>
                  <a:schemeClr val="tx1"/>
                </a:solidFill>
                <a:latin typeface="Segoe UI Semilight" panose="020B0402040204020203" pitchFamily="34" charset="0"/>
                <a:ea typeface="+mn-ea"/>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marL="0" lvl="0" indent="0" algn="ctr" defTabSz="914400" rtl="0" eaLnBrk="1" latinLnBrk="0" hangingPunct="1">
              <a:lnSpc>
                <a:spcPct val="90000"/>
              </a:lnSpc>
              <a:spcBef>
                <a:spcPts val="1000"/>
              </a:spcBef>
              <a:spcAft>
                <a:spcPts val="3000"/>
              </a:spcAft>
              <a:buFont typeface="Arial" panose="020B0604020202020204" pitchFamily="34" charset="0"/>
              <a:buNone/>
            </a:pPr>
            <a:r>
              <a:rPr lang="en-US"/>
              <a:t>Click to edit Master text styles</a:t>
            </a:r>
          </a:p>
          <a:p>
            <a:pPr marL="0" lvl="1" indent="0" algn="ctr" defTabSz="914400" rtl="0" eaLnBrk="1" latinLnBrk="0" hangingPunct="1">
              <a:lnSpc>
                <a:spcPct val="90000"/>
              </a:lnSpc>
              <a:spcBef>
                <a:spcPts val="1000"/>
              </a:spcBef>
              <a:spcAft>
                <a:spcPts val="3000"/>
              </a:spcAft>
              <a:buFont typeface="Arial" panose="020B0604020202020204" pitchFamily="34" charset="0"/>
              <a:buNone/>
            </a:pPr>
            <a:r>
              <a:rPr lang="en-US"/>
              <a:t>Second level</a:t>
            </a:r>
          </a:p>
          <a:p>
            <a:pPr marL="0" lvl="2" indent="0" algn="ctr" defTabSz="914400" rtl="0" eaLnBrk="1" latinLnBrk="0" hangingPunct="1">
              <a:lnSpc>
                <a:spcPct val="90000"/>
              </a:lnSpc>
              <a:spcBef>
                <a:spcPts val="1000"/>
              </a:spcBef>
              <a:spcAft>
                <a:spcPts val="3000"/>
              </a:spcAft>
              <a:buFont typeface="Arial" panose="020B0604020202020204" pitchFamily="34" charset="0"/>
              <a:buNone/>
            </a:pPr>
            <a:r>
              <a:rPr lang="en-US"/>
              <a:t>Third level</a:t>
            </a:r>
          </a:p>
          <a:p>
            <a:pPr marL="0" lvl="3" indent="0" algn="ctr" defTabSz="914400" rtl="0" eaLnBrk="1" latinLnBrk="0" hangingPunct="1">
              <a:lnSpc>
                <a:spcPct val="90000"/>
              </a:lnSpc>
              <a:spcBef>
                <a:spcPts val="1000"/>
              </a:spcBef>
              <a:spcAft>
                <a:spcPts val="3000"/>
              </a:spcAft>
              <a:buFont typeface="Arial" panose="020B0604020202020204" pitchFamily="34" charset="0"/>
              <a:buNone/>
            </a:pPr>
            <a:r>
              <a:rPr lang="en-US"/>
              <a:t>Fourth level</a:t>
            </a:r>
          </a:p>
          <a:p>
            <a:pPr marL="0" lvl="4" indent="0" algn="ctr" defTabSz="914400" rtl="0" eaLnBrk="1" latinLnBrk="0" hangingPunct="1">
              <a:lnSpc>
                <a:spcPct val="90000"/>
              </a:lnSpc>
              <a:spcBef>
                <a:spcPts val="1000"/>
              </a:spcBef>
              <a:spcAft>
                <a:spcPts val="3000"/>
              </a:spcAft>
              <a:buFont typeface="Arial" panose="020B0604020202020204" pitchFamily="34" charset="0"/>
              <a:buNone/>
            </a:pPr>
            <a:r>
              <a:rPr lang="en-US"/>
              <a:t>Fifth level</a:t>
            </a:r>
            <a:endParaRPr lang="en-US" dirty="0"/>
          </a:p>
        </p:txBody>
      </p:sp>
      <p:sp>
        <p:nvSpPr>
          <p:cNvPr id="9" name="Content Placeholder 2"/>
          <p:cNvSpPr>
            <a:spLocks noGrp="1"/>
          </p:cNvSpPr>
          <p:nvPr>
            <p:ph idx="15"/>
          </p:nvPr>
        </p:nvSpPr>
        <p:spPr>
          <a:xfrm>
            <a:off x="8158238" y="2598127"/>
            <a:ext cx="3773077" cy="2524794"/>
          </a:xfrm>
        </p:spPr>
        <p:txBody>
          <a:bodyPr lIns="91440" rIns="91440"/>
          <a:lstStyle>
            <a:lvl1pPr algn="ctr">
              <a:defRPr lang="en-US" sz="2400" kern="1200" dirty="0">
                <a:gradFill>
                  <a:gsLst>
                    <a:gs pos="15000">
                      <a:schemeClr val="tx2"/>
                    </a:gs>
                    <a:gs pos="47000">
                      <a:schemeClr val="tx2"/>
                    </a:gs>
                  </a:gsLst>
                  <a:lin ang="5400000" scaled="1"/>
                </a:gradFill>
                <a:latin typeface="Segoe UI Semilight" panose="020B0402040204020203" pitchFamily="34" charset="0"/>
                <a:ea typeface="+mn-ea"/>
                <a:cs typeface="Segoe UI Semilight" panose="020B0402040204020203" pitchFamily="34" charset="0"/>
              </a:defRPr>
            </a:lvl1pPr>
            <a:lvl2pPr marL="0" indent="0" algn="ctr" defTabSz="914400" rtl="0" eaLnBrk="1" latinLnBrk="0" hangingPunct="1">
              <a:lnSpc>
                <a:spcPct val="90000"/>
              </a:lnSpc>
              <a:spcBef>
                <a:spcPts val="1000"/>
              </a:spcBef>
              <a:spcAft>
                <a:spcPts val="1200"/>
              </a:spcAft>
              <a:buFont typeface="Arial" panose="020B0604020202020204" pitchFamily="34" charset="0"/>
              <a:buNone/>
              <a:defRPr lang="en-US" sz="2000" kern="1200" dirty="0">
                <a:solidFill>
                  <a:schemeClr val="tx1"/>
                </a:solidFill>
                <a:latin typeface="Segoe UI Semilight" panose="020B0402040204020203" pitchFamily="34" charset="0"/>
                <a:ea typeface="+mn-ea"/>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marL="0" lvl="0" indent="0" algn="ctr" defTabSz="914400" rtl="0" eaLnBrk="1" latinLnBrk="0" hangingPunct="1">
              <a:lnSpc>
                <a:spcPct val="90000"/>
              </a:lnSpc>
              <a:spcBef>
                <a:spcPts val="1000"/>
              </a:spcBef>
              <a:spcAft>
                <a:spcPts val="3000"/>
              </a:spcAft>
              <a:buFont typeface="Arial" panose="020B0604020202020204" pitchFamily="34" charset="0"/>
              <a:buNone/>
            </a:pPr>
            <a:r>
              <a:rPr lang="en-US"/>
              <a:t>Click to edit Master text styles</a:t>
            </a:r>
          </a:p>
          <a:p>
            <a:pPr marL="0" lvl="1" indent="0" algn="ctr" defTabSz="914400" rtl="0" eaLnBrk="1" latinLnBrk="0" hangingPunct="1">
              <a:lnSpc>
                <a:spcPct val="90000"/>
              </a:lnSpc>
              <a:spcBef>
                <a:spcPts val="1000"/>
              </a:spcBef>
              <a:spcAft>
                <a:spcPts val="3000"/>
              </a:spcAft>
              <a:buFont typeface="Arial" panose="020B0604020202020204" pitchFamily="34" charset="0"/>
              <a:buNone/>
            </a:pPr>
            <a:r>
              <a:rPr lang="en-US"/>
              <a:t>Second level</a:t>
            </a:r>
          </a:p>
          <a:p>
            <a:pPr marL="0" lvl="2" indent="0" algn="ctr" defTabSz="914400" rtl="0" eaLnBrk="1" latinLnBrk="0" hangingPunct="1">
              <a:lnSpc>
                <a:spcPct val="90000"/>
              </a:lnSpc>
              <a:spcBef>
                <a:spcPts val="1000"/>
              </a:spcBef>
              <a:spcAft>
                <a:spcPts val="3000"/>
              </a:spcAft>
              <a:buFont typeface="Arial" panose="020B0604020202020204" pitchFamily="34" charset="0"/>
              <a:buNone/>
            </a:pPr>
            <a:r>
              <a:rPr lang="en-US"/>
              <a:t>Third level</a:t>
            </a:r>
          </a:p>
          <a:p>
            <a:pPr marL="0" lvl="3" indent="0" algn="ctr" defTabSz="914400" rtl="0" eaLnBrk="1" latinLnBrk="0" hangingPunct="1">
              <a:lnSpc>
                <a:spcPct val="90000"/>
              </a:lnSpc>
              <a:spcBef>
                <a:spcPts val="1000"/>
              </a:spcBef>
              <a:spcAft>
                <a:spcPts val="3000"/>
              </a:spcAft>
              <a:buFont typeface="Arial" panose="020B0604020202020204" pitchFamily="34" charset="0"/>
              <a:buNone/>
            </a:pPr>
            <a:r>
              <a:rPr lang="en-US"/>
              <a:t>Fourth level</a:t>
            </a:r>
          </a:p>
          <a:p>
            <a:pPr marL="0" lvl="4" indent="0" algn="ctr" defTabSz="914400" rtl="0" eaLnBrk="1" latinLnBrk="0" hangingPunct="1">
              <a:lnSpc>
                <a:spcPct val="90000"/>
              </a:lnSpc>
              <a:spcBef>
                <a:spcPts val="1000"/>
              </a:spcBef>
              <a:spcAft>
                <a:spcPts val="3000"/>
              </a:spcAft>
              <a:buFont typeface="Arial" panose="020B0604020202020204" pitchFamily="34" charset="0"/>
              <a:buNone/>
            </a:pPr>
            <a:r>
              <a:rPr lang="en-US"/>
              <a:t>Fifth level</a:t>
            </a:r>
            <a:endParaRPr lang="en-US" dirty="0"/>
          </a:p>
        </p:txBody>
      </p:sp>
      <p:sp>
        <p:nvSpPr>
          <p:cNvPr id="11" name="Freeform: Shape 10"/>
          <p:cNvSpPr/>
          <p:nvPr userDrawn="1"/>
        </p:nvSpPr>
        <p:spPr>
          <a:xfrm>
            <a:off x="129521" y="0"/>
            <a:ext cx="2749481" cy="1364786"/>
          </a:xfrm>
          <a:custGeom>
            <a:avLst/>
            <a:gdLst>
              <a:gd name="connsiteX0" fmla="*/ 0 w 4741280"/>
              <a:gd name="connsiteY0" fmla="*/ 0 h 2353474"/>
              <a:gd name="connsiteX1" fmla="*/ 4741280 w 4741280"/>
              <a:gd name="connsiteY1" fmla="*/ 0 h 2353474"/>
              <a:gd name="connsiteX2" fmla="*/ 4729949 w 4741280"/>
              <a:gd name="connsiteY2" fmla="*/ 224399 h 2353474"/>
              <a:gd name="connsiteX3" fmla="*/ 2370640 w 4741280"/>
              <a:gd name="connsiteY3" fmla="*/ 2353474 h 2353474"/>
              <a:gd name="connsiteX4" fmla="*/ 11331 w 4741280"/>
              <a:gd name="connsiteY4" fmla="*/ 224399 h 2353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1280" h="2353474">
                <a:moveTo>
                  <a:pt x="0" y="0"/>
                </a:moveTo>
                <a:lnTo>
                  <a:pt x="4741280" y="0"/>
                </a:lnTo>
                <a:lnTo>
                  <a:pt x="4729949" y="224399"/>
                </a:lnTo>
                <a:cubicBezTo>
                  <a:pt x="4608502" y="1420269"/>
                  <a:pt x="3598552" y="2353474"/>
                  <a:pt x="2370640" y="2353474"/>
                </a:cubicBezTo>
                <a:cubicBezTo>
                  <a:pt x="1142728" y="2353474"/>
                  <a:pt x="132779" y="1420269"/>
                  <a:pt x="11331" y="224399"/>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hasCustomPrompt="1"/>
          </p:nvPr>
        </p:nvSpPr>
        <p:spPr>
          <a:xfrm>
            <a:off x="316322" y="339408"/>
            <a:ext cx="2375877" cy="535531"/>
          </a:xfrm>
        </p:spPr>
        <p:txBody>
          <a:bodyPr/>
          <a:lstStyle>
            <a:lvl1pPr algn="ctr">
              <a:defRPr lang="en-US" sz="3200" b="0" i="0" kern="1200" spc="60" baseline="0" dirty="0">
                <a:solidFill>
                  <a:schemeClr val="bg1"/>
                </a:solidFill>
                <a:latin typeface="+mj-lt"/>
                <a:ea typeface="+mn-ea"/>
                <a:cs typeface="Segoe UI Semilight" panose="020B0402040204020203" pitchFamily="34" charset="0"/>
              </a:defRPr>
            </a:lvl1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a:t>
            </a:r>
          </a:p>
        </p:txBody>
      </p:sp>
      <p:sp>
        <p:nvSpPr>
          <p:cNvPr id="10" name="Text Placeholder 9"/>
          <p:cNvSpPr>
            <a:spLocks noGrp="1"/>
          </p:cNvSpPr>
          <p:nvPr>
            <p:ph type="body" sz="quarter" idx="16"/>
          </p:nvPr>
        </p:nvSpPr>
        <p:spPr>
          <a:xfrm>
            <a:off x="2879003" y="419100"/>
            <a:ext cx="9084398" cy="13700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31538659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5 Pillars smaller text">
    <p:spTree>
      <p:nvGrpSpPr>
        <p:cNvPr id="1" name=""/>
        <p:cNvGrpSpPr/>
        <p:nvPr/>
      </p:nvGrpSpPr>
      <p:grpSpPr>
        <a:xfrm>
          <a:off x="0" y="0"/>
          <a:ext cx="0" cy="0"/>
          <a:chOff x="0" y="0"/>
          <a:chExt cx="0" cy="0"/>
        </a:xfrm>
      </p:grpSpPr>
      <p:sp>
        <p:nvSpPr>
          <p:cNvPr id="4" name="Rectangle 3"/>
          <p:cNvSpPr/>
          <p:nvPr userDrawn="1"/>
        </p:nvSpPr>
        <p:spPr>
          <a:xfrm>
            <a:off x="0" y="0"/>
            <a:ext cx="12192000" cy="12143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68658" y="3493674"/>
            <a:ext cx="2377440" cy="2226763"/>
          </a:xfrm>
        </p:spPr>
        <p:txBody>
          <a:bodyPr lIns="146304" rIns="146304"/>
          <a:lstStyle>
            <a:lvl1pPr algn="ctr">
              <a:defRPr sz="22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a:xfrm>
            <a:off x="11747687" y="6465381"/>
            <a:ext cx="431425" cy="365125"/>
          </a:xfrm>
          <a:prstGeom prst="rect">
            <a:avLst/>
          </a:prstGeom>
        </p:spPr>
        <p:txBody>
          <a:bodyPr/>
          <a:lstStyle/>
          <a:p>
            <a:fld id="{5AE1514C-5E56-4738-A1FF-4B1CFD2A3E36}" type="slidenum">
              <a:rPr lang="en-US" smtClean="0"/>
              <a:t>‹#›</a:t>
            </a:fld>
            <a:endParaRPr lang="en-US" dirty="0"/>
          </a:p>
        </p:txBody>
      </p:sp>
      <p:sp>
        <p:nvSpPr>
          <p:cNvPr id="7" name="Content Placeholder 2"/>
          <p:cNvSpPr>
            <a:spLocks noGrp="1"/>
          </p:cNvSpPr>
          <p:nvPr>
            <p:ph idx="14"/>
          </p:nvPr>
        </p:nvSpPr>
        <p:spPr>
          <a:xfrm>
            <a:off x="2483635" y="3493674"/>
            <a:ext cx="2377440" cy="2226763"/>
          </a:xfrm>
        </p:spPr>
        <p:txBody>
          <a:bodyPr lIns="146304" rIns="146304"/>
          <a:lstStyle>
            <a:lvl1pPr algn="ctr">
              <a:defRPr sz="22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5"/>
          </p:nvPr>
        </p:nvSpPr>
        <p:spPr>
          <a:xfrm>
            <a:off x="4898612" y="3493674"/>
            <a:ext cx="2377440" cy="2226763"/>
          </a:xfrm>
        </p:spPr>
        <p:txBody>
          <a:bodyPr lIns="146304" rIns="146304"/>
          <a:lstStyle>
            <a:lvl1pPr algn="ctr">
              <a:defRPr sz="22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idx="16"/>
          </p:nvPr>
        </p:nvSpPr>
        <p:spPr>
          <a:xfrm>
            <a:off x="7313589" y="3493674"/>
            <a:ext cx="2377440" cy="2226763"/>
          </a:xfrm>
        </p:spPr>
        <p:txBody>
          <a:bodyPr lIns="146304" rIns="146304"/>
          <a:lstStyle>
            <a:lvl1pPr algn="ctr">
              <a:defRPr sz="22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2"/>
          <p:cNvSpPr>
            <a:spLocks noGrp="1"/>
          </p:cNvSpPr>
          <p:nvPr>
            <p:ph idx="17"/>
          </p:nvPr>
        </p:nvSpPr>
        <p:spPr>
          <a:xfrm>
            <a:off x="9728566" y="3493674"/>
            <a:ext cx="2377440" cy="2226763"/>
          </a:xfrm>
        </p:spPr>
        <p:txBody>
          <a:bodyPr lIns="146304" rIns="146304"/>
          <a:lstStyle>
            <a:lvl1pPr algn="ctr">
              <a:defRPr sz="2200">
                <a:gradFill>
                  <a:gsLst>
                    <a:gs pos="15000">
                      <a:schemeClr val="tx2"/>
                    </a:gs>
                    <a:gs pos="47000">
                      <a:schemeClr val="tx2"/>
                    </a:gs>
                  </a:gsLst>
                  <a:lin ang="5400000" scaled="1"/>
                </a:gradFill>
                <a:latin typeface="Segoe UI Semilight" panose="020B0402040204020203" pitchFamily="34" charset="0"/>
                <a:cs typeface="Segoe UI Semilight" panose="020B04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Rectangle 11"/>
          <p:cNvSpPr/>
          <p:nvPr userDrawn="1"/>
        </p:nvSpPr>
        <p:spPr>
          <a:xfrm>
            <a:off x="297258" y="3382066"/>
            <a:ext cx="192024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userDrawn="1"/>
        </p:nvSpPr>
        <p:spPr>
          <a:xfrm>
            <a:off x="2712235" y="3382066"/>
            <a:ext cx="192024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p:cNvSpPr/>
          <p:nvPr userDrawn="1"/>
        </p:nvSpPr>
        <p:spPr>
          <a:xfrm>
            <a:off x="7542189" y="3382066"/>
            <a:ext cx="192024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p:cNvSpPr/>
          <p:nvPr userDrawn="1"/>
        </p:nvSpPr>
        <p:spPr>
          <a:xfrm>
            <a:off x="9957166" y="3382066"/>
            <a:ext cx="192024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p:cNvSpPr/>
          <p:nvPr userDrawn="1"/>
        </p:nvSpPr>
        <p:spPr>
          <a:xfrm>
            <a:off x="5127212" y="3382066"/>
            <a:ext cx="192024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 Placeholder 7"/>
          <p:cNvSpPr>
            <a:spLocks noGrp="1"/>
          </p:cNvSpPr>
          <p:nvPr>
            <p:ph type="body" sz="quarter" idx="13" hasCustomPrompt="1"/>
          </p:nvPr>
        </p:nvSpPr>
        <p:spPr>
          <a:xfrm>
            <a:off x="0" y="470361"/>
            <a:ext cx="12192000" cy="535531"/>
          </a:xfrm>
        </p:spPr>
        <p:txBody>
          <a:bodyPr/>
          <a:lstStyle>
            <a:lvl1pPr marL="0" indent="0" algn="ctr" defTabSz="914400" rtl="0" eaLnBrk="1" latinLnBrk="0" hangingPunct="1">
              <a:lnSpc>
                <a:spcPct val="90000"/>
              </a:lnSpc>
              <a:spcBef>
                <a:spcPts val="1000"/>
              </a:spcBef>
              <a:buFont typeface="Arial" panose="020B0604020202020204" pitchFamily="34" charset="0"/>
              <a:buNone/>
              <a:defRPr lang="en-US" sz="3200" b="0" kern="1200" dirty="0">
                <a:solidFill>
                  <a:schemeClr val="tx1">
                    <a:lumMod val="85000"/>
                    <a:lumOff val="15000"/>
                  </a:schemeClr>
                </a:solidFill>
                <a:latin typeface="+mj-lt"/>
                <a:ea typeface="+mn-ea"/>
                <a:cs typeface="Segoe UI Semilight" panose="020B0402040204020203" pitchFamily="34" charset="0"/>
              </a:defRPr>
            </a:lvl1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title style</a:t>
            </a:r>
          </a:p>
        </p:txBody>
      </p:sp>
      <p:sp>
        <p:nvSpPr>
          <p:cNvPr id="17" name="Content Placeholder 2"/>
          <p:cNvSpPr>
            <a:spLocks noGrp="1"/>
          </p:cNvSpPr>
          <p:nvPr>
            <p:ph idx="18" hasCustomPrompt="1"/>
          </p:nvPr>
        </p:nvSpPr>
        <p:spPr>
          <a:xfrm>
            <a:off x="68658" y="2577396"/>
            <a:ext cx="2377440" cy="840230"/>
          </a:xfrm>
        </p:spPr>
        <p:txBody>
          <a:bodyPr lIns="146304" rIns="146304"/>
          <a:lstStyle>
            <a:lvl1pPr marL="0" algn="ctr" defTabSz="914400" rtl="0" eaLnBrk="1" latinLnBrk="0" hangingPunct="1">
              <a:defRPr lang="en-US" sz="5400" kern="1200" dirty="0">
                <a:solidFill>
                  <a:schemeClr val="tx1"/>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18" name="Content Placeholder 2"/>
          <p:cNvSpPr>
            <a:spLocks noGrp="1"/>
          </p:cNvSpPr>
          <p:nvPr>
            <p:ph idx="19" hasCustomPrompt="1"/>
          </p:nvPr>
        </p:nvSpPr>
        <p:spPr>
          <a:xfrm>
            <a:off x="2483635" y="2577396"/>
            <a:ext cx="2377440" cy="840230"/>
          </a:xfrm>
        </p:spPr>
        <p:txBody>
          <a:bodyPr lIns="146304" rIns="146304"/>
          <a:lstStyle>
            <a:lvl1pPr algn="ctr">
              <a:defRPr lang="en-US" sz="5400" b="1" kern="1200" dirty="0">
                <a:solidFill>
                  <a:schemeClr val="tx1"/>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dirty="0"/>
              <a:t>#</a:t>
            </a:r>
          </a:p>
        </p:txBody>
      </p:sp>
      <p:sp>
        <p:nvSpPr>
          <p:cNvPr id="19" name="Content Placeholder 2"/>
          <p:cNvSpPr>
            <a:spLocks noGrp="1"/>
          </p:cNvSpPr>
          <p:nvPr>
            <p:ph idx="20" hasCustomPrompt="1"/>
          </p:nvPr>
        </p:nvSpPr>
        <p:spPr>
          <a:xfrm>
            <a:off x="4898612" y="2577396"/>
            <a:ext cx="2377440" cy="840230"/>
          </a:xfrm>
        </p:spPr>
        <p:txBody>
          <a:bodyPr vert="horz" wrap="square" lIns="146304" tIns="45720" rIns="146304" bIns="45720" rtlCol="0">
            <a:spAutoFit/>
          </a:bodyPr>
          <a:lstStyle>
            <a:lvl1pPr algn="ctr">
              <a:defRPr lang="en-US" sz="5400" dirty="0">
                <a:solidFill>
                  <a:schemeClr val="tx1"/>
                </a:solidFill>
                <a:latin typeface="Segoe UI Black" panose="020B0A02040204020203" pitchFamily="34" charset="0"/>
                <a:ea typeface="Segoe UI Black" panose="020B0A02040204020203" pitchFamily="34" charset="0"/>
                <a:cs typeface="Segoe UI Black" panose="020B0A02040204020203" pitchFamily="34" charset="0"/>
              </a:defRPr>
            </a:lvl1pPr>
          </a:lstStyle>
          <a:p>
            <a:pPr lvl="0" algn="ctr"/>
            <a:r>
              <a:rPr lang="en-US" dirty="0"/>
              <a:t>#</a:t>
            </a:r>
          </a:p>
        </p:txBody>
      </p:sp>
      <p:sp>
        <p:nvSpPr>
          <p:cNvPr id="20" name="Content Placeholder 2"/>
          <p:cNvSpPr>
            <a:spLocks noGrp="1"/>
          </p:cNvSpPr>
          <p:nvPr>
            <p:ph idx="21" hasCustomPrompt="1"/>
          </p:nvPr>
        </p:nvSpPr>
        <p:spPr>
          <a:xfrm>
            <a:off x="7313589" y="2577396"/>
            <a:ext cx="2377440" cy="840230"/>
          </a:xfrm>
        </p:spPr>
        <p:txBody>
          <a:bodyPr vert="horz" wrap="square" lIns="146304" tIns="45720" rIns="146304" bIns="45720" rtlCol="0">
            <a:spAutoFit/>
          </a:bodyPr>
          <a:lstStyle>
            <a:lvl1pPr algn="ctr">
              <a:defRPr lang="en-US" sz="5400" dirty="0">
                <a:solidFill>
                  <a:schemeClr val="tx1"/>
                </a:solidFill>
                <a:latin typeface="Segoe UI Black" panose="020B0A02040204020203" pitchFamily="34" charset="0"/>
                <a:ea typeface="Segoe UI Black" panose="020B0A02040204020203" pitchFamily="34" charset="0"/>
                <a:cs typeface="Segoe UI Black" panose="020B0A02040204020203" pitchFamily="34" charset="0"/>
              </a:defRPr>
            </a:lvl1pPr>
          </a:lstStyle>
          <a:p>
            <a:pPr lvl="0" algn="ctr"/>
            <a:r>
              <a:rPr lang="en-US" dirty="0"/>
              <a:t>#</a:t>
            </a:r>
          </a:p>
        </p:txBody>
      </p:sp>
      <p:sp>
        <p:nvSpPr>
          <p:cNvPr id="21" name="Content Placeholder 2"/>
          <p:cNvSpPr>
            <a:spLocks noGrp="1"/>
          </p:cNvSpPr>
          <p:nvPr>
            <p:ph idx="22" hasCustomPrompt="1"/>
          </p:nvPr>
        </p:nvSpPr>
        <p:spPr>
          <a:xfrm>
            <a:off x="9728566" y="2577396"/>
            <a:ext cx="2377440" cy="840230"/>
          </a:xfrm>
        </p:spPr>
        <p:txBody>
          <a:bodyPr vert="horz" wrap="square" lIns="146304" tIns="45720" rIns="146304" bIns="45720" rtlCol="0">
            <a:spAutoFit/>
          </a:bodyPr>
          <a:lstStyle>
            <a:lvl1pPr algn="ctr">
              <a:defRPr lang="en-US" sz="5400" dirty="0">
                <a:solidFill>
                  <a:schemeClr val="tx1"/>
                </a:solidFill>
                <a:latin typeface="Segoe UI Black" panose="020B0A02040204020203" pitchFamily="34" charset="0"/>
                <a:ea typeface="Segoe UI Black" panose="020B0A02040204020203" pitchFamily="34" charset="0"/>
                <a:cs typeface="Segoe UI Black" panose="020B0A02040204020203" pitchFamily="34" charset="0"/>
              </a:defRPr>
            </a:lvl1pPr>
          </a:lstStyle>
          <a:p>
            <a:pPr lvl="0" algn="ctr"/>
            <a:r>
              <a:rPr lang="en-US" dirty="0"/>
              <a:t>#</a:t>
            </a:r>
          </a:p>
        </p:txBody>
      </p:sp>
    </p:spTree>
    <p:extLst>
      <p:ext uri="{BB962C8B-B14F-4D97-AF65-F5344CB8AC3E}">
        <p14:creationId xmlns:p14="http://schemas.microsoft.com/office/powerpoint/2010/main" val="324911818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decel="10000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750" fill="hold"/>
                                            <p:tgtEl>
                                              <p:spTgt spid="12"/>
                                            </p:tgtEl>
                                            <p:attrNameLst>
                                              <p:attrName>ppt_x</p:attrName>
                                            </p:attrNameLst>
                                          </p:cBhvr>
                                          <p:tavLst>
                                            <p:tav tm="0">
                                              <p:val>
                                                <p:strVal val="#ppt_x"/>
                                              </p:val>
                                            </p:tav>
                                            <p:tav tm="100000">
                                              <p:val>
                                                <p:strVal val="#ppt_x"/>
                                              </p:val>
                                            </p:tav>
                                          </p:tavLst>
                                        </p:anim>
                                        <p:anim calcmode="lin" valueType="num">
                                          <p:cBhvr additive="base">
                                            <p:cTn id="8" dur="75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1" fill="hold" grpId="0" nodeType="withEffect" p14:presetBounceEnd="32000">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 calcmode="lin" valueType="num" p14:bounceEnd="32000">
                                          <p:cBhvr additive="base">
                                            <p:cTn id="11" dur="750" fill="hold"/>
                                            <p:tgtEl>
                                              <p:spTgt spid="17">
                                                <p:txEl>
                                                  <p:pRg st="0" end="0"/>
                                                </p:txEl>
                                              </p:spTgt>
                                            </p:tgtEl>
                                            <p:attrNameLst>
                                              <p:attrName>ppt_x</p:attrName>
                                            </p:attrNameLst>
                                          </p:cBhvr>
                                          <p:tavLst>
                                            <p:tav tm="0">
                                              <p:val>
                                                <p:strVal val="#ppt_x"/>
                                              </p:val>
                                            </p:tav>
                                            <p:tav tm="100000">
                                              <p:val>
                                                <p:strVal val="#ppt_x"/>
                                              </p:val>
                                            </p:tav>
                                          </p:tavLst>
                                        </p:anim>
                                        <p:anim calcmode="lin" valueType="num" p14:bounceEnd="32000">
                                          <p:cBhvr additive="base">
                                            <p:cTn id="12" dur="750" fill="hold"/>
                                            <p:tgtEl>
                                              <p:spTgt spid="17">
                                                <p:txEl>
                                                  <p:pRg st="0" end="0"/>
                                                </p:txEl>
                                              </p:spTgt>
                                            </p:tgtEl>
                                            <p:attrNameLst>
                                              <p:attrName>ppt_y</p:attrName>
                                            </p:attrNameLst>
                                          </p:cBhvr>
                                          <p:tavLst>
                                            <p:tav tm="0">
                                              <p:val>
                                                <p:strVal val="0-#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 calcmode="lin" valueType="num">
                                          <p:cBhvr additive="base">
                                            <p:cTn id="15" dur="750" fill="hold"/>
                                            <p:tgtEl>
                                              <p:spTgt spid="3"/>
                                            </p:tgtEl>
                                            <p:attrNameLst>
                                              <p:attrName>ppt_x</p:attrName>
                                            </p:attrNameLst>
                                          </p:cBhvr>
                                          <p:tavLst>
                                            <p:tav tm="0">
                                              <p:val>
                                                <p:strVal val="#ppt_x"/>
                                              </p:val>
                                            </p:tav>
                                            <p:tav tm="100000">
                                              <p:val>
                                                <p:strVal val="#ppt_x"/>
                                              </p:val>
                                            </p:tav>
                                          </p:tavLst>
                                        </p:anim>
                                        <p:anim calcmode="lin" valueType="num">
                                          <p:cBhvr additive="base">
                                            <p:cTn id="16" dur="75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decel="10000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 calcmode="lin" valueType="num">
                                          <p:cBhvr additive="base">
                                            <p:cTn id="21" dur="750" fill="hold"/>
                                            <p:tgtEl>
                                              <p:spTgt spid="13"/>
                                            </p:tgtEl>
                                            <p:attrNameLst>
                                              <p:attrName>ppt_x</p:attrName>
                                            </p:attrNameLst>
                                          </p:cBhvr>
                                          <p:tavLst>
                                            <p:tav tm="0">
                                              <p:val>
                                                <p:strVal val="#ppt_x"/>
                                              </p:val>
                                            </p:tav>
                                            <p:tav tm="100000">
                                              <p:val>
                                                <p:strVal val="#ppt_x"/>
                                              </p:val>
                                            </p:tav>
                                          </p:tavLst>
                                        </p:anim>
                                        <p:anim calcmode="lin" valueType="num">
                                          <p:cBhvr additive="base">
                                            <p:cTn id="22" dur="750" fill="hold"/>
                                            <p:tgtEl>
                                              <p:spTgt spid="13"/>
                                            </p:tgtEl>
                                            <p:attrNameLst>
                                              <p:attrName>ppt_y</p:attrName>
                                            </p:attrNameLst>
                                          </p:cBhvr>
                                          <p:tavLst>
                                            <p:tav tm="0">
                                              <p:val>
                                                <p:strVal val="1+#ppt_h/2"/>
                                              </p:val>
                                            </p:tav>
                                            <p:tav tm="100000">
                                              <p:val>
                                                <p:strVal val="#ppt_y"/>
                                              </p:val>
                                            </p:tav>
                                          </p:tavLst>
                                        </p:anim>
                                      </p:childTnLst>
                                    </p:cTn>
                                  </p:par>
                                  <p:par>
                                    <p:cTn id="23" presetID="2" presetClass="entr" presetSubtype="1" fill="hold" grpId="0" nodeType="withEffect" p14:presetBounceEnd="32000">
                                      <p:stCondLst>
                                        <p:cond delay="0"/>
                                      </p:stCondLst>
                                      <p:childTnLst>
                                        <p:set>
                                          <p:cBhvr>
                                            <p:cTn id="24" dur="1" fill="hold">
                                              <p:stCondLst>
                                                <p:cond delay="0"/>
                                              </p:stCondLst>
                                            </p:cTn>
                                            <p:tgtEl>
                                              <p:spTgt spid="18">
                                                <p:txEl>
                                                  <p:pRg st="0" end="0"/>
                                                </p:txEl>
                                              </p:spTgt>
                                            </p:tgtEl>
                                            <p:attrNameLst>
                                              <p:attrName>style.visibility</p:attrName>
                                            </p:attrNameLst>
                                          </p:cBhvr>
                                          <p:to>
                                            <p:strVal val="visible"/>
                                          </p:to>
                                        </p:set>
                                        <p:anim calcmode="lin" valueType="num" p14:bounceEnd="32000">
                                          <p:cBhvr additive="base">
                                            <p:cTn id="25" dur="750" fill="hold"/>
                                            <p:tgtEl>
                                              <p:spTgt spid="18">
                                                <p:txEl>
                                                  <p:pRg st="0" end="0"/>
                                                </p:txEl>
                                              </p:spTgt>
                                            </p:tgtEl>
                                            <p:attrNameLst>
                                              <p:attrName>ppt_x</p:attrName>
                                            </p:attrNameLst>
                                          </p:cBhvr>
                                          <p:tavLst>
                                            <p:tav tm="0">
                                              <p:val>
                                                <p:strVal val="#ppt_x"/>
                                              </p:val>
                                            </p:tav>
                                            <p:tav tm="100000">
                                              <p:val>
                                                <p:strVal val="#ppt_x"/>
                                              </p:val>
                                            </p:tav>
                                          </p:tavLst>
                                        </p:anim>
                                        <p:anim calcmode="lin" valueType="num" p14:bounceEnd="32000">
                                          <p:cBhvr additive="base">
                                            <p:cTn id="26" dur="750" fill="hold"/>
                                            <p:tgtEl>
                                              <p:spTgt spid="18">
                                                <p:txEl>
                                                  <p:pRg st="0" end="0"/>
                                                </p:txEl>
                                              </p:spTgt>
                                            </p:tgtEl>
                                            <p:attrNameLst>
                                              <p:attrName>ppt_y</p:attrName>
                                            </p:attrNameLst>
                                          </p:cBhvr>
                                          <p:tavLst>
                                            <p:tav tm="0">
                                              <p:val>
                                                <p:strVal val="0-#ppt_h/2"/>
                                              </p:val>
                                            </p:tav>
                                            <p:tav tm="100000">
                                              <p:val>
                                                <p:strVal val="#ppt_y"/>
                                              </p:val>
                                            </p:tav>
                                          </p:tavLst>
                                        </p:anim>
                                      </p:childTnLst>
                                    </p:cTn>
                                  </p:par>
                                  <p:par>
                                    <p:cTn id="27" presetID="2" presetClass="entr" presetSubtype="4"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750" fill="hold"/>
                                            <p:tgtEl>
                                              <p:spTgt spid="7"/>
                                            </p:tgtEl>
                                            <p:attrNameLst>
                                              <p:attrName>ppt_x</p:attrName>
                                            </p:attrNameLst>
                                          </p:cBhvr>
                                          <p:tavLst>
                                            <p:tav tm="0">
                                              <p:val>
                                                <p:strVal val="#ppt_x"/>
                                              </p:val>
                                            </p:tav>
                                            <p:tav tm="100000">
                                              <p:val>
                                                <p:strVal val="#ppt_x"/>
                                              </p:val>
                                            </p:tav>
                                          </p:tavLst>
                                        </p:anim>
                                        <p:anim calcmode="lin" valueType="num">
                                          <p:cBhvr additive="base">
                                            <p:cTn id="30" dur="75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decel="10000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750" fill="hold"/>
                                            <p:tgtEl>
                                              <p:spTgt spid="16"/>
                                            </p:tgtEl>
                                            <p:attrNameLst>
                                              <p:attrName>ppt_x</p:attrName>
                                            </p:attrNameLst>
                                          </p:cBhvr>
                                          <p:tavLst>
                                            <p:tav tm="0">
                                              <p:val>
                                                <p:strVal val="#ppt_x"/>
                                              </p:val>
                                            </p:tav>
                                            <p:tav tm="100000">
                                              <p:val>
                                                <p:strVal val="#ppt_x"/>
                                              </p:val>
                                            </p:tav>
                                          </p:tavLst>
                                        </p:anim>
                                        <p:anim calcmode="lin" valueType="num">
                                          <p:cBhvr additive="base">
                                            <p:cTn id="36" dur="750" fill="hold"/>
                                            <p:tgtEl>
                                              <p:spTgt spid="16"/>
                                            </p:tgtEl>
                                            <p:attrNameLst>
                                              <p:attrName>ppt_y</p:attrName>
                                            </p:attrNameLst>
                                          </p:cBhvr>
                                          <p:tavLst>
                                            <p:tav tm="0">
                                              <p:val>
                                                <p:strVal val="1+#ppt_h/2"/>
                                              </p:val>
                                            </p:tav>
                                            <p:tav tm="100000">
                                              <p:val>
                                                <p:strVal val="#ppt_y"/>
                                              </p:val>
                                            </p:tav>
                                          </p:tavLst>
                                        </p:anim>
                                      </p:childTnLst>
                                    </p:cTn>
                                  </p:par>
                                  <p:par>
                                    <p:cTn id="37" presetID="2" presetClass="entr" presetSubtype="1" fill="hold" grpId="0" nodeType="withEffect" p14:presetBounceEnd="32000">
                                      <p:stCondLst>
                                        <p:cond delay="0"/>
                                      </p:stCondLst>
                                      <p:childTnLst>
                                        <p:set>
                                          <p:cBhvr>
                                            <p:cTn id="38" dur="1" fill="hold">
                                              <p:stCondLst>
                                                <p:cond delay="0"/>
                                              </p:stCondLst>
                                            </p:cTn>
                                            <p:tgtEl>
                                              <p:spTgt spid="19"/>
                                            </p:tgtEl>
                                            <p:attrNameLst>
                                              <p:attrName>style.visibility</p:attrName>
                                            </p:attrNameLst>
                                          </p:cBhvr>
                                          <p:to>
                                            <p:strVal val="visible"/>
                                          </p:to>
                                        </p:set>
                                        <p:anim calcmode="lin" valueType="num" p14:bounceEnd="32000">
                                          <p:cBhvr additive="base">
                                            <p:cTn id="39" dur="750" fill="hold"/>
                                            <p:tgtEl>
                                              <p:spTgt spid="19"/>
                                            </p:tgtEl>
                                            <p:attrNameLst>
                                              <p:attrName>ppt_x</p:attrName>
                                            </p:attrNameLst>
                                          </p:cBhvr>
                                          <p:tavLst>
                                            <p:tav tm="0">
                                              <p:val>
                                                <p:strVal val="#ppt_x"/>
                                              </p:val>
                                            </p:tav>
                                            <p:tav tm="100000">
                                              <p:val>
                                                <p:strVal val="#ppt_x"/>
                                              </p:val>
                                            </p:tav>
                                          </p:tavLst>
                                        </p:anim>
                                        <p:anim calcmode="lin" valueType="num" p14:bounceEnd="32000">
                                          <p:cBhvr additive="base">
                                            <p:cTn id="40" dur="750" fill="hold"/>
                                            <p:tgtEl>
                                              <p:spTgt spid="19"/>
                                            </p:tgtEl>
                                            <p:attrNameLst>
                                              <p:attrName>ppt_y</p:attrName>
                                            </p:attrNameLst>
                                          </p:cBhvr>
                                          <p:tavLst>
                                            <p:tav tm="0">
                                              <p:val>
                                                <p:strVal val="0-#ppt_h/2"/>
                                              </p:val>
                                            </p:tav>
                                            <p:tav tm="100000">
                                              <p:val>
                                                <p:strVal val="#ppt_y"/>
                                              </p:val>
                                            </p:tav>
                                          </p:tavLst>
                                        </p:anim>
                                      </p:childTnLst>
                                    </p:cTn>
                                  </p:par>
                                  <p:par>
                                    <p:cTn id="41" presetID="2" presetClass="entr" presetSubtype="4" decel="10000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anim calcmode="lin" valueType="num">
                                          <p:cBhvr additive="base">
                                            <p:cTn id="43" dur="750" fill="hold"/>
                                            <p:tgtEl>
                                              <p:spTgt spid="9"/>
                                            </p:tgtEl>
                                            <p:attrNameLst>
                                              <p:attrName>ppt_x</p:attrName>
                                            </p:attrNameLst>
                                          </p:cBhvr>
                                          <p:tavLst>
                                            <p:tav tm="0">
                                              <p:val>
                                                <p:strVal val="#ppt_x"/>
                                              </p:val>
                                            </p:tav>
                                            <p:tav tm="100000">
                                              <p:val>
                                                <p:strVal val="#ppt_x"/>
                                              </p:val>
                                            </p:tav>
                                          </p:tavLst>
                                        </p:anim>
                                        <p:anim calcmode="lin" valueType="num">
                                          <p:cBhvr additive="base">
                                            <p:cTn id="44" dur="75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decel="100000"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750" fill="hold"/>
                                            <p:tgtEl>
                                              <p:spTgt spid="14"/>
                                            </p:tgtEl>
                                            <p:attrNameLst>
                                              <p:attrName>ppt_x</p:attrName>
                                            </p:attrNameLst>
                                          </p:cBhvr>
                                          <p:tavLst>
                                            <p:tav tm="0">
                                              <p:val>
                                                <p:strVal val="#ppt_x"/>
                                              </p:val>
                                            </p:tav>
                                            <p:tav tm="100000">
                                              <p:val>
                                                <p:strVal val="#ppt_x"/>
                                              </p:val>
                                            </p:tav>
                                          </p:tavLst>
                                        </p:anim>
                                        <p:anim calcmode="lin" valueType="num">
                                          <p:cBhvr additive="base">
                                            <p:cTn id="50" dur="75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1" fill="hold" grpId="0" nodeType="withEffect" p14:presetBounceEnd="32000">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14:bounceEnd="32000">
                                          <p:cBhvr additive="base">
                                            <p:cTn id="53" dur="750" fill="hold"/>
                                            <p:tgtEl>
                                              <p:spTgt spid="20"/>
                                            </p:tgtEl>
                                            <p:attrNameLst>
                                              <p:attrName>ppt_x</p:attrName>
                                            </p:attrNameLst>
                                          </p:cBhvr>
                                          <p:tavLst>
                                            <p:tav tm="0">
                                              <p:val>
                                                <p:strVal val="#ppt_x"/>
                                              </p:val>
                                            </p:tav>
                                            <p:tav tm="100000">
                                              <p:val>
                                                <p:strVal val="#ppt_x"/>
                                              </p:val>
                                            </p:tav>
                                          </p:tavLst>
                                        </p:anim>
                                        <p:anim calcmode="lin" valueType="num" p14:bounceEnd="32000">
                                          <p:cBhvr additive="base">
                                            <p:cTn id="54" dur="750" fill="hold"/>
                                            <p:tgtEl>
                                              <p:spTgt spid="20"/>
                                            </p:tgtEl>
                                            <p:attrNameLst>
                                              <p:attrName>ppt_y</p:attrName>
                                            </p:attrNameLst>
                                          </p:cBhvr>
                                          <p:tavLst>
                                            <p:tav tm="0">
                                              <p:val>
                                                <p:strVal val="0-#ppt_h/2"/>
                                              </p:val>
                                            </p:tav>
                                            <p:tav tm="100000">
                                              <p:val>
                                                <p:strVal val="#ppt_y"/>
                                              </p:val>
                                            </p:tav>
                                          </p:tavLst>
                                        </p:anim>
                                      </p:childTnLst>
                                    </p:cTn>
                                  </p:par>
                                  <p:par>
                                    <p:cTn id="55" presetID="2" presetClass="entr" presetSubtype="4" decel="100000" fill="hold" grpId="0" nodeType="withEffect">
                                      <p:stCondLst>
                                        <p:cond delay="0"/>
                                      </p:stCondLst>
                                      <p:childTnLst>
                                        <p:set>
                                          <p:cBhvr>
                                            <p:cTn id="56" dur="1" fill="hold">
                                              <p:stCondLst>
                                                <p:cond delay="0"/>
                                              </p:stCondLst>
                                            </p:cTn>
                                            <p:tgtEl>
                                              <p:spTgt spid="10"/>
                                            </p:tgtEl>
                                            <p:attrNameLst>
                                              <p:attrName>style.visibility</p:attrName>
                                            </p:attrNameLst>
                                          </p:cBhvr>
                                          <p:to>
                                            <p:strVal val="visible"/>
                                          </p:to>
                                        </p:set>
                                        <p:anim calcmode="lin" valueType="num">
                                          <p:cBhvr additive="base">
                                            <p:cTn id="57" dur="750" fill="hold"/>
                                            <p:tgtEl>
                                              <p:spTgt spid="10"/>
                                            </p:tgtEl>
                                            <p:attrNameLst>
                                              <p:attrName>ppt_x</p:attrName>
                                            </p:attrNameLst>
                                          </p:cBhvr>
                                          <p:tavLst>
                                            <p:tav tm="0">
                                              <p:val>
                                                <p:strVal val="#ppt_x"/>
                                              </p:val>
                                            </p:tav>
                                            <p:tav tm="100000">
                                              <p:val>
                                                <p:strVal val="#ppt_x"/>
                                              </p:val>
                                            </p:tav>
                                          </p:tavLst>
                                        </p:anim>
                                        <p:anim calcmode="lin" valueType="num">
                                          <p:cBhvr additive="base">
                                            <p:cTn id="58" dur="75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decel="100000"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750" fill="hold"/>
                                            <p:tgtEl>
                                              <p:spTgt spid="15"/>
                                            </p:tgtEl>
                                            <p:attrNameLst>
                                              <p:attrName>ppt_x</p:attrName>
                                            </p:attrNameLst>
                                          </p:cBhvr>
                                          <p:tavLst>
                                            <p:tav tm="0">
                                              <p:val>
                                                <p:strVal val="#ppt_x"/>
                                              </p:val>
                                            </p:tav>
                                            <p:tav tm="100000">
                                              <p:val>
                                                <p:strVal val="#ppt_x"/>
                                              </p:val>
                                            </p:tav>
                                          </p:tavLst>
                                        </p:anim>
                                        <p:anim calcmode="lin" valueType="num">
                                          <p:cBhvr additive="base">
                                            <p:cTn id="64" dur="750" fill="hold"/>
                                            <p:tgtEl>
                                              <p:spTgt spid="15"/>
                                            </p:tgtEl>
                                            <p:attrNameLst>
                                              <p:attrName>ppt_y</p:attrName>
                                            </p:attrNameLst>
                                          </p:cBhvr>
                                          <p:tavLst>
                                            <p:tav tm="0">
                                              <p:val>
                                                <p:strVal val="1+#ppt_h/2"/>
                                              </p:val>
                                            </p:tav>
                                            <p:tav tm="100000">
                                              <p:val>
                                                <p:strVal val="#ppt_y"/>
                                              </p:val>
                                            </p:tav>
                                          </p:tavLst>
                                        </p:anim>
                                      </p:childTnLst>
                                    </p:cTn>
                                  </p:par>
                                  <p:par>
                                    <p:cTn id="65" presetID="2" presetClass="entr" presetSubtype="1" fill="hold" grpId="0" nodeType="withEffect" p14:presetBounceEnd="32000">
                                      <p:stCondLst>
                                        <p:cond delay="0"/>
                                      </p:stCondLst>
                                      <p:childTnLst>
                                        <p:set>
                                          <p:cBhvr>
                                            <p:cTn id="66" dur="1" fill="hold">
                                              <p:stCondLst>
                                                <p:cond delay="0"/>
                                              </p:stCondLst>
                                            </p:cTn>
                                            <p:tgtEl>
                                              <p:spTgt spid="21"/>
                                            </p:tgtEl>
                                            <p:attrNameLst>
                                              <p:attrName>style.visibility</p:attrName>
                                            </p:attrNameLst>
                                          </p:cBhvr>
                                          <p:to>
                                            <p:strVal val="visible"/>
                                          </p:to>
                                        </p:set>
                                        <p:anim calcmode="lin" valueType="num" p14:bounceEnd="32000">
                                          <p:cBhvr additive="base">
                                            <p:cTn id="67" dur="750" fill="hold"/>
                                            <p:tgtEl>
                                              <p:spTgt spid="21"/>
                                            </p:tgtEl>
                                            <p:attrNameLst>
                                              <p:attrName>ppt_x</p:attrName>
                                            </p:attrNameLst>
                                          </p:cBhvr>
                                          <p:tavLst>
                                            <p:tav tm="0">
                                              <p:val>
                                                <p:strVal val="#ppt_x"/>
                                              </p:val>
                                            </p:tav>
                                            <p:tav tm="100000">
                                              <p:val>
                                                <p:strVal val="#ppt_x"/>
                                              </p:val>
                                            </p:tav>
                                          </p:tavLst>
                                        </p:anim>
                                        <p:anim calcmode="lin" valueType="num" p14:bounceEnd="32000">
                                          <p:cBhvr additive="base">
                                            <p:cTn id="68" dur="750" fill="hold"/>
                                            <p:tgtEl>
                                              <p:spTgt spid="21"/>
                                            </p:tgtEl>
                                            <p:attrNameLst>
                                              <p:attrName>ppt_y</p:attrName>
                                            </p:attrNameLst>
                                          </p:cBhvr>
                                          <p:tavLst>
                                            <p:tav tm="0">
                                              <p:val>
                                                <p:strVal val="0-#ppt_h/2"/>
                                              </p:val>
                                            </p:tav>
                                            <p:tav tm="100000">
                                              <p:val>
                                                <p:strVal val="#ppt_y"/>
                                              </p:val>
                                            </p:tav>
                                          </p:tavLst>
                                        </p:anim>
                                      </p:childTnLst>
                                    </p:cTn>
                                  </p:par>
                                  <p:par>
                                    <p:cTn id="69" presetID="2" presetClass="entr" presetSubtype="4" decel="100000" fill="hold" grpId="0" nodeType="withEffect">
                                      <p:stCondLst>
                                        <p:cond delay="0"/>
                                      </p:stCondLst>
                                      <p:childTnLst>
                                        <p:set>
                                          <p:cBhvr>
                                            <p:cTn id="70" dur="1" fill="hold">
                                              <p:stCondLst>
                                                <p:cond delay="0"/>
                                              </p:stCondLst>
                                            </p:cTn>
                                            <p:tgtEl>
                                              <p:spTgt spid="11"/>
                                            </p:tgtEl>
                                            <p:attrNameLst>
                                              <p:attrName>style.visibility</p:attrName>
                                            </p:attrNameLst>
                                          </p:cBhvr>
                                          <p:to>
                                            <p:strVal val="visible"/>
                                          </p:to>
                                        </p:set>
                                        <p:anim calcmode="lin" valueType="num">
                                          <p:cBhvr additive="base">
                                            <p:cTn id="71" dur="750" fill="hold"/>
                                            <p:tgtEl>
                                              <p:spTgt spid="11"/>
                                            </p:tgtEl>
                                            <p:attrNameLst>
                                              <p:attrName>ppt_x</p:attrName>
                                            </p:attrNameLst>
                                          </p:cBhvr>
                                          <p:tavLst>
                                            <p:tav tm="0">
                                              <p:val>
                                                <p:strVal val="#ppt_x"/>
                                              </p:val>
                                            </p:tav>
                                            <p:tav tm="100000">
                                              <p:val>
                                                <p:strVal val="#ppt_x"/>
                                              </p:val>
                                            </p:tav>
                                          </p:tavLst>
                                        </p:anim>
                                        <p:anim calcmode="lin" valueType="num">
                                          <p:cBhvr additive="base">
                                            <p:cTn id="72" dur="75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tmplLst>
              <p:tmpl>
                <p:tnLst>
                  <p:par>
                    <p:cTn presetID="2" presetClass="entr" presetSubtype="4" decel="100000" fill="hold" nodeType="withEffect">
                      <p:stCondLst>
                        <p:cond delay="0"/>
                      </p:stCondLst>
                      <p:childTnLst>
                        <p:set>
                          <p:cBhvr>
                            <p:cTn dur="1" fill="hold">
                              <p:stCondLst>
                                <p:cond delay="0"/>
                              </p:stCondLst>
                            </p:cTn>
                            <p:tgtEl>
                              <p:spTgt spid="3"/>
                            </p:tgtEl>
                            <p:attrNameLst>
                              <p:attrName>style.visibility</p:attrName>
                            </p:attrNameLst>
                          </p:cBhvr>
                          <p:to>
                            <p:strVal val="visible"/>
                          </p:to>
                        </p:set>
                        <p:anim calcmode="lin" valueType="num">
                          <p:cBhvr additive="base">
                            <p:cTn dur="750" fill="hold"/>
                            <p:tgtEl>
                              <p:spTgt spid="3"/>
                            </p:tgtEl>
                            <p:attrNameLst>
                              <p:attrName>ppt_x</p:attrName>
                            </p:attrNameLst>
                          </p:cBhvr>
                          <p:tavLst>
                            <p:tav tm="0">
                              <p:val>
                                <p:strVal val="#ppt_x"/>
                              </p:val>
                            </p:tav>
                            <p:tav tm="100000">
                              <p:val>
                                <p:strVal val="#ppt_x"/>
                              </p:val>
                            </p:tav>
                          </p:tavLst>
                        </p:anim>
                        <p:anim calcmode="lin" valueType="num">
                          <p:cBhvr additive="base">
                            <p:cTn dur="750" fill="hold"/>
                            <p:tgtEl>
                              <p:spTgt spid="3"/>
                            </p:tgtEl>
                            <p:attrNameLst>
                              <p:attrName>ppt_y</p:attrName>
                            </p:attrNameLst>
                          </p:cBhvr>
                          <p:tavLst>
                            <p:tav tm="0">
                              <p:val>
                                <p:strVal val="1+#ppt_h/2"/>
                              </p:val>
                            </p:tav>
                            <p:tav tm="100000">
                              <p:val>
                                <p:strVal val="#ppt_y"/>
                              </p:val>
                            </p:tav>
                          </p:tavLst>
                        </p:anim>
                      </p:childTnLst>
                    </p:cTn>
                  </p:par>
                </p:tnLst>
              </p:tmpl>
            </p:tmplLst>
          </p:bldP>
          <p:bldP spid="7" grpId="0" uiExpand="1">
            <p:tmplLst>
              <p:tmpl>
                <p:tnLst>
                  <p:par>
                    <p:cTn presetID="2" presetClass="entr" presetSubtype="4" decel="100000" fill="hold" nodeType="withEffect">
                      <p:stCondLst>
                        <p:cond delay="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ppt_x"/>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9" grpId="0">
            <p:tmplLst>
              <p:tmpl>
                <p:tnLst>
                  <p:par>
                    <p:cTn presetID="2" presetClass="entr" presetSubtype="4" decel="100000" fill="hold" nodeType="withEffect">
                      <p:stCondLst>
                        <p:cond delay="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ppt_x"/>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10" grpId="0">
            <p:tmplLst>
              <p:tmpl>
                <p:tnLst>
                  <p:par>
                    <p:cTn presetID="2" presetClass="entr" presetSubtype="4" decel="100000" fill="hold" nodeType="withEffect">
                      <p:stCondLst>
                        <p:cond delay="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750" fill="hold"/>
                            <p:tgtEl>
                              <p:spTgt spid="10"/>
                            </p:tgtEl>
                            <p:attrNameLst>
                              <p:attrName>ppt_x</p:attrName>
                            </p:attrNameLst>
                          </p:cBhvr>
                          <p:tavLst>
                            <p:tav tm="0">
                              <p:val>
                                <p:strVal val="#ppt_x"/>
                              </p:val>
                            </p:tav>
                            <p:tav tm="100000">
                              <p:val>
                                <p:strVal val="#ppt_x"/>
                              </p:val>
                            </p:tav>
                          </p:tavLst>
                        </p:anim>
                        <p:anim calcmode="lin" valueType="num">
                          <p:cBhvr additive="base">
                            <p:cTn dur="750" fill="hold"/>
                            <p:tgtEl>
                              <p:spTgt spid="10"/>
                            </p:tgtEl>
                            <p:attrNameLst>
                              <p:attrName>ppt_y</p:attrName>
                            </p:attrNameLst>
                          </p:cBhvr>
                          <p:tavLst>
                            <p:tav tm="0">
                              <p:val>
                                <p:strVal val="1+#ppt_h/2"/>
                              </p:val>
                            </p:tav>
                            <p:tav tm="100000">
                              <p:val>
                                <p:strVal val="#ppt_y"/>
                              </p:val>
                            </p:tav>
                          </p:tavLst>
                        </p:anim>
                      </p:childTnLst>
                    </p:cTn>
                  </p:par>
                </p:tnLst>
              </p:tmpl>
            </p:tmplLst>
          </p:bldP>
          <p:bldP spid="11" grpId="0">
            <p:tmplLst>
              <p:tmpl>
                <p:tnLst>
                  <p:par>
                    <p:cTn presetID="2" presetClass="entr" presetSubtype="4" de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ppt_x"/>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2" grpId="0" animBg="1"/>
          <p:bldP spid="13" grpId="0" animBg="1"/>
          <p:bldP spid="14" grpId="0" animBg="1"/>
          <p:bldP spid="15" grpId="0" animBg="1"/>
          <p:bldP spid="16" grpId="0" animBg="1"/>
          <p:bldP spid="17" grpId="0" uiExpand="1" build="p">
            <p:tmplLst>
              <p:tmpl lvl="1">
                <p:tnLst>
                  <p:par>
                    <p:cTn presetID="2" presetClass="entr" presetSubtype="1" fill="hold" nodeType="withEffect" p14:presetBounceEnd="32000">
                      <p:stCondLst>
                        <p:cond delay="0"/>
                      </p:stCondLst>
                      <p:childTnLst>
                        <p:set>
                          <p:cBhvr>
                            <p:cTn dur="1" fill="hold">
                              <p:stCondLst>
                                <p:cond delay="0"/>
                              </p:stCondLst>
                            </p:cTn>
                            <p:tgtEl>
                              <p:spTgt spid="17"/>
                            </p:tgtEl>
                            <p:attrNameLst>
                              <p:attrName>style.visibility</p:attrName>
                            </p:attrNameLst>
                          </p:cBhvr>
                          <p:to>
                            <p:strVal val="visible"/>
                          </p:to>
                        </p:set>
                        <p:anim calcmode="lin" valueType="num" p14:bounceEnd="32000">
                          <p:cBhvr additive="base">
                            <p:cTn dur="750" fill="hold"/>
                            <p:tgtEl>
                              <p:spTgt spid="17"/>
                            </p:tgtEl>
                            <p:attrNameLst>
                              <p:attrName>ppt_x</p:attrName>
                            </p:attrNameLst>
                          </p:cBhvr>
                          <p:tavLst>
                            <p:tav tm="0">
                              <p:val>
                                <p:strVal val="#ppt_x"/>
                              </p:val>
                            </p:tav>
                            <p:tav tm="100000">
                              <p:val>
                                <p:strVal val="#ppt_x"/>
                              </p:val>
                            </p:tav>
                          </p:tavLst>
                        </p:anim>
                        <p:anim calcmode="lin" valueType="num" p14:bounceEnd="32000">
                          <p:cBhvr additive="base">
                            <p:cTn dur="750" fill="hold"/>
                            <p:tgtEl>
                              <p:spTgt spid="17"/>
                            </p:tgtEl>
                            <p:attrNameLst>
                              <p:attrName>ppt_y</p:attrName>
                            </p:attrNameLst>
                          </p:cBhvr>
                          <p:tavLst>
                            <p:tav tm="0">
                              <p:val>
                                <p:strVal val="0-#ppt_h/2"/>
                              </p:val>
                            </p:tav>
                            <p:tav tm="100000">
                              <p:val>
                                <p:strVal val="#ppt_y"/>
                              </p:val>
                            </p:tav>
                          </p:tavLst>
                        </p:anim>
                      </p:childTnLst>
                    </p:cTn>
                  </p:par>
                </p:tnLst>
              </p:tmpl>
              <p:tmpl lvl="2">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3">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4">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5">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8" grpId="0" uiExpand="1" build="p">
            <p:tmplLst>
              <p:tmpl lvl="1">
                <p:tnLst>
                  <p:par>
                    <p:cTn presetID="2" presetClass="entr" presetSubtype="1" fill="hold" nodeType="withEffect" p14:presetBounceEnd="32000">
                      <p:stCondLst>
                        <p:cond delay="0"/>
                      </p:stCondLst>
                      <p:childTnLst>
                        <p:set>
                          <p:cBhvr>
                            <p:cTn dur="1" fill="hold">
                              <p:stCondLst>
                                <p:cond delay="0"/>
                              </p:stCondLst>
                            </p:cTn>
                            <p:tgtEl>
                              <p:spTgt spid="18"/>
                            </p:tgtEl>
                            <p:attrNameLst>
                              <p:attrName>style.visibility</p:attrName>
                            </p:attrNameLst>
                          </p:cBhvr>
                          <p:to>
                            <p:strVal val="visible"/>
                          </p:to>
                        </p:set>
                        <p:anim calcmode="lin" valueType="num" p14:bounceEnd="32000">
                          <p:cBhvr additive="base">
                            <p:cTn dur="750" fill="hold"/>
                            <p:tgtEl>
                              <p:spTgt spid="18"/>
                            </p:tgtEl>
                            <p:attrNameLst>
                              <p:attrName>ppt_x</p:attrName>
                            </p:attrNameLst>
                          </p:cBhvr>
                          <p:tavLst>
                            <p:tav tm="0">
                              <p:val>
                                <p:strVal val="#ppt_x"/>
                              </p:val>
                            </p:tav>
                            <p:tav tm="100000">
                              <p:val>
                                <p:strVal val="#ppt_x"/>
                              </p:val>
                            </p:tav>
                          </p:tavLst>
                        </p:anim>
                        <p:anim calcmode="lin" valueType="num" p14:bounceEnd="32000">
                          <p:cBhvr additive="base">
                            <p:cTn dur="750" fill="hold"/>
                            <p:tgtEl>
                              <p:spTgt spid="18"/>
                            </p:tgtEl>
                            <p:attrNameLst>
                              <p:attrName>ppt_y</p:attrName>
                            </p:attrNameLst>
                          </p:cBhvr>
                          <p:tavLst>
                            <p:tav tm="0">
                              <p:val>
                                <p:strVal val="0-#ppt_h/2"/>
                              </p:val>
                            </p:tav>
                            <p:tav tm="100000">
                              <p:val>
                                <p:strVal val="#ppt_y"/>
                              </p:val>
                            </p:tav>
                          </p:tavLst>
                        </p:anim>
                      </p:childTnLst>
                    </p:cTn>
                  </p:par>
                </p:tnLst>
              </p:tmpl>
              <p:tmpl lvl="2">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3">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4">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5">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Lst>
          </p:bldP>
          <p:bldP spid="19" grpId="0">
            <p:tmplLst>
              <p:tmpl>
                <p:tnLst>
                  <p:par>
                    <p:cTn presetID="2" presetClass="entr" presetSubtype="1" fill="hold" nodeType="withEffect" p14:presetBounceEnd="32000">
                      <p:stCondLst>
                        <p:cond delay="0"/>
                      </p:stCondLst>
                      <p:childTnLst>
                        <p:set>
                          <p:cBhvr>
                            <p:cTn dur="1" fill="hold">
                              <p:stCondLst>
                                <p:cond delay="0"/>
                              </p:stCondLst>
                            </p:cTn>
                            <p:tgtEl>
                              <p:spTgt spid="19"/>
                            </p:tgtEl>
                            <p:attrNameLst>
                              <p:attrName>style.visibility</p:attrName>
                            </p:attrNameLst>
                          </p:cBhvr>
                          <p:to>
                            <p:strVal val="visible"/>
                          </p:to>
                        </p:set>
                        <p:anim calcmode="lin" valueType="num" p14:bounceEnd="32000">
                          <p:cBhvr additive="base">
                            <p:cTn dur="750" fill="hold"/>
                            <p:tgtEl>
                              <p:spTgt spid="19"/>
                            </p:tgtEl>
                            <p:attrNameLst>
                              <p:attrName>ppt_x</p:attrName>
                            </p:attrNameLst>
                          </p:cBhvr>
                          <p:tavLst>
                            <p:tav tm="0">
                              <p:val>
                                <p:strVal val="#ppt_x"/>
                              </p:val>
                            </p:tav>
                            <p:tav tm="100000">
                              <p:val>
                                <p:strVal val="#ppt_x"/>
                              </p:val>
                            </p:tav>
                          </p:tavLst>
                        </p:anim>
                        <p:anim calcmode="lin" valueType="num" p14:bounceEnd="32000">
                          <p:cBhvr additive="base">
                            <p:cTn dur="750" fill="hold"/>
                            <p:tgtEl>
                              <p:spTgt spid="19"/>
                            </p:tgtEl>
                            <p:attrNameLst>
                              <p:attrName>ppt_y</p:attrName>
                            </p:attrNameLst>
                          </p:cBhvr>
                          <p:tavLst>
                            <p:tav tm="0">
                              <p:val>
                                <p:strVal val="0-#ppt_h/2"/>
                              </p:val>
                            </p:tav>
                            <p:tav tm="100000">
                              <p:val>
                                <p:strVal val="#ppt_y"/>
                              </p:val>
                            </p:tav>
                          </p:tavLst>
                        </p:anim>
                      </p:childTnLst>
                    </p:cTn>
                  </p:par>
                </p:tnLst>
              </p:tmpl>
            </p:tmplLst>
          </p:bldP>
          <p:bldP spid="20" grpId="0">
            <p:tmplLst>
              <p:tmpl>
                <p:tnLst>
                  <p:par>
                    <p:cTn presetID="2" presetClass="entr" presetSubtype="1" fill="hold" nodeType="withEffect" p14:presetBounceEnd="32000">
                      <p:stCondLst>
                        <p:cond delay="0"/>
                      </p:stCondLst>
                      <p:childTnLst>
                        <p:set>
                          <p:cBhvr>
                            <p:cTn dur="1" fill="hold">
                              <p:stCondLst>
                                <p:cond delay="0"/>
                              </p:stCondLst>
                            </p:cTn>
                            <p:tgtEl>
                              <p:spTgt spid="20"/>
                            </p:tgtEl>
                            <p:attrNameLst>
                              <p:attrName>style.visibility</p:attrName>
                            </p:attrNameLst>
                          </p:cBhvr>
                          <p:to>
                            <p:strVal val="visible"/>
                          </p:to>
                        </p:set>
                        <p:anim calcmode="lin" valueType="num" p14:bounceEnd="32000">
                          <p:cBhvr additive="base">
                            <p:cTn dur="750" fill="hold"/>
                            <p:tgtEl>
                              <p:spTgt spid="20"/>
                            </p:tgtEl>
                            <p:attrNameLst>
                              <p:attrName>ppt_x</p:attrName>
                            </p:attrNameLst>
                          </p:cBhvr>
                          <p:tavLst>
                            <p:tav tm="0">
                              <p:val>
                                <p:strVal val="#ppt_x"/>
                              </p:val>
                            </p:tav>
                            <p:tav tm="100000">
                              <p:val>
                                <p:strVal val="#ppt_x"/>
                              </p:val>
                            </p:tav>
                          </p:tavLst>
                        </p:anim>
                        <p:anim calcmode="lin" valueType="num" p14:bounceEnd="32000">
                          <p:cBhvr additive="base">
                            <p:cTn dur="750" fill="hold"/>
                            <p:tgtEl>
                              <p:spTgt spid="20"/>
                            </p:tgtEl>
                            <p:attrNameLst>
                              <p:attrName>ppt_y</p:attrName>
                            </p:attrNameLst>
                          </p:cBhvr>
                          <p:tavLst>
                            <p:tav tm="0">
                              <p:val>
                                <p:strVal val="0-#ppt_h/2"/>
                              </p:val>
                            </p:tav>
                            <p:tav tm="100000">
                              <p:val>
                                <p:strVal val="#ppt_y"/>
                              </p:val>
                            </p:tav>
                          </p:tavLst>
                        </p:anim>
                      </p:childTnLst>
                    </p:cTn>
                  </p:par>
                </p:tnLst>
              </p:tmpl>
            </p:tmplLst>
          </p:bldP>
          <p:bldP spid="21" grpId="0">
            <p:tmplLst>
              <p:tmpl>
                <p:tnLst>
                  <p:par>
                    <p:cTn presetID="2" presetClass="entr" presetSubtype="1" fill="hold" nodeType="withEffect" p14:presetBounceEnd="32000">
                      <p:stCondLst>
                        <p:cond delay="0"/>
                      </p:stCondLst>
                      <p:childTnLst>
                        <p:set>
                          <p:cBhvr>
                            <p:cTn dur="1" fill="hold">
                              <p:stCondLst>
                                <p:cond delay="0"/>
                              </p:stCondLst>
                            </p:cTn>
                            <p:tgtEl>
                              <p:spTgt spid="21"/>
                            </p:tgtEl>
                            <p:attrNameLst>
                              <p:attrName>style.visibility</p:attrName>
                            </p:attrNameLst>
                          </p:cBhvr>
                          <p:to>
                            <p:strVal val="visible"/>
                          </p:to>
                        </p:set>
                        <p:anim calcmode="lin" valueType="num" p14:bounceEnd="32000">
                          <p:cBhvr additive="base">
                            <p:cTn dur="750" fill="hold"/>
                            <p:tgtEl>
                              <p:spTgt spid="21"/>
                            </p:tgtEl>
                            <p:attrNameLst>
                              <p:attrName>ppt_x</p:attrName>
                            </p:attrNameLst>
                          </p:cBhvr>
                          <p:tavLst>
                            <p:tav tm="0">
                              <p:val>
                                <p:strVal val="#ppt_x"/>
                              </p:val>
                            </p:tav>
                            <p:tav tm="100000">
                              <p:val>
                                <p:strVal val="#ppt_x"/>
                              </p:val>
                            </p:tav>
                          </p:tavLst>
                        </p:anim>
                        <p:anim calcmode="lin" valueType="num" p14:bounceEnd="32000">
                          <p:cBhvr additive="base">
                            <p:cTn dur="750" fill="hold"/>
                            <p:tgtEl>
                              <p:spTgt spid="21"/>
                            </p:tgtEl>
                            <p:attrNameLst>
                              <p:attrName>ppt_y</p:attrName>
                            </p:attrNameLst>
                          </p:cBhvr>
                          <p:tavLst>
                            <p:tav tm="0">
                              <p:val>
                                <p:strVal val="0-#ppt_h/2"/>
                              </p:val>
                            </p:tav>
                            <p:tav tm="100000">
                              <p:val>
                                <p:strVal val="#ppt_y"/>
                              </p:val>
                            </p:tav>
                          </p:tavLst>
                        </p:anim>
                      </p:childTnLst>
                    </p:cTn>
                  </p:par>
                </p:tnLst>
              </p:tmpl>
            </p:tmplLst>
          </p:bldP>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decel="10000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750" fill="hold"/>
                                            <p:tgtEl>
                                              <p:spTgt spid="12"/>
                                            </p:tgtEl>
                                            <p:attrNameLst>
                                              <p:attrName>ppt_x</p:attrName>
                                            </p:attrNameLst>
                                          </p:cBhvr>
                                          <p:tavLst>
                                            <p:tav tm="0">
                                              <p:val>
                                                <p:strVal val="#ppt_x"/>
                                              </p:val>
                                            </p:tav>
                                            <p:tav tm="100000">
                                              <p:val>
                                                <p:strVal val="#ppt_x"/>
                                              </p:val>
                                            </p:tav>
                                          </p:tavLst>
                                        </p:anim>
                                        <p:anim calcmode="lin" valueType="num">
                                          <p:cBhvr additive="base">
                                            <p:cTn id="8" dur="75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1" fill="hold" grpId="0" nodeType="with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 calcmode="lin" valueType="num">
                                          <p:cBhvr additive="base">
                                            <p:cTn id="11" dur="750" fill="hold"/>
                                            <p:tgtEl>
                                              <p:spTgt spid="17">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17">
                                                <p:txEl>
                                                  <p:pRg st="0" end="0"/>
                                                </p:txEl>
                                              </p:spTgt>
                                            </p:tgtEl>
                                            <p:attrNameLst>
                                              <p:attrName>ppt_y</p:attrName>
                                            </p:attrNameLst>
                                          </p:cBhvr>
                                          <p:tavLst>
                                            <p:tav tm="0">
                                              <p:val>
                                                <p:strVal val="0-#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 calcmode="lin" valueType="num">
                                          <p:cBhvr additive="base">
                                            <p:cTn id="15" dur="750" fill="hold"/>
                                            <p:tgtEl>
                                              <p:spTgt spid="3"/>
                                            </p:tgtEl>
                                            <p:attrNameLst>
                                              <p:attrName>ppt_x</p:attrName>
                                            </p:attrNameLst>
                                          </p:cBhvr>
                                          <p:tavLst>
                                            <p:tav tm="0">
                                              <p:val>
                                                <p:strVal val="#ppt_x"/>
                                              </p:val>
                                            </p:tav>
                                            <p:tav tm="100000">
                                              <p:val>
                                                <p:strVal val="#ppt_x"/>
                                              </p:val>
                                            </p:tav>
                                          </p:tavLst>
                                        </p:anim>
                                        <p:anim calcmode="lin" valueType="num">
                                          <p:cBhvr additive="base">
                                            <p:cTn id="16" dur="75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decel="10000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 calcmode="lin" valueType="num">
                                          <p:cBhvr additive="base">
                                            <p:cTn id="21" dur="750" fill="hold"/>
                                            <p:tgtEl>
                                              <p:spTgt spid="13"/>
                                            </p:tgtEl>
                                            <p:attrNameLst>
                                              <p:attrName>ppt_x</p:attrName>
                                            </p:attrNameLst>
                                          </p:cBhvr>
                                          <p:tavLst>
                                            <p:tav tm="0">
                                              <p:val>
                                                <p:strVal val="#ppt_x"/>
                                              </p:val>
                                            </p:tav>
                                            <p:tav tm="100000">
                                              <p:val>
                                                <p:strVal val="#ppt_x"/>
                                              </p:val>
                                            </p:tav>
                                          </p:tavLst>
                                        </p:anim>
                                        <p:anim calcmode="lin" valueType="num">
                                          <p:cBhvr additive="base">
                                            <p:cTn id="22" dur="750" fill="hold"/>
                                            <p:tgtEl>
                                              <p:spTgt spid="13"/>
                                            </p:tgtEl>
                                            <p:attrNameLst>
                                              <p:attrName>ppt_y</p:attrName>
                                            </p:attrNameLst>
                                          </p:cBhvr>
                                          <p:tavLst>
                                            <p:tav tm="0">
                                              <p:val>
                                                <p:strVal val="1+#ppt_h/2"/>
                                              </p:val>
                                            </p:tav>
                                            <p:tav tm="100000">
                                              <p:val>
                                                <p:strVal val="#ppt_y"/>
                                              </p:val>
                                            </p:tav>
                                          </p:tavLst>
                                        </p:anim>
                                      </p:childTnLst>
                                    </p:cTn>
                                  </p:par>
                                  <p:par>
                                    <p:cTn id="23" presetID="2" presetClass="entr" presetSubtype="1" fill="hold" grpId="0" nodeType="withEffect">
                                      <p:stCondLst>
                                        <p:cond delay="0"/>
                                      </p:stCondLst>
                                      <p:childTnLst>
                                        <p:set>
                                          <p:cBhvr>
                                            <p:cTn id="24" dur="1" fill="hold">
                                              <p:stCondLst>
                                                <p:cond delay="0"/>
                                              </p:stCondLst>
                                            </p:cTn>
                                            <p:tgtEl>
                                              <p:spTgt spid="18">
                                                <p:txEl>
                                                  <p:pRg st="0" end="0"/>
                                                </p:txEl>
                                              </p:spTgt>
                                            </p:tgtEl>
                                            <p:attrNameLst>
                                              <p:attrName>style.visibility</p:attrName>
                                            </p:attrNameLst>
                                          </p:cBhvr>
                                          <p:to>
                                            <p:strVal val="visible"/>
                                          </p:to>
                                        </p:set>
                                        <p:anim calcmode="lin" valueType="num">
                                          <p:cBhvr additive="base">
                                            <p:cTn id="25" dur="75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26" dur="750" fill="hold"/>
                                            <p:tgtEl>
                                              <p:spTgt spid="18">
                                                <p:txEl>
                                                  <p:pRg st="0" end="0"/>
                                                </p:txEl>
                                              </p:spTgt>
                                            </p:tgtEl>
                                            <p:attrNameLst>
                                              <p:attrName>ppt_y</p:attrName>
                                            </p:attrNameLst>
                                          </p:cBhvr>
                                          <p:tavLst>
                                            <p:tav tm="0">
                                              <p:val>
                                                <p:strVal val="0-#ppt_h/2"/>
                                              </p:val>
                                            </p:tav>
                                            <p:tav tm="100000">
                                              <p:val>
                                                <p:strVal val="#ppt_y"/>
                                              </p:val>
                                            </p:tav>
                                          </p:tavLst>
                                        </p:anim>
                                      </p:childTnLst>
                                    </p:cTn>
                                  </p:par>
                                  <p:par>
                                    <p:cTn id="27" presetID="2" presetClass="entr" presetSubtype="4"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750" fill="hold"/>
                                            <p:tgtEl>
                                              <p:spTgt spid="7"/>
                                            </p:tgtEl>
                                            <p:attrNameLst>
                                              <p:attrName>ppt_x</p:attrName>
                                            </p:attrNameLst>
                                          </p:cBhvr>
                                          <p:tavLst>
                                            <p:tav tm="0">
                                              <p:val>
                                                <p:strVal val="#ppt_x"/>
                                              </p:val>
                                            </p:tav>
                                            <p:tav tm="100000">
                                              <p:val>
                                                <p:strVal val="#ppt_x"/>
                                              </p:val>
                                            </p:tav>
                                          </p:tavLst>
                                        </p:anim>
                                        <p:anim calcmode="lin" valueType="num">
                                          <p:cBhvr additive="base">
                                            <p:cTn id="30" dur="75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decel="10000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750" fill="hold"/>
                                            <p:tgtEl>
                                              <p:spTgt spid="16"/>
                                            </p:tgtEl>
                                            <p:attrNameLst>
                                              <p:attrName>ppt_x</p:attrName>
                                            </p:attrNameLst>
                                          </p:cBhvr>
                                          <p:tavLst>
                                            <p:tav tm="0">
                                              <p:val>
                                                <p:strVal val="#ppt_x"/>
                                              </p:val>
                                            </p:tav>
                                            <p:tav tm="100000">
                                              <p:val>
                                                <p:strVal val="#ppt_x"/>
                                              </p:val>
                                            </p:tav>
                                          </p:tavLst>
                                        </p:anim>
                                        <p:anim calcmode="lin" valueType="num">
                                          <p:cBhvr additive="base">
                                            <p:cTn id="36" dur="750" fill="hold"/>
                                            <p:tgtEl>
                                              <p:spTgt spid="16"/>
                                            </p:tgtEl>
                                            <p:attrNameLst>
                                              <p:attrName>ppt_y</p:attrName>
                                            </p:attrNameLst>
                                          </p:cBhvr>
                                          <p:tavLst>
                                            <p:tav tm="0">
                                              <p:val>
                                                <p:strVal val="1+#ppt_h/2"/>
                                              </p:val>
                                            </p:tav>
                                            <p:tav tm="100000">
                                              <p:val>
                                                <p:strVal val="#ppt_y"/>
                                              </p:val>
                                            </p:tav>
                                          </p:tavLst>
                                        </p:anim>
                                      </p:childTnLst>
                                    </p:cTn>
                                  </p:par>
                                  <p:par>
                                    <p:cTn id="37" presetID="2" presetClass="entr" presetSubtype="1"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 calcmode="lin" valueType="num">
                                          <p:cBhvr additive="base">
                                            <p:cTn id="39" dur="750" fill="hold"/>
                                            <p:tgtEl>
                                              <p:spTgt spid="19"/>
                                            </p:tgtEl>
                                            <p:attrNameLst>
                                              <p:attrName>ppt_x</p:attrName>
                                            </p:attrNameLst>
                                          </p:cBhvr>
                                          <p:tavLst>
                                            <p:tav tm="0">
                                              <p:val>
                                                <p:strVal val="#ppt_x"/>
                                              </p:val>
                                            </p:tav>
                                            <p:tav tm="100000">
                                              <p:val>
                                                <p:strVal val="#ppt_x"/>
                                              </p:val>
                                            </p:tav>
                                          </p:tavLst>
                                        </p:anim>
                                        <p:anim calcmode="lin" valueType="num">
                                          <p:cBhvr additive="base">
                                            <p:cTn id="40" dur="750" fill="hold"/>
                                            <p:tgtEl>
                                              <p:spTgt spid="19"/>
                                            </p:tgtEl>
                                            <p:attrNameLst>
                                              <p:attrName>ppt_y</p:attrName>
                                            </p:attrNameLst>
                                          </p:cBhvr>
                                          <p:tavLst>
                                            <p:tav tm="0">
                                              <p:val>
                                                <p:strVal val="0-#ppt_h/2"/>
                                              </p:val>
                                            </p:tav>
                                            <p:tav tm="100000">
                                              <p:val>
                                                <p:strVal val="#ppt_y"/>
                                              </p:val>
                                            </p:tav>
                                          </p:tavLst>
                                        </p:anim>
                                      </p:childTnLst>
                                    </p:cTn>
                                  </p:par>
                                  <p:par>
                                    <p:cTn id="41" presetID="2" presetClass="entr" presetSubtype="4" decel="10000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anim calcmode="lin" valueType="num">
                                          <p:cBhvr additive="base">
                                            <p:cTn id="43" dur="750" fill="hold"/>
                                            <p:tgtEl>
                                              <p:spTgt spid="9"/>
                                            </p:tgtEl>
                                            <p:attrNameLst>
                                              <p:attrName>ppt_x</p:attrName>
                                            </p:attrNameLst>
                                          </p:cBhvr>
                                          <p:tavLst>
                                            <p:tav tm="0">
                                              <p:val>
                                                <p:strVal val="#ppt_x"/>
                                              </p:val>
                                            </p:tav>
                                            <p:tav tm="100000">
                                              <p:val>
                                                <p:strVal val="#ppt_x"/>
                                              </p:val>
                                            </p:tav>
                                          </p:tavLst>
                                        </p:anim>
                                        <p:anim calcmode="lin" valueType="num">
                                          <p:cBhvr additive="base">
                                            <p:cTn id="44" dur="75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decel="100000"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750" fill="hold"/>
                                            <p:tgtEl>
                                              <p:spTgt spid="14"/>
                                            </p:tgtEl>
                                            <p:attrNameLst>
                                              <p:attrName>ppt_x</p:attrName>
                                            </p:attrNameLst>
                                          </p:cBhvr>
                                          <p:tavLst>
                                            <p:tav tm="0">
                                              <p:val>
                                                <p:strVal val="#ppt_x"/>
                                              </p:val>
                                            </p:tav>
                                            <p:tav tm="100000">
                                              <p:val>
                                                <p:strVal val="#ppt_x"/>
                                              </p:val>
                                            </p:tav>
                                          </p:tavLst>
                                        </p:anim>
                                        <p:anim calcmode="lin" valueType="num">
                                          <p:cBhvr additive="base">
                                            <p:cTn id="50" dur="75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1"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750" fill="hold"/>
                                            <p:tgtEl>
                                              <p:spTgt spid="20"/>
                                            </p:tgtEl>
                                            <p:attrNameLst>
                                              <p:attrName>ppt_x</p:attrName>
                                            </p:attrNameLst>
                                          </p:cBhvr>
                                          <p:tavLst>
                                            <p:tav tm="0">
                                              <p:val>
                                                <p:strVal val="#ppt_x"/>
                                              </p:val>
                                            </p:tav>
                                            <p:tav tm="100000">
                                              <p:val>
                                                <p:strVal val="#ppt_x"/>
                                              </p:val>
                                            </p:tav>
                                          </p:tavLst>
                                        </p:anim>
                                        <p:anim calcmode="lin" valueType="num">
                                          <p:cBhvr additive="base">
                                            <p:cTn id="54" dur="750" fill="hold"/>
                                            <p:tgtEl>
                                              <p:spTgt spid="20"/>
                                            </p:tgtEl>
                                            <p:attrNameLst>
                                              <p:attrName>ppt_y</p:attrName>
                                            </p:attrNameLst>
                                          </p:cBhvr>
                                          <p:tavLst>
                                            <p:tav tm="0">
                                              <p:val>
                                                <p:strVal val="0-#ppt_h/2"/>
                                              </p:val>
                                            </p:tav>
                                            <p:tav tm="100000">
                                              <p:val>
                                                <p:strVal val="#ppt_y"/>
                                              </p:val>
                                            </p:tav>
                                          </p:tavLst>
                                        </p:anim>
                                      </p:childTnLst>
                                    </p:cTn>
                                  </p:par>
                                  <p:par>
                                    <p:cTn id="55" presetID="2" presetClass="entr" presetSubtype="4" decel="100000" fill="hold" grpId="0" nodeType="withEffect">
                                      <p:stCondLst>
                                        <p:cond delay="0"/>
                                      </p:stCondLst>
                                      <p:childTnLst>
                                        <p:set>
                                          <p:cBhvr>
                                            <p:cTn id="56" dur="1" fill="hold">
                                              <p:stCondLst>
                                                <p:cond delay="0"/>
                                              </p:stCondLst>
                                            </p:cTn>
                                            <p:tgtEl>
                                              <p:spTgt spid="10"/>
                                            </p:tgtEl>
                                            <p:attrNameLst>
                                              <p:attrName>style.visibility</p:attrName>
                                            </p:attrNameLst>
                                          </p:cBhvr>
                                          <p:to>
                                            <p:strVal val="visible"/>
                                          </p:to>
                                        </p:set>
                                        <p:anim calcmode="lin" valueType="num">
                                          <p:cBhvr additive="base">
                                            <p:cTn id="57" dur="750" fill="hold"/>
                                            <p:tgtEl>
                                              <p:spTgt spid="10"/>
                                            </p:tgtEl>
                                            <p:attrNameLst>
                                              <p:attrName>ppt_x</p:attrName>
                                            </p:attrNameLst>
                                          </p:cBhvr>
                                          <p:tavLst>
                                            <p:tav tm="0">
                                              <p:val>
                                                <p:strVal val="#ppt_x"/>
                                              </p:val>
                                            </p:tav>
                                            <p:tav tm="100000">
                                              <p:val>
                                                <p:strVal val="#ppt_x"/>
                                              </p:val>
                                            </p:tav>
                                          </p:tavLst>
                                        </p:anim>
                                        <p:anim calcmode="lin" valueType="num">
                                          <p:cBhvr additive="base">
                                            <p:cTn id="58" dur="75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decel="100000"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750" fill="hold"/>
                                            <p:tgtEl>
                                              <p:spTgt spid="15"/>
                                            </p:tgtEl>
                                            <p:attrNameLst>
                                              <p:attrName>ppt_x</p:attrName>
                                            </p:attrNameLst>
                                          </p:cBhvr>
                                          <p:tavLst>
                                            <p:tav tm="0">
                                              <p:val>
                                                <p:strVal val="#ppt_x"/>
                                              </p:val>
                                            </p:tav>
                                            <p:tav tm="100000">
                                              <p:val>
                                                <p:strVal val="#ppt_x"/>
                                              </p:val>
                                            </p:tav>
                                          </p:tavLst>
                                        </p:anim>
                                        <p:anim calcmode="lin" valueType="num">
                                          <p:cBhvr additive="base">
                                            <p:cTn id="64" dur="750" fill="hold"/>
                                            <p:tgtEl>
                                              <p:spTgt spid="15"/>
                                            </p:tgtEl>
                                            <p:attrNameLst>
                                              <p:attrName>ppt_y</p:attrName>
                                            </p:attrNameLst>
                                          </p:cBhvr>
                                          <p:tavLst>
                                            <p:tav tm="0">
                                              <p:val>
                                                <p:strVal val="1+#ppt_h/2"/>
                                              </p:val>
                                            </p:tav>
                                            <p:tav tm="100000">
                                              <p:val>
                                                <p:strVal val="#ppt_y"/>
                                              </p:val>
                                            </p:tav>
                                          </p:tavLst>
                                        </p:anim>
                                      </p:childTnLst>
                                    </p:cTn>
                                  </p:par>
                                  <p:par>
                                    <p:cTn id="65" presetID="2" presetClass="entr" presetSubtype="1"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 calcmode="lin" valueType="num">
                                          <p:cBhvr additive="base">
                                            <p:cTn id="67" dur="750" fill="hold"/>
                                            <p:tgtEl>
                                              <p:spTgt spid="21"/>
                                            </p:tgtEl>
                                            <p:attrNameLst>
                                              <p:attrName>ppt_x</p:attrName>
                                            </p:attrNameLst>
                                          </p:cBhvr>
                                          <p:tavLst>
                                            <p:tav tm="0">
                                              <p:val>
                                                <p:strVal val="#ppt_x"/>
                                              </p:val>
                                            </p:tav>
                                            <p:tav tm="100000">
                                              <p:val>
                                                <p:strVal val="#ppt_x"/>
                                              </p:val>
                                            </p:tav>
                                          </p:tavLst>
                                        </p:anim>
                                        <p:anim calcmode="lin" valueType="num">
                                          <p:cBhvr additive="base">
                                            <p:cTn id="68" dur="750" fill="hold"/>
                                            <p:tgtEl>
                                              <p:spTgt spid="21"/>
                                            </p:tgtEl>
                                            <p:attrNameLst>
                                              <p:attrName>ppt_y</p:attrName>
                                            </p:attrNameLst>
                                          </p:cBhvr>
                                          <p:tavLst>
                                            <p:tav tm="0">
                                              <p:val>
                                                <p:strVal val="0-#ppt_h/2"/>
                                              </p:val>
                                            </p:tav>
                                            <p:tav tm="100000">
                                              <p:val>
                                                <p:strVal val="#ppt_y"/>
                                              </p:val>
                                            </p:tav>
                                          </p:tavLst>
                                        </p:anim>
                                      </p:childTnLst>
                                    </p:cTn>
                                  </p:par>
                                  <p:par>
                                    <p:cTn id="69" presetID="2" presetClass="entr" presetSubtype="4" decel="100000" fill="hold" grpId="0" nodeType="withEffect">
                                      <p:stCondLst>
                                        <p:cond delay="0"/>
                                      </p:stCondLst>
                                      <p:childTnLst>
                                        <p:set>
                                          <p:cBhvr>
                                            <p:cTn id="70" dur="1" fill="hold">
                                              <p:stCondLst>
                                                <p:cond delay="0"/>
                                              </p:stCondLst>
                                            </p:cTn>
                                            <p:tgtEl>
                                              <p:spTgt spid="11"/>
                                            </p:tgtEl>
                                            <p:attrNameLst>
                                              <p:attrName>style.visibility</p:attrName>
                                            </p:attrNameLst>
                                          </p:cBhvr>
                                          <p:to>
                                            <p:strVal val="visible"/>
                                          </p:to>
                                        </p:set>
                                        <p:anim calcmode="lin" valueType="num">
                                          <p:cBhvr additive="base">
                                            <p:cTn id="71" dur="750" fill="hold"/>
                                            <p:tgtEl>
                                              <p:spTgt spid="11"/>
                                            </p:tgtEl>
                                            <p:attrNameLst>
                                              <p:attrName>ppt_x</p:attrName>
                                            </p:attrNameLst>
                                          </p:cBhvr>
                                          <p:tavLst>
                                            <p:tav tm="0">
                                              <p:val>
                                                <p:strVal val="#ppt_x"/>
                                              </p:val>
                                            </p:tav>
                                            <p:tav tm="100000">
                                              <p:val>
                                                <p:strVal val="#ppt_x"/>
                                              </p:val>
                                            </p:tav>
                                          </p:tavLst>
                                        </p:anim>
                                        <p:anim calcmode="lin" valueType="num">
                                          <p:cBhvr additive="base">
                                            <p:cTn id="72" dur="75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tmplLst>
              <p:tmpl>
                <p:tnLst>
                  <p:par>
                    <p:cTn presetID="2" presetClass="entr" presetSubtype="4" decel="100000" fill="hold" nodeType="withEffect">
                      <p:stCondLst>
                        <p:cond delay="0"/>
                      </p:stCondLst>
                      <p:childTnLst>
                        <p:set>
                          <p:cBhvr>
                            <p:cTn dur="1" fill="hold">
                              <p:stCondLst>
                                <p:cond delay="0"/>
                              </p:stCondLst>
                            </p:cTn>
                            <p:tgtEl>
                              <p:spTgt spid="3"/>
                            </p:tgtEl>
                            <p:attrNameLst>
                              <p:attrName>style.visibility</p:attrName>
                            </p:attrNameLst>
                          </p:cBhvr>
                          <p:to>
                            <p:strVal val="visible"/>
                          </p:to>
                        </p:set>
                        <p:anim calcmode="lin" valueType="num">
                          <p:cBhvr additive="base">
                            <p:cTn dur="750" fill="hold"/>
                            <p:tgtEl>
                              <p:spTgt spid="3"/>
                            </p:tgtEl>
                            <p:attrNameLst>
                              <p:attrName>ppt_x</p:attrName>
                            </p:attrNameLst>
                          </p:cBhvr>
                          <p:tavLst>
                            <p:tav tm="0">
                              <p:val>
                                <p:strVal val="#ppt_x"/>
                              </p:val>
                            </p:tav>
                            <p:tav tm="100000">
                              <p:val>
                                <p:strVal val="#ppt_x"/>
                              </p:val>
                            </p:tav>
                          </p:tavLst>
                        </p:anim>
                        <p:anim calcmode="lin" valueType="num">
                          <p:cBhvr additive="base">
                            <p:cTn dur="750" fill="hold"/>
                            <p:tgtEl>
                              <p:spTgt spid="3"/>
                            </p:tgtEl>
                            <p:attrNameLst>
                              <p:attrName>ppt_y</p:attrName>
                            </p:attrNameLst>
                          </p:cBhvr>
                          <p:tavLst>
                            <p:tav tm="0">
                              <p:val>
                                <p:strVal val="1+#ppt_h/2"/>
                              </p:val>
                            </p:tav>
                            <p:tav tm="100000">
                              <p:val>
                                <p:strVal val="#ppt_y"/>
                              </p:val>
                            </p:tav>
                          </p:tavLst>
                        </p:anim>
                      </p:childTnLst>
                    </p:cTn>
                  </p:par>
                </p:tnLst>
              </p:tmpl>
            </p:tmplLst>
          </p:bldP>
          <p:bldP spid="7" grpId="0" uiExpand="1">
            <p:tmplLst>
              <p:tmpl>
                <p:tnLst>
                  <p:par>
                    <p:cTn presetID="2" presetClass="entr" presetSubtype="4" decel="100000" fill="hold" nodeType="withEffect">
                      <p:stCondLst>
                        <p:cond delay="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ppt_x"/>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9" grpId="0">
            <p:tmplLst>
              <p:tmpl>
                <p:tnLst>
                  <p:par>
                    <p:cTn presetID="2" presetClass="entr" presetSubtype="4" decel="100000" fill="hold" nodeType="withEffect">
                      <p:stCondLst>
                        <p:cond delay="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ppt_x"/>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10" grpId="0">
            <p:tmplLst>
              <p:tmpl>
                <p:tnLst>
                  <p:par>
                    <p:cTn presetID="2" presetClass="entr" presetSubtype="4" decel="100000" fill="hold" nodeType="withEffect">
                      <p:stCondLst>
                        <p:cond delay="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750" fill="hold"/>
                            <p:tgtEl>
                              <p:spTgt spid="10"/>
                            </p:tgtEl>
                            <p:attrNameLst>
                              <p:attrName>ppt_x</p:attrName>
                            </p:attrNameLst>
                          </p:cBhvr>
                          <p:tavLst>
                            <p:tav tm="0">
                              <p:val>
                                <p:strVal val="#ppt_x"/>
                              </p:val>
                            </p:tav>
                            <p:tav tm="100000">
                              <p:val>
                                <p:strVal val="#ppt_x"/>
                              </p:val>
                            </p:tav>
                          </p:tavLst>
                        </p:anim>
                        <p:anim calcmode="lin" valueType="num">
                          <p:cBhvr additive="base">
                            <p:cTn dur="750" fill="hold"/>
                            <p:tgtEl>
                              <p:spTgt spid="10"/>
                            </p:tgtEl>
                            <p:attrNameLst>
                              <p:attrName>ppt_y</p:attrName>
                            </p:attrNameLst>
                          </p:cBhvr>
                          <p:tavLst>
                            <p:tav tm="0">
                              <p:val>
                                <p:strVal val="1+#ppt_h/2"/>
                              </p:val>
                            </p:tav>
                            <p:tav tm="100000">
                              <p:val>
                                <p:strVal val="#ppt_y"/>
                              </p:val>
                            </p:tav>
                          </p:tavLst>
                        </p:anim>
                      </p:childTnLst>
                    </p:cTn>
                  </p:par>
                </p:tnLst>
              </p:tmpl>
            </p:tmplLst>
          </p:bldP>
          <p:bldP spid="11" grpId="0">
            <p:tmplLst>
              <p:tmpl>
                <p:tnLst>
                  <p:par>
                    <p:cTn presetID="2" presetClass="entr" presetSubtype="4" de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ppt_x"/>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2" grpId="0" animBg="1"/>
          <p:bldP spid="13" grpId="0" animBg="1"/>
          <p:bldP spid="14" grpId="0" animBg="1"/>
          <p:bldP spid="15" grpId="0" animBg="1"/>
          <p:bldP spid="16" grpId="0" animBg="1"/>
          <p:bldP spid="17" grpId="0" uiExpand="1" build="p">
            <p:tmplLst>
              <p:tmpl lvl="1">
                <p:tnLst>
                  <p:par>
                    <p:cTn presetID="2" presetClass="entr" presetSubtype="1"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0-#ppt_h/2"/>
                              </p:val>
                            </p:tav>
                            <p:tav tm="100000">
                              <p:val>
                                <p:strVal val="#ppt_y"/>
                              </p:val>
                            </p:tav>
                          </p:tavLst>
                        </p:anim>
                      </p:childTnLst>
                    </p:cTn>
                  </p:par>
                </p:tnLst>
              </p:tmpl>
              <p:tmpl lvl="2">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3">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4">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 lvl="5">
                <p:tnLst>
                  <p:par>
                    <p:cTn presetID="2" presetClass="entr" presetSubtype="4" decel="10000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ppt_x"/>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8" grpId="0" uiExpand="1" build="p">
            <p:tmplLst>
              <p:tmpl lvl="1">
                <p:tnLst>
                  <p:par>
                    <p:cTn presetID="2" presetClass="entr" presetSubtype="1"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0-#ppt_h/2"/>
                              </p:val>
                            </p:tav>
                            <p:tav tm="100000">
                              <p:val>
                                <p:strVal val="#ppt_y"/>
                              </p:val>
                            </p:tav>
                          </p:tavLst>
                        </p:anim>
                      </p:childTnLst>
                    </p:cTn>
                  </p:par>
                </p:tnLst>
              </p:tmpl>
              <p:tmpl lvl="2">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3">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4">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 lvl="5">
                <p:tnLst>
                  <p:par>
                    <p:cTn presetID="2" presetClass="entr" presetSubtype="4"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750" fill="hold"/>
                            <p:tgtEl>
                              <p:spTgt spid="18"/>
                            </p:tgtEl>
                            <p:attrNameLst>
                              <p:attrName>ppt_x</p:attrName>
                            </p:attrNameLst>
                          </p:cBhvr>
                          <p:tavLst>
                            <p:tav tm="0">
                              <p:val>
                                <p:strVal val="#ppt_x"/>
                              </p:val>
                            </p:tav>
                            <p:tav tm="100000">
                              <p:val>
                                <p:strVal val="#ppt_x"/>
                              </p:val>
                            </p:tav>
                          </p:tavLst>
                        </p:anim>
                        <p:anim calcmode="lin" valueType="num">
                          <p:cBhvr additive="base">
                            <p:cTn dur="750" fill="hold"/>
                            <p:tgtEl>
                              <p:spTgt spid="18"/>
                            </p:tgtEl>
                            <p:attrNameLst>
                              <p:attrName>ppt_y</p:attrName>
                            </p:attrNameLst>
                          </p:cBhvr>
                          <p:tavLst>
                            <p:tav tm="0">
                              <p:val>
                                <p:strVal val="1+#ppt_h/2"/>
                              </p:val>
                            </p:tav>
                            <p:tav tm="100000">
                              <p:val>
                                <p:strVal val="#ppt_y"/>
                              </p:val>
                            </p:tav>
                          </p:tavLst>
                        </p:anim>
                      </p:childTnLst>
                    </p:cTn>
                  </p:par>
                </p:tnLst>
              </p:tmpl>
            </p:tmplLst>
          </p:bldP>
          <p:bldP spid="19" grpId="0">
            <p:tmplLst>
              <p:tmpl>
                <p:tnLst>
                  <p:par>
                    <p:cTn presetID="2" presetClass="entr" presetSubtype="1" fill="hold" nodeType="withEffect">
                      <p:stCondLst>
                        <p:cond delay="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750" fill="hold"/>
                            <p:tgtEl>
                              <p:spTgt spid="19"/>
                            </p:tgtEl>
                            <p:attrNameLst>
                              <p:attrName>ppt_x</p:attrName>
                            </p:attrNameLst>
                          </p:cBhvr>
                          <p:tavLst>
                            <p:tav tm="0">
                              <p:val>
                                <p:strVal val="#ppt_x"/>
                              </p:val>
                            </p:tav>
                            <p:tav tm="100000">
                              <p:val>
                                <p:strVal val="#ppt_x"/>
                              </p:val>
                            </p:tav>
                          </p:tavLst>
                        </p:anim>
                        <p:anim calcmode="lin" valueType="num">
                          <p:cBhvr additive="base">
                            <p:cTn dur="750" fill="hold"/>
                            <p:tgtEl>
                              <p:spTgt spid="19"/>
                            </p:tgtEl>
                            <p:attrNameLst>
                              <p:attrName>ppt_y</p:attrName>
                            </p:attrNameLst>
                          </p:cBhvr>
                          <p:tavLst>
                            <p:tav tm="0">
                              <p:val>
                                <p:strVal val="0-#ppt_h/2"/>
                              </p:val>
                            </p:tav>
                            <p:tav tm="100000">
                              <p:val>
                                <p:strVal val="#ppt_y"/>
                              </p:val>
                            </p:tav>
                          </p:tavLst>
                        </p:anim>
                      </p:childTnLst>
                    </p:cTn>
                  </p:par>
                </p:tnLst>
              </p:tmpl>
            </p:tmplLst>
          </p:bldP>
          <p:bldP spid="20" grpId="0">
            <p:tmplLst>
              <p:tmpl>
                <p:tnLst>
                  <p:par>
                    <p:cTn presetID="2" presetClass="entr" presetSubtype="1"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750" fill="hold"/>
                            <p:tgtEl>
                              <p:spTgt spid="20"/>
                            </p:tgtEl>
                            <p:attrNameLst>
                              <p:attrName>ppt_x</p:attrName>
                            </p:attrNameLst>
                          </p:cBhvr>
                          <p:tavLst>
                            <p:tav tm="0">
                              <p:val>
                                <p:strVal val="#ppt_x"/>
                              </p:val>
                            </p:tav>
                            <p:tav tm="100000">
                              <p:val>
                                <p:strVal val="#ppt_x"/>
                              </p:val>
                            </p:tav>
                          </p:tavLst>
                        </p:anim>
                        <p:anim calcmode="lin" valueType="num">
                          <p:cBhvr additive="base">
                            <p:cTn dur="750" fill="hold"/>
                            <p:tgtEl>
                              <p:spTgt spid="20"/>
                            </p:tgtEl>
                            <p:attrNameLst>
                              <p:attrName>ppt_y</p:attrName>
                            </p:attrNameLst>
                          </p:cBhvr>
                          <p:tavLst>
                            <p:tav tm="0">
                              <p:val>
                                <p:strVal val="0-#ppt_h/2"/>
                              </p:val>
                            </p:tav>
                            <p:tav tm="100000">
                              <p:val>
                                <p:strVal val="#ppt_y"/>
                              </p:val>
                            </p:tav>
                          </p:tavLst>
                        </p:anim>
                      </p:childTnLst>
                    </p:cTn>
                  </p:par>
                </p:tnLst>
              </p:tmpl>
            </p:tmplLst>
          </p:bldP>
          <p:bldP spid="21" grpId="0">
            <p:tmplLst>
              <p:tmpl>
                <p:tnLst>
                  <p:par>
                    <p:cTn presetID="2" presetClass="entr" presetSubtype="1"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750" fill="hold"/>
                            <p:tgtEl>
                              <p:spTgt spid="21"/>
                            </p:tgtEl>
                            <p:attrNameLst>
                              <p:attrName>ppt_x</p:attrName>
                            </p:attrNameLst>
                          </p:cBhvr>
                          <p:tavLst>
                            <p:tav tm="0">
                              <p:val>
                                <p:strVal val="#ppt_x"/>
                              </p:val>
                            </p:tav>
                            <p:tav tm="100000">
                              <p:val>
                                <p:strVal val="#ppt_x"/>
                              </p:val>
                            </p:tav>
                          </p:tavLst>
                        </p:anim>
                        <p:anim calcmode="lin" valueType="num">
                          <p:cBhvr additive="base">
                            <p:cTn dur="750" fill="hold"/>
                            <p:tgtEl>
                              <p:spTgt spid="21"/>
                            </p:tgtEl>
                            <p:attrNameLst>
                              <p:attrName>ppt_y</p:attrName>
                            </p:attrNameLst>
                          </p:cBhvr>
                          <p:tavLst>
                            <p:tav tm="0">
                              <p:val>
                                <p:strVal val="0-#ppt_h/2"/>
                              </p:val>
                            </p:tav>
                            <p:tav tm="100000">
                              <p:val>
                                <p:strVal val="#ppt_y"/>
                              </p:val>
                            </p:tav>
                          </p:tavLst>
                        </p:anim>
                      </p:childTnLst>
                    </p:cTn>
                  </p:par>
                </p:tnLst>
              </p:tmpl>
            </p:tmplLst>
          </p:bldP>
        </p:bldLst>
      </p:timing>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_50-50 Right Photo Layout">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ltGray">
          <a:xfrm>
            <a:off x="6129304" y="0"/>
            <a:ext cx="6062696" cy="6856100"/>
          </a:xfrm>
          <a:blipFill>
            <a:blip r:embed="rId2"/>
            <a:srcRect/>
            <a:stretch>
              <a:fillRect/>
            </a:stretch>
          </a:blipFill>
        </p:spPr>
        <p:txBody>
          <a:bodyPr tIns="548640" anchor="ctr" anchorCtr="0">
            <a:noAutofit/>
          </a:bodyPr>
          <a:lstStyle>
            <a:lvl1pPr marL="0" indent="0" algn="ctr">
              <a:buNone/>
              <a:defRPr sz="3600" b="1" cap="none" baseline="0">
                <a:solidFill>
                  <a:srgbClr val="FFC000"/>
                </a:solidFill>
                <a:latin typeface="+mn-lt"/>
              </a:defRPr>
            </a:lvl1pPr>
          </a:lstStyle>
          <a:p>
            <a:r>
              <a:rPr lang="en-US" dirty="0"/>
              <a:t>Click icon to add pictures or go online at…</a:t>
            </a:r>
          </a:p>
        </p:txBody>
      </p:sp>
      <p:sp>
        <p:nvSpPr>
          <p:cNvPr id="6" name="Content Placeholder 2"/>
          <p:cNvSpPr>
            <a:spLocks noGrp="1"/>
          </p:cNvSpPr>
          <p:nvPr>
            <p:ph idx="18" hasCustomPrompt="1"/>
          </p:nvPr>
        </p:nvSpPr>
        <p:spPr>
          <a:xfrm>
            <a:off x="18759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8" name="Text Placeholder 6"/>
          <p:cNvSpPr>
            <a:spLocks noGrp="1"/>
          </p:cNvSpPr>
          <p:nvPr>
            <p:ph type="body" sz="quarter" idx="11"/>
          </p:nvPr>
        </p:nvSpPr>
        <p:spPr>
          <a:xfrm>
            <a:off x="0" y="3428050"/>
            <a:ext cx="6129304"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
          <p:cNvSpPr>
            <a:spLocks noGrp="1"/>
          </p:cNvSpPr>
          <p:nvPr>
            <p:ph type="body" sz="quarter" idx="19"/>
          </p:nvPr>
        </p:nvSpPr>
        <p:spPr>
          <a:xfrm>
            <a:off x="0" y="1554163"/>
            <a:ext cx="6096000" cy="535531"/>
          </a:xfrm>
        </p:spPr>
        <p:txBody>
          <a:bodyPr/>
          <a:lstStyle>
            <a:lvl1pPr algn="ctr">
              <a:defRPr sz="3600" b="0">
                <a:latin typeface="+mj-lt"/>
              </a:defRPr>
            </a:lvl1pPr>
            <a:lvl2pPr algn="ctr">
              <a:defRPr lang="en-US" sz="3200" b="0" kern="1200" dirty="0" smtClean="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0" indent="0" algn="ctr" defTabSz="914400" rtl="0" eaLnBrk="1" latinLnBrk="0" hangingPunct="1">
              <a:lnSpc>
                <a:spcPct val="90000"/>
              </a:lnSpc>
              <a:spcBef>
                <a:spcPts val="500"/>
              </a:spcBef>
              <a:buFont typeface="Arial" panose="020B0604020202020204" pitchFamily="34" charset="0"/>
              <a:buNone/>
            </a:pPr>
            <a:r>
              <a:rPr lang="en-US"/>
              <a:t>Click to edit Master text styles</a:t>
            </a:r>
          </a:p>
        </p:txBody>
      </p:sp>
      <p:sp>
        <p:nvSpPr>
          <p:cNvPr id="10"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bg1"/>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1465193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50-50 Right Photo Layou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a:off x="6129304" y="0"/>
            <a:ext cx="6062696" cy="6856100"/>
          </a:xfrm>
          <a:blipFill>
            <a:blip r:embed="rId2"/>
            <a:srcRect/>
            <a:stretch>
              <a:fillRect/>
            </a:stretch>
          </a:blipFill>
        </p:spPr>
        <p:txBody>
          <a:bodyPr tIns="548640" anchor="ctr" anchorCtr="0">
            <a:noAutofit/>
          </a:bodyPr>
          <a:lstStyle>
            <a:lvl1pPr marL="0" indent="0" algn="ctr">
              <a:buNone/>
              <a:defRPr sz="3600" b="1" cap="none" baseline="0">
                <a:solidFill>
                  <a:srgbClr val="FFC000"/>
                </a:solidFill>
                <a:latin typeface="+mn-lt"/>
              </a:defRPr>
            </a:lvl1pPr>
          </a:lstStyle>
          <a:p>
            <a:r>
              <a:rPr lang="en-US"/>
              <a:t>Click icon to add picture</a:t>
            </a:r>
            <a:endParaRPr lang="en-US" dirty="0"/>
          </a:p>
        </p:txBody>
      </p:sp>
      <p:sp>
        <p:nvSpPr>
          <p:cNvPr id="4" name="Slide Number Placeholder 5"/>
          <p:cNvSpPr>
            <a:spLocks noGrp="1"/>
          </p:cNvSpPr>
          <p:nvPr>
            <p:ph type="sldNum" sz="quarter" idx="4"/>
          </p:nvPr>
        </p:nvSpPr>
        <p:spPr>
          <a:xfrm>
            <a:off x="11837561" y="6484937"/>
            <a:ext cx="387743" cy="365125"/>
          </a:xfrm>
          <a:prstGeom prst="rect">
            <a:avLst/>
          </a:prstGeom>
        </p:spPr>
        <p:txBody>
          <a:bodyPr vert="horz" lIns="91440" tIns="45720" rIns="91440" bIns="45720" rtlCol="0" anchor="ctr"/>
          <a:lstStyle>
            <a:lvl1pPr algn="r">
              <a:defRPr sz="1100">
                <a:solidFill>
                  <a:schemeClr val="bg1"/>
                </a:solidFill>
              </a:defRPr>
            </a:lvl1pPr>
          </a:lstStyle>
          <a:p>
            <a:fld id="{5AE1514C-5E56-4738-A1FF-4B1CFD2A3E36}" type="slidenum">
              <a:rPr lang="en-US" smtClean="0"/>
              <a:pPr/>
              <a:t>‹#›</a:t>
            </a:fld>
            <a:endParaRPr lang="en-US" dirty="0"/>
          </a:p>
        </p:txBody>
      </p:sp>
      <p:sp>
        <p:nvSpPr>
          <p:cNvPr id="6" name="Content Placeholder 2"/>
          <p:cNvSpPr>
            <a:spLocks noGrp="1"/>
          </p:cNvSpPr>
          <p:nvPr>
            <p:ph idx="18" hasCustomPrompt="1"/>
          </p:nvPr>
        </p:nvSpPr>
        <p:spPr>
          <a:xfrm>
            <a:off x="18759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9" name="Text Placeholder 6"/>
          <p:cNvSpPr>
            <a:spLocks noGrp="1"/>
          </p:cNvSpPr>
          <p:nvPr>
            <p:ph type="body" sz="quarter" idx="11"/>
          </p:nvPr>
        </p:nvSpPr>
        <p:spPr>
          <a:xfrm>
            <a:off x="0" y="3429000"/>
            <a:ext cx="6096000" cy="2594043"/>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defRPr sz="2800"/>
            </a:lvl2pPr>
            <a:lvl3pPr algn="ctr">
              <a:spcAft>
                <a:spcPts val="600"/>
              </a:spcAft>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
          <p:cNvSpPr>
            <a:spLocks noGrp="1"/>
          </p:cNvSpPr>
          <p:nvPr>
            <p:ph type="body" sz="quarter" idx="19"/>
          </p:nvPr>
        </p:nvSpPr>
        <p:spPr>
          <a:xfrm>
            <a:off x="0" y="1554163"/>
            <a:ext cx="6096000" cy="548957"/>
          </a:xfrm>
        </p:spPr>
        <p:txBody>
          <a:bodyPr/>
          <a:lstStyle>
            <a:lvl1pPr algn="ctr">
              <a:defRPr sz="3600" b="0">
                <a:latin typeface="+mj-lt"/>
              </a:defRPr>
            </a:lvl1pPr>
            <a:lvl2pPr algn="ctr">
              <a:defRPr lang="en-US" sz="3200" b="0" kern="1200" dirty="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0" indent="0" algn="ctr" defTabSz="914400" rtl="0" eaLnBrk="1" latinLnBrk="0" hangingPunct="1">
              <a:lnSpc>
                <a:spcPct val="90000"/>
              </a:lnSpc>
              <a:spcBef>
                <a:spcPts val="500"/>
              </a:spcBef>
              <a:buFont typeface="Arial" panose="020B0604020202020204" pitchFamily="34" charset="0"/>
              <a:buNone/>
            </a:pPr>
            <a:r>
              <a:rPr lang="en-US"/>
              <a:t>Click to edit Master text styles</a:t>
            </a:r>
          </a:p>
        </p:txBody>
      </p:sp>
      <p:sp>
        <p:nvSpPr>
          <p:cNvPr id="12" name="Slide Number Placeholder 7"/>
          <p:cNvSpPr txBox="1">
            <a:spLocks/>
          </p:cNvSpPr>
          <p:nvPr userDrawn="1"/>
        </p:nvSpPr>
        <p:spPr>
          <a:xfrm>
            <a:off x="10343911" y="6498718"/>
            <a:ext cx="523406" cy="365125"/>
          </a:xfrm>
          <a:prstGeom prst="rect">
            <a:avLst/>
          </a:prstGeom>
        </p:spPr>
        <p:txBody>
          <a:bodyPr vert="horz" wrap="none" lIns="91440" tIns="45720" rIns="91440" bIns="45720" rtlCol="0" anchor="ctr"/>
          <a:lstStyle>
            <a:defPPr>
              <a:defRPr lang="en-US"/>
            </a:defPPr>
            <a:lvl1pPr marL="0" algn="r" defTabSz="914400" rtl="0" eaLnBrk="1" latinLnBrk="0" hangingPunct="1">
              <a:defRPr sz="12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997E989-D798-4C62-8E93-3D2D613C2488}" type="slidenum">
              <a:rPr lang="en-US" smtClean="0">
                <a:solidFill>
                  <a:schemeClr val="bg1"/>
                </a:solidFill>
              </a:rPr>
              <a:pPr/>
              <a:t>‹#›</a:t>
            </a:fld>
            <a:endParaRPr lang="en-US" dirty="0">
              <a:solidFill>
                <a:schemeClr val="bg1"/>
              </a:solidFill>
            </a:endParaRPr>
          </a:p>
        </p:txBody>
      </p:sp>
    </p:spTree>
    <p:extLst>
      <p:ext uri="{BB962C8B-B14F-4D97-AF65-F5344CB8AC3E}">
        <p14:creationId xmlns:p14="http://schemas.microsoft.com/office/powerpoint/2010/main" val="4439579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_50-50 Right Photo Layou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a:off x="6129304" y="0"/>
            <a:ext cx="6062696" cy="6856100"/>
          </a:xfrm>
          <a:blipFill>
            <a:blip r:embed="rId2"/>
            <a:srcRect/>
            <a:stretch>
              <a:fillRect/>
            </a:stretch>
          </a:blipFill>
        </p:spPr>
        <p:txBody>
          <a:bodyPr tIns="548640" anchor="ctr" anchorCtr="0">
            <a:noAutofit/>
          </a:bodyPr>
          <a:lstStyle>
            <a:lvl1pPr marL="0" indent="0" algn="ctr">
              <a:buNone/>
              <a:defRPr sz="3600" b="1" cap="none" baseline="0">
                <a:solidFill>
                  <a:srgbClr val="FFC000"/>
                </a:solidFill>
                <a:latin typeface="+mn-lt"/>
              </a:defRPr>
            </a:lvl1pPr>
          </a:lstStyle>
          <a:p>
            <a:r>
              <a:rPr lang="en-US"/>
              <a:t>Click icon to add picture</a:t>
            </a:r>
            <a:endParaRPr lang="en-US" dirty="0"/>
          </a:p>
        </p:txBody>
      </p:sp>
      <p:sp>
        <p:nvSpPr>
          <p:cNvPr id="7" name="Text Placeholder 6"/>
          <p:cNvSpPr>
            <a:spLocks noGrp="1"/>
          </p:cNvSpPr>
          <p:nvPr>
            <p:ph type="body" sz="quarter" idx="11"/>
          </p:nvPr>
        </p:nvSpPr>
        <p:spPr>
          <a:xfrm>
            <a:off x="0" y="3429000"/>
            <a:ext cx="6129304"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p:cNvSpPr>
            <a:spLocks noGrp="1"/>
          </p:cNvSpPr>
          <p:nvPr>
            <p:ph idx="18" hasCustomPrompt="1"/>
          </p:nvPr>
        </p:nvSpPr>
        <p:spPr>
          <a:xfrm>
            <a:off x="18759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3" name="Text Placeholder 2"/>
          <p:cNvSpPr>
            <a:spLocks noGrp="1"/>
          </p:cNvSpPr>
          <p:nvPr>
            <p:ph type="body" sz="quarter" idx="19"/>
          </p:nvPr>
        </p:nvSpPr>
        <p:spPr>
          <a:xfrm>
            <a:off x="0" y="1554163"/>
            <a:ext cx="6129304" cy="535531"/>
          </a:xfrm>
        </p:spPr>
        <p:txBody>
          <a:bodyPr/>
          <a:lstStyle>
            <a:lvl1pPr algn="ctr">
              <a:defRPr sz="3600" b="0">
                <a:latin typeface="+mj-lt"/>
              </a:defRPr>
            </a:lvl1pPr>
            <a:lvl2pPr algn="ctr">
              <a:defRPr lang="en-US" sz="3200" b="0" kern="1200" dirty="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0" indent="0" algn="ctr" defTabSz="914400" rtl="0" eaLnBrk="1" latinLnBrk="0" hangingPunct="1">
              <a:lnSpc>
                <a:spcPct val="90000"/>
              </a:lnSpc>
              <a:spcBef>
                <a:spcPts val="500"/>
              </a:spcBef>
              <a:buFont typeface="Arial" panose="020B0604020202020204" pitchFamily="34" charset="0"/>
              <a:buNone/>
            </a:pPr>
            <a:r>
              <a:rPr lang="en-US"/>
              <a:t>Click to edit Master text styles</a:t>
            </a:r>
          </a:p>
        </p:txBody>
      </p:sp>
      <p:sp>
        <p:nvSpPr>
          <p:cNvPr id="8"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bg1"/>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18882334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50-50 Left Photo Layout with tex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flipH="1">
            <a:off x="-1" y="0"/>
            <a:ext cx="6094444" cy="6856100"/>
          </a:xfrm>
          <a:blipFill>
            <a:blip r:embed="rId2"/>
            <a:stretch>
              <a:fillRect/>
            </a:stretch>
          </a:blipFill>
        </p:spPr>
        <p:txBody>
          <a:bodyPr tIns="548640" anchor="ctr" anchorCtr="0">
            <a:noAutofit/>
          </a:bodyPr>
          <a:lstStyle>
            <a:lvl1pPr marL="0" indent="0" algn="ctr">
              <a:buNone/>
              <a:defRPr sz="1568" b="1" cap="none" baseline="0">
                <a:gradFill>
                  <a:gsLst>
                    <a:gs pos="0">
                      <a:srgbClr val="FFFFFF"/>
                    </a:gs>
                    <a:gs pos="27000">
                      <a:srgbClr val="FFFFFF"/>
                    </a:gs>
                  </a:gsLst>
                  <a:lin ang="5400000" scaled="0"/>
                </a:gradFill>
                <a:latin typeface="+mn-lt"/>
              </a:defRPr>
            </a:lvl1pPr>
          </a:lstStyle>
          <a:p>
            <a:r>
              <a:rPr lang="en-US"/>
              <a:t>Click icon to add picture</a:t>
            </a:r>
            <a:endParaRPr lang="en-US" dirty="0"/>
          </a:p>
        </p:txBody>
      </p:sp>
      <p:sp>
        <p:nvSpPr>
          <p:cNvPr id="8" name="Text Placeholder 6"/>
          <p:cNvSpPr>
            <a:spLocks noGrp="1"/>
          </p:cNvSpPr>
          <p:nvPr>
            <p:ph type="body" sz="quarter" idx="11"/>
          </p:nvPr>
        </p:nvSpPr>
        <p:spPr>
          <a:xfrm>
            <a:off x="6094443" y="3425619"/>
            <a:ext cx="6097555"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
          <p:cNvSpPr>
            <a:spLocks noGrp="1"/>
          </p:cNvSpPr>
          <p:nvPr>
            <p:ph type="body" sz="quarter" idx="19"/>
          </p:nvPr>
        </p:nvSpPr>
        <p:spPr>
          <a:xfrm>
            <a:off x="6094443" y="1554163"/>
            <a:ext cx="6097556" cy="535531"/>
          </a:xfrm>
        </p:spPr>
        <p:txBody>
          <a:bodyPr/>
          <a:lstStyle>
            <a:lvl1pPr algn="ctr">
              <a:defRPr sz="3600" b="0">
                <a:latin typeface="+mj-lt"/>
              </a:defRPr>
            </a:lvl1pPr>
            <a:lvl2pPr algn="ctr">
              <a:defRPr lang="en-US" sz="3200" b="0" kern="1200" dirty="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0" indent="0" algn="ctr" defTabSz="914400" rtl="0" eaLnBrk="1" latinLnBrk="0" hangingPunct="1">
              <a:lnSpc>
                <a:spcPct val="90000"/>
              </a:lnSpc>
              <a:spcBef>
                <a:spcPts val="500"/>
              </a:spcBef>
              <a:buFont typeface="Arial" panose="020B0604020202020204" pitchFamily="34" charset="0"/>
              <a:buNone/>
            </a:pPr>
            <a:r>
              <a:rPr lang="en-US"/>
              <a:t>Click to edit Master text styles</a:t>
            </a:r>
          </a:p>
        </p:txBody>
      </p:sp>
      <p:sp>
        <p:nvSpPr>
          <p:cNvPr id="10" name="Content Placeholder 2"/>
          <p:cNvSpPr>
            <a:spLocks noGrp="1"/>
          </p:cNvSpPr>
          <p:nvPr>
            <p:ph idx="18" hasCustomPrompt="1"/>
          </p:nvPr>
        </p:nvSpPr>
        <p:spPr>
          <a:xfrm>
            <a:off x="77433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11"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1798201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50-50 Left Photo Layout with tex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a:off x="0" y="0"/>
            <a:ext cx="6094444" cy="6856100"/>
          </a:xfrm>
          <a:blipFill>
            <a:blip r:embed="rId2"/>
            <a:srcRect/>
            <a:stretch>
              <a:fillRect/>
            </a:stretch>
          </a:blipFill>
        </p:spPr>
        <p:txBody>
          <a:bodyPr tIns="548640" anchor="ctr" anchorCtr="0">
            <a:noAutofit/>
          </a:bodyPr>
          <a:lstStyle>
            <a:lvl1pPr marL="0" indent="0" algn="ctr">
              <a:buNone/>
              <a:defRPr sz="1568" b="1" cap="none" baseline="0">
                <a:gradFill>
                  <a:gsLst>
                    <a:gs pos="0">
                      <a:srgbClr val="FFFFFF"/>
                    </a:gs>
                    <a:gs pos="27000">
                      <a:srgbClr val="FFFFFF"/>
                    </a:gs>
                  </a:gsLst>
                  <a:lin ang="5400000" scaled="0"/>
                </a:gradFill>
                <a:latin typeface="+mn-lt"/>
              </a:defRPr>
            </a:lvl1pPr>
          </a:lstStyle>
          <a:p>
            <a:r>
              <a:rPr lang="en-US"/>
              <a:t>Click icon to add picture</a:t>
            </a:r>
            <a:endParaRPr lang="en-US" dirty="0"/>
          </a:p>
        </p:txBody>
      </p:sp>
      <p:sp>
        <p:nvSpPr>
          <p:cNvPr id="8" name="Text Placeholder 6"/>
          <p:cNvSpPr>
            <a:spLocks noGrp="1"/>
          </p:cNvSpPr>
          <p:nvPr>
            <p:ph type="body" sz="quarter" idx="11"/>
          </p:nvPr>
        </p:nvSpPr>
        <p:spPr>
          <a:xfrm>
            <a:off x="6180534" y="3429000"/>
            <a:ext cx="6011466"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solidFill>
                  <a:schemeClr val="tx2"/>
                </a:soli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
          <p:cNvSpPr>
            <a:spLocks noGrp="1"/>
          </p:cNvSpPr>
          <p:nvPr>
            <p:ph type="body" sz="quarter" idx="19"/>
          </p:nvPr>
        </p:nvSpPr>
        <p:spPr>
          <a:xfrm>
            <a:off x="6180534" y="1554163"/>
            <a:ext cx="5791200" cy="535531"/>
          </a:xfrm>
        </p:spPr>
        <p:txBody>
          <a:bodyPr/>
          <a:lstStyle>
            <a:lvl1pPr algn="ctr">
              <a:defRPr sz="3600" b="0">
                <a:latin typeface="+mj-lt"/>
              </a:defRPr>
            </a:lvl1pPr>
            <a:lvl2pPr algn="ctr">
              <a:defRPr lang="en-US" sz="3200" b="0" kern="1200" dirty="0" smtClean="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0" indent="0" algn="ctr" defTabSz="914400" rtl="0" eaLnBrk="1" latinLnBrk="0" hangingPunct="1">
              <a:lnSpc>
                <a:spcPct val="90000"/>
              </a:lnSpc>
              <a:spcBef>
                <a:spcPts val="500"/>
              </a:spcBef>
              <a:buFont typeface="Arial" panose="020B0604020202020204" pitchFamily="34" charset="0"/>
              <a:buNone/>
            </a:pPr>
            <a:r>
              <a:rPr lang="en-US"/>
              <a:t>Click to edit Master text styles</a:t>
            </a:r>
          </a:p>
        </p:txBody>
      </p:sp>
      <p:sp>
        <p:nvSpPr>
          <p:cNvPr id="11" name="Content Placeholder 2"/>
          <p:cNvSpPr>
            <a:spLocks noGrp="1"/>
          </p:cNvSpPr>
          <p:nvPr>
            <p:ph idx="18" hasCustomPrompt="1"/>
          </p:nvPr>
        </p:nvSpPr>
        <p:spPr>
          <a:xfrm>
            <a:off x="77433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12"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241761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4_50-50 Left Photo Layout with tex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flipH="1">
            <a:off x="0" y="0"/>
            <a:ext cx="6094444" cy="6856100"/>
          </a:xfrm>
          <a:blipFill>
            <a:blip r:embed="rId2"/>
            <a:stretch>
              <a:fillRect/>
            </a:stretch>
          </a:blipFill>
        </p:spPr>
        <p:txBody>
          <a:bodyPr tIns="548640" anchor="ctr" anchorCtr="0">
            <a:noAutofit/>
          </a:bodyPr>
          <a:lstStyle>
            <a:lvl1pPr marL="0" indent="0" algn="ctr">
              <a:buNone/>
              <a:defRPr sz="1568" b="1" cap="none" baseline="0">
                <a:gradFill>
                  <a:gsLst>
                    <a:gs pos="0">
                      <a:srgbClr val="FFFFFF"/>
                    </a:gs>
                    <a:gs pos="27000">
                      <a:srgbClr val="FFFFFF"/>
                    </a:gs>
                  </a:gsLst>
                  <a:lin ang="5400000" scaled="0"/>
                </a:gradFill>
                <a:latin typeface="+mn-lt"/>
              </a:defRPr>
            </a:lvl1pPr>
          </a:lstStyle>
          <a:p>
            <a:r>
              <a:rPr lang="en-US"/>
              <a:t>Click icon to add picture</a:t>
            </a:r>
            <a:endParaRPr lang="en-US" dirty="0"/>
          </a:p>
        </p:txBody>
      </p:sp>
      <p:sp>
        <p:nvSpPr>
          <p:cNvPr id="7" name="Text Placeholder 6"/>
          <p:cNvSpPr>
            <a:spLocks noGrp="1"/>
          </p:cNvSpPr>
          <p:nvPr>
            <p:ph type="body" sz="quarter" idx="11"/>
          </p:nvPr>
        </p:nvSpPr>
        <p:spPr>
          <a:xfrm>
            <a:off x="6138266" y="3457545"/>
            <a:ext cx="6053733"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solidFill>
                  <a:schemeClr val="tx2"/>
                </a:soli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9" hasCustomPrompt="1"/>
          </p:nvPr>
        </p:nvSpPr>
        <p:spPr>
          <a:xfrm>
            <a:off x="6138267" y="1554164"/>
            <a:ext cx="5875734" cy="535531"/>
          </a:xfrm>
        </p:spPr>
        <p:txBody>
          <a:bodyPr/>
          <a:lstStyle>
            <a:lvl1pPr algn="ctr">
              <a:defRPr sz="3600" b="0">
                <a:latin typeface="+mj-lt"/>
              </a:defRPr>
            </a:lvl1pPr>
            <a:lvl2pPr marL="0" indent="0" algn="ctr" defTabSz="914400" rtl="0" eaLnBrk="1" latinLnBrk="0" hangingPunct="1">
              <a:lnSpc>
                <a:spcPct val="90000"/>
              </a:lnSpc>
              <a:spcBef>
                <a:spcPts val="500"/>
              </a:spcBef>
              <a:buFont typeface="Arial" panose="020B0604020202020204" pitchFamily="34" charset="0"/>
              <a:buNone/>
              <a:defRPr lang="en-US" sz="3200" b="0" kern="1200" dirty="0" smtClean="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1" indent="0" algn="ctr" defTabSz="914400" rtl="0" eaLnBrk="1" latinLnBrk="0" hangingPunct="1">
              <a:lnSpc>
                <a:spcPct val="90000"/>
              </a:lnSpc>
              <a:spcBef>
                <a:spcPts val="500"/>
              </a:spcBef>
              <a:buFont typeface="Arial" panose="020B0604020202020204" pitchFamily="34" charset="0"/>
              <a:buNone/>
            </a:pPr>
            <a:r>
              <a:rPr lang="en-US" dirty="0"/>
              <a:t>50/50 photo layout</a:t>
            </a:r>
          </a:p>
        </p:txBody>
      </p:sp>
      <p:sp>
        <p:nvSpPr>
          <p:cNvPr id="9"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162888455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50-50 Left Photo Layout with text">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bwMode="ltGray">
          <a:xfrm flipH="1">
            <a:off x="-1" y="0"/>
            <a:ext cx="6094444" cy="6856100"/>
          </a:xfrm>
          <a:blipFill>
            <a:blip r:embed="rId2"/>
            <a:stretch>
              <a:fillRect/>
            </a:stretch>
          </a:blipFill>
        </p:spPr>
        <p:txBody>
          <a:bodyPr tIns="548640" anchor="ctr" anchorCtr="0">
            <a:noAutofit/>
          </a:bodyPr>
          <a:lstStyle>
            <a:lvl1pPr marL="0" indent="0" algn="ctr">
              <a:buNone/>
              <a:defRPr sz="1568" b="1" cap="none" baseline="0">
                <a:gradFill>
                  <a:gsLst>
                    <a:gs pos="0">
                      <a:srgbClr val="FFFFFF"/>
                    </a:gs>
                    <a:gs pos="27000">
                      <a:srgbClr val="FFFFFF"/>
                    </a:gs>
                  </a:gsLst>
                  <a:lin ang="5400000" scaled="0"/>
                </a:gradFill>
                <a:latin typeface="+mn-lt"/>
              </a:defRPr>
            </a:lvl1pPr>
          </a:lstStyle>
          <a:p>
            <a:r>
              <a:rPr lang="en-US"/>
              <a:t>Click icon to add picture</a:t>
            </a:r>
            <a:endParaRPr lang="en-US" dirty="0"/>
          </a:p>
        </p:txBody>
      </p:sp>
      <p:sp>
        <p:nvSpPr>
          <p:cNvPr id="7" name="Text Placeholder 6"/>
          <p:cNvSpPr>
            <a:spLocks noGrp="1"/>
          </p:cNvSpPr>
          <p:nvPr>
            <p:ph type="body" sz="quarter" idx="11"/>
          </p:nvPr>
        </p:nvSpPr>
        <p:spPr>
          <a:xfrm>
            <a:off x="6096000" y="2356398"/>
            <a:ext cx="6096000" cy="2145203"/>
          </a:xfrm>
        </p:spPr>
        <p:txBody>
          <a:bodyPr anchor="ctr" anchorCtr="0"/>
          <a:lstStyle>
            <a:lvl1pPr algn="ctr" defTabSz="914400" rtl="0" eaLnBrk="1" latinLnBrk="0" hangingPunct="1">
              <a:lnSpc>
                <a:spcPct val="90000"/>
              </a:lnSpc>
              <a:spcBef>
                <a:spcPts val="2400"/>
              </a:spcBef>
              <a:spcAft>
                <a:spcPts val="6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spcBef>
                <a:spcPts val="0"/>
              </a:spcBef>
              <a:spcAft>
                <a:spcPts val="600"/>
              </a:spcAft>
              <a:defRPr sz="2800"/>
            </a:lvl2pPr>
            <a:lvl3pPr algn="ctr">
              <a:spcBef>
                <a:spcPts val="0"/>
              </a:spcBef>
              <a:spcAft>
                <a:spcPts val="600"/>
              </a:spcAft>
              <a:defRPr lang="en-US" sz="2400" b="0" kern="1200" dirty="0">
                <a:solidFill>
                  <a:schemeClr val="tx1">
                    <a:lumMod val="85000"/>
                    <a:lumOff val="15000"/>
                  </a:schemeClr>
                </a:solidFill>
                <a:latin typeface="+mn-lt"/>
                <a:ea typeface="+mn-ea"/>
                <a:cs typeface="+mn-cs"/>
              </a:defRPr>
            </a:lvl3pPr>
            <a:lvl4pPr algn="ctr">
              <a:spcBef>
                <a:spcPts val="0"/>
              </a:spcBef>
              <a:spcAft>
                <a:spcPts val="600"/>
              </a:spcAft>
              <a:defRPr sz="2000" b="1"/>
            </a:lvl4pPr>
            <a:lvl5pPr algn="ctr">
              <a:spcBef>
                <a:spcPts val="0"/>
              </a:spcBef>
              <a:spcAft>
                <a:spcPts val="600"/>
              </a:spcAft>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38060548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50-50 Left Photo Layout with text">
    <p:spTree>
      <p:nvGrpSpPr>
        <p:cNvPr id="1" name=""/>
        <p:cNvGrpSpPr/>
        <p:nvPr/>
      </p:nvGrpSpPr>
      <p:grpSpPr>
        <a:xfrm>
          <a:off x="0" y="0"/>
          <a:ext cx="0" cy="0"/>
          <a:chOff x="0" y="0"/>
          <a:chExt cx="0" cy="0"/>
        </a:xfrm>
      </p:grpSpPr>
      <p:sp>
        <p:nvSpPr>
          <p:cNvPr id="10" name="Picture Placeholder 9"/>
          <p:cNvSpPr>
            <a:spLocks noGrp="1"/>
          </p:cNvSpPr>
          <p:nvPr>
            <p:ph type="pic" sz="quarter" idx="12" hasCustomPrompt="1"/>
          </p:nvPr>
        </p:nvSpPr>
        <p:spPr>
          <a:xfrm>
            <a:off x="0" y="0"/>
            <a:ext cx="12190413" cy="6858000"/>
          </a:xfrm>
          <a:blipFill>
            <a:blip r:embed="rId2"/>
            <a:stretch>
              <a:fillRect/>
            </a:stretch>
          </a:blipFill>
        </p:spPr>
        <p:txBody>
          <a:bodyPr anchor="ctr" anchorCtr="0">
            <a:noAutofit/>
          </a:bodyPr>
          <a:lstStyle>
            <a:lvl1pPr algn="r">
              <a:defRPr baseline="0"/>
            </a:lvl1pPr>
          </a:lstStyle>
          <a:p>
            <a:r>
              <a:rPr lang="en-US" dirty="0"/>
              <a:t>Full Bleed Picture</a:t>
            </a:r>
          </a:p>
        </p:txBody>
      </p:sp>
      <p:sp>
        <p:nvSpPr>
          <p:cNvPr id="7" name="Content Placeholder 2"/>
          <p:cNvSpPr>
            <a:spLocks noGrp="1"/>
          </p:cNvSpPr>
          <p:nvPr>
            <p:ph idx="18" hasCustomPrompt="1"/>
          </p:nvPr>
        </p:nvSpPr>
        <p:spPr>
          <a:xfrm>
            <a:off x="1875949" y="419100"/>
            <a:ext cx="2377440" cy="840230"/>
          </a:xfrm>
        </p:spPr>
        <p:txBody>
          <a:bodyPr lIns="146304" rIns="146304"/>
          <a:lstStyle>
            <a:lvl1pPr marL="0" algn="ctr" defTabSz="914400" rtl="0" eaLnBrk="1" latinLnBrk="0" hangingPunct="1">
              <a:defRPr lang="en-US" sz="5400" kern="1200" dirty="0">
                <a:solidFill>
                  <a:schemeClr val="accent4"/>
                </a:solidFill>
                <a:latin typeface="Segoe UI Black" panose="020B0A02040204020203" pitchFamily="34" charset="0"/>
                <a:ea typeface="Segoe UI Black" panose="020B0A02040204020203" pitchFamily="34" charset="0"/>
                <a:cs typeface="Segoe UI Black" panose="020B0A02040204020203" pitchFamily="34" charset="0"/>
              </a:defRPr>
            </a:lvl1pPr>
            <a:lvl2pPr algn="ctr">
              <a:defRPr sz="2200">
                <a:solidFill>
                  <a:schemeClr val="tx1">
                    <a:lumMod val="75000"/>
                    <a:lumOff val="25000"/>
                  </a:schemeClr>
                </a:solidFill>
                <a:latin typeface="Segoe UI Semilight" panose="020B0402040204020203" pitchFamily="34" charset="0"/>
                <a:cs typeface="Segoe UI Semilight" panose="020B0402040204020203" pitchFamily="34" charset="0"/>
              </a:defRPr>
            </a:lvl2pPr>
            <a:lvl3pPr algn="ctr">
              <a:defRPr sz="1800"/>
            </a:lvl3pPr>
            <a:lvl4pPr algn="ctr">
              <a:defRPr sz="1800">
                <a:latin typeface="+mn-lt"/>
              </a:defRPr>
            </a:lvl4pPr>
            <a:lvl5pPr algn="ctr">
              <a:defRPr sz="1600">
                <a:latin typeface="+mn-lt"/>
              </a:defRPr>
            </a:lvl5pPr>
          </a:lstStyle>
          <a:p>
            <a:pPr lvl="0"/>
            <a:r>
              <a:rPr lang="en-US" dirty="0"/>
              <a:t>#</a:t>
            </a:r>
          </a:p>
        </p:txBody>
      </p:sp>
      <p:sp>
        <p:nvSpPr>
          <p:cNvPr id="11" name="Text Placeholder 6"/>
          <p:cNvSpPr>
            <a:spLocks noGrp="1"/>
          </p:cNvSpPr>
          <p:nvPr>
            <p:ph type="body" sz="quarter" idx="11"/>
          </p:nvPr>
        </p:nvSpPr>
        <p:spPr>
          <a:xfrm>
            <a:off x="304800" y="3429000"/>
            <a:ext cx="5960269" cy="2754087"/>
          </a:xfrm>
        </p:spPr>
        <p:txBody>
          <a:bodyPr anchor="t" anchorCtr="0"/>
          <a:lstStyle>
            <a:lvl1pPr algn="ctr" defTabSz="914400" rtl="0" eaLnBrk="1" latinLnBrk="0" hangingPunct="1">
              <a:lnSpc>
                <a:spcPct val="90000"/>
              </a:lnSpc>
              <a:spcBef>
                <a:spcPct val="0"/>
              </a:spcBef>
              <a:spcAft>
                <a:spcPts val="3000"/>
              </a:spcAft>
              <a:buNone/>
              <a:defRPr lang="en-US" sz="3600" b="0" i="0" kern="1200" spc="0" baseline="0" dirty="0">
                <a:gradFill>
                  <a:gsLst>
                    <a:gs pos="0">
                      <a:schemeClr val="tx2"/>
                    </a:gs>
                    <a:gs pos="100000">
                      <a:schemeClr val="tx2"/>
                    </a:gs>
                  </a:gsLst>
                  <a:lin ang="5400000" scaled="1"/>
                </a:gradFill>
                <a:latin typeface="Segoe UI Semibold" panose="020B0702040204020203" pitchFamily="34" charset="0"/>
                <a:ea typeface="+mn-ea"/>
                <a:cs typeface="Segoe UI Semibold" panose="020B0702040204020203" pitchFamily="34" charset="0"/>
              </a:defRPr>
            </a:lvl1pPr>
            <a:lvl2pPr algn="ctr">
              <a:defRPr sz="2800"/>
            </a:lvl2pPr>
            <a:lvl3pPr algn="ctr">
              <a:defRPr lang="en-US" sz="2400" b="0" kern="1200" dirty="0">
                <a:solidFill>
                  <a:schemeClr val="tx1">
                    <a:lumMod val="85000"/>
                    <a:lumOff val="15000"/>
                  </a:schemeClr>
                </a:solidFill>
                <a:latin typeface="+mn-lt"/>
                <a:ea typeface="+mn-ea"/>
                <a:cs typeface="+mn-cs"/>
              </a:defRPr>
            </a:lvl3pPr>
            <a:lvl4pPr algn="ctr">
              <a:defRPr sz="2000" b="1"/>
            </a:lvl4pPr>
            <a:lvl5pPr algn="ct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
          <p:cNvSpPr>
            <a:spLocks noGrp="1"/>
          </p:cNvSpPr>
          <p:nvPr>
            <p:ph type="body" sz="quarter" idx="19" hasCustomPrompt="1"/>
          </p:nvPr>
        </p:nvSpPr>
        <p:spPr>
          <a:xfrm>
            <a:off x="304800" y="1554164"/>
            <a:ext cx="5875734" cy="535531"/>
          </a:xfrm>
        </p:spPr>
        <p:txBody>
          <a:bodyPr/>
          <a:lstStyle>
            <a:lvl1pPr algn="ctr">
              <a:defRPr sz="3600" b="0">
                <a:latin typeface="+mj-lt"/>
              </a:defRPr>
            </a:lvl1pPr>
            <a:lvl2pPr marL="0" indent="0" algn="ctr" defTabSz="914400" rtl="0" eaLnBrk="1" latinLnBrk="0" hangingPunct="1">
              <a:lnSpc>
                <a:spcPct val="90000"/>
              </a:lnSpc>
              <a:spcBef>
                <a:spcPts val="500"/>
              </a:spcBef>
              <a:buFont typeface="Arial" panose="020B0604020202020204" pitchFamily="34" charset="0"/>
              <a:buNone/>
              <a:defRPr lang="en-US" sz="3200" b="0" kern="1200" dirty="0" smtClean="0">
                <a:solidFill>
                  <a:schemeClr val="tx1">
                    <a:lumMod val="65000"/>
                    <a:lumOff val="35000"/>
                  </a:schemeClr>
                </a:solidFill>
                <a:latin typeface="+mj-lt"/>
                <a:ea typeface="+mn-ea"/>
                <a:cs typeface="+mn-cs"/>
              </a:defRPr>
            </a:lvl2pPr>
            <a:lvl3pPr algn="ctr">
              <a:defRPr/>
            </a:lvl3pPr>
            <a:lvl4pPr algn="ctr">
              <a:defRPr/>
            </a:lvl4pPr>
            <a:lvl5pPr algn="ctr">
              <a:defRPr/>
            </a:lvl5pPr>
          </a:lstStyle>
          <a:p>
            <a:pPr marL="0" lvl="1" indent="0" algn="ctr" defTabSz="914400" rtl="0" eaLnBrk="1" latinLnBrk="0" hangingPunct="1">
              <a:lnSpc>
                <a:spcPct val="90000"/>
              </a:lnSpc>
              <a:spcBef>
                <a:spcPts val="500"/>
              </a:spcBef>
              <a:buFont typeface="Arial" panose="020B0604020202020204" pitchFamily="34" charset="0"/>
              <a:buNone/>
            </a:pPr>
            <a:r>
              <a:rPr lang="en-US" dirty="0"/>
              <a:t>Headline</a:t>
            </a:r>
          </a:p>
        </p:txBody>
      </p:sp>
      <p:sp>
        <p:nvSpPr>
          <p:cNvPr id="13"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bg1"/>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27891402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Callout with small Non-bulleted">
    <p:spTree>
      <p:nvGrpSpPr>
        <p:cNvPr id="1" name=""/>
        <p:cNvGrpSpPr/>
        <p:nvPr/>
      </p:nvGrpSpPr>
      <p:grpSpPr>
        <a:xfrm>
          <a:off x="0" y="0"/>
          <a:ext cx="0" cy="0"/>
          <a:chOff x="0" y="0"/>
          <a:chExt cx="0" cy="0"/>
        </a:xfrm>
      </p:grpSpPr>
      <p:sp>
        <p:nvSpPr>
          <p:cNvPr id="10" name="Rectangle 9"/>
          <p:cNvSpPr/>
          <p:nvPr userDrawn="1"/>
        </p:nvSpPr>
        <p:spPr>
          <a:xfrm>
            <a:off x="0" y="0"/>
            <a:ext cx="12192000" cy="29748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3"/>
          <p:cNvSpPr>
            <a:spLocks noGrp="1"/>
          </p:cNvSpPr>
          <p:nvPr>
            <p:ph type="body" sz="quarter" idx="10" hasCustomPrompt="1"/>
          </p:nvPr>
        </p:nvSpPr>
        <p:spPr>
          <a:xfrm>
            <a:off x="269240" y="3367878"/>
            <a:ext cx="5192775" cy="1830245"/>
          </a:xfrm>
        </p:spPr>
        <p:txBody>
          <a:bodyPr wrap="square">
            <a:spAutoFit/>
          </a:bodyPr>
          <a:lstStyle>
            <a:lvl1pPr marL="0" marR="0" indent="0" algn="l" defTabSz="914367" rtl="0" eaLnBrk="1" fontAlgn="auto" latinLnBrk="0" hangingPunct="1">
              <a:lnSpc>
                <a:spcPct val="90000"/>
              </a:lnSpc>
              <a:spcBef>
                <a:spcPts val="1200"/>
              </a:spcBef>
              <a:spcAft>
                <a:spcPts val="0"/>
              </a:spcAft>
              <a:buClr>
                <a:schemeClr val="tx1"/>
              </a:buClr>
              <a:buSzPct val="90000"/>
              <a:buFont typeface="Wingdings" pitchFamily="2" charset="2"/>
              <a:buNone/>
              <a:tabLst/>
              <a:defRPr lang="en-US" sz="3137" kern="1200" spc="0" baseline="0" dirty="0">
                <a:gradFill>
                  <a:gsLst>
                    <a:gs pos="1250">
                      <a:schemeClr val="tx2"/>
                    </a:gs>
                    <a:gs pos="99000">
                      <a:schemeClr val="tx2"/>
                    </a:gs>
                  </a:gsLst>
                  <a:lin ang="5400000" scaled="0"/>
                </a:gradFill>
                <a:latin typeface="+mj-lt"/>
                <a:ea typeface="+mn-ea"/>
                <a:cs typeface="+mn-cs"/>
              </a:defRPr>
            </a:lvl1pPr>
            <a:lvl2pPr marL="0" indent="0">
              <a:buNone/>
              <a:defRPr sz="1961"/>
            </a:lvl2pPr>
            <a:lvl3pPr marL="227209" indent="0">
              <a:buNone/>
              <a:tabLst/>
              <a:defRPr sz="1961"/>
            </a:lvl3pPr>
            <a:lvl4pPr marL="451306" indent="0">
              <a:buNone/>
              <a:defRPr/>
            </a:lvl4pPr>
            <a:lvl5pPr marL="672290" indent="0">
              <a:buNone/>
              <a:tabLst/>
              <a:defRPr/>
            </a:lvl5pPr>
          </a:lstStyle>
          <a:p>
            <a:r>
              <a:rPr lang="en-US" dirty="0"/>
              <a:t>A short introduction</a:t>
            </a:r>
            <a:br>
              <a:rPr lang="en-US" dirty="0"/>
            </a:br>
            <a:r>
              <a:rPr lang="en-US" dirty="0"/>
              <a:t>to the data, revealing</a:t>
            </a:r>
            <a:br>
              <a:rPr lang="en-US" dirty="0"/>
            </a:br>
            <a:r>
              <a:rPr lang="en-US" dirty="0"/>
              <a:t>points one at a time, will enhance comprehension.</a:t>
            </a:r>
          </a:p>
        </p:txBody>
      </p:sp>
      <p:sp>
        <p:nvSpPr>
          <p:cNvPr id="9" name="Text Placeholder 8"/>
          <p:cNvSpPr>
            <a:spLocks noGrp="1"/>
          </p:cNvSpPr>
          <p:nvPr>
            <p:ph type="body" sz="quarter" idx="11"/>
          </p:nvPr>
        </p:nvSpPr>
        <p:spPr>
          <a:xfrm>
            <a:off x="6253316" y="3503950"/>
            <a:ext cx="5671764" cy="1705723"/>
          </a:xfrm>
        </p:spPr>
        <p:txBody>
          <a:bodyPr/>
          <a:lstStyle>
            <a:lvl1pPr marL="0" indent="0" algn="l">
              <a:buNone/>
              <a:defRPr sz="1961">
                <a:latin typeface="+mn-lt"/>
              </a:defRPr>
            </a:lvl1pPr>
            <a:lvl2pPr marL="0" indent="0" algn="l">
              <a:buNone/>
              <a:defRPr sz="1765">
                <a:latin typeface="+mn-lt"/>
              </a:defRPr>
            </a:lvl2pPr>
            <a:lvl3pPr marL="0" indent="0" algn="l">
              <a:buNone/>
              <a:defRPr sz="1568">
                <a:latin typeface="+mn-lt"/>
              </a:defRPr>
            </a:lvl3pPr>
            <a:lvl4pPr marL="0" indent="0" algn="l">
              <a:buNone/>
              <a:defRPr sz="1372">
                <a:latin typeface="+mn-lt"/>
              </a:defRPr>
            </a:lvl4pPr>
            <a:lvl5pPr marL="0" indent="0" algn="l">
              <a:buNone/>
              <a:defRPr sz="1372">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Picture Placeholder 2"/>
          <p:cNvSpPr>
            <a:spLocks noGrp="1"/>
          </p:cNvSpPr>
          <p:nvPr>
            <p:ph type="pic" sz="quarter" idx="12"/>
          </p:nvPr>
        </p:nvSpPr>
        <p:spPr>
          <a:xfrm>
            <a:off x="0" y="0"/>
            <a:ext cx="12192000" cy="2974848"/>
          </a:xfrm>
          <a:blipFill>
            <a:blip r:embed="rId2"/>
            <a:srcRect/>
            <a:stretch>
              <a:fillRect t="-65721" r="-4798" b="-46455"/>
            </a:stretch>
          </a:blipFill>
        </p:spPr>
        <p:txBody>
          <a:bodyPr anchor="ctr" anchorCtr="0">
            <a:noAutofit/>
          </a:bodyPr>
          <a:lstStyle/>
          <a:p>
            <a:r>
              <a:rPr lang="en-US"/>
              <a:t>Click icon to add picture</a:t>
            </a:r>
            <a:endParaRPr lang="en-US" dirty="0"/>
          </a:p>
        </p:txBody>
      </p:sp>
      <p:sp>
        <p:nvSpPr>
          <p:cNvPr id="2" name="Title 1"/>
          <p:cNvSpPr>
            <a:spLocks noGrp="1"/>
          </p:cNvSpPr>
          <p:nvPr>
            <p:ph type="title"/>
          </p:nvPr>
        </p:nvSpPr>
        <p:spPr/>
        <p:txBody>
          <a:bodyPr/>
          <a:lstStyle/>
          <a:p>
            <a:r>
              <a:rPr lang="en-US"/>
              <a:t>Click to edit Master title style</a:t>
            </a:r>
            <a:endParaRPr lang="en-US" dirty="0"/>
          </a:p>
        </p:txBody>
      </p:sp>
      <p:sp>
        <p:nvSpPr>
          <p:cNvPr id="11"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26691981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2"/>
      </p:bgRef>
    </p:bg>
    <p:spTree>
      <p:nvGrpSpPr>
        <p:cNvPr id="1" name=""/>
        <p:cNvGrpSpPr/>
        <p:nvPr/>
      </p:nvGrpSpPr>
      <p:grpSpPr>
        <a:xfrm>
          <a:off x="0" y="0"/>
          <a:ext cx="0" cy="0"/>
          <a:chOff x="0" y="0"/>
          <a:chExt cx="0" cy="0"/>
        </a:xfrm>
      </p:grpSpPr>
      <p:sp>
        <p:nvSpPr>
          <p:cNvPr id="7" name="Picture Placeholder 6"/>
          <p:cNvSpPr>
            <a:spLocks noGrp="1" noChangeAspect="1"/>
          </p:cNvSpPr>
          <p:nvPr>
            <p:ph type="pic" sz="quarter" idx="14"/>
          </p:nvPr>
        </p:nvSpPr>
        <p:spPr>
          <a:xfrm>
            <a:off x="0" y="0"/>
            <a:ext cx="12192000" cy="6858000"/>
          </a:xfrm>
        </p:spPr>
        <p:txBody>
          <a:bodyPr lIns="91440">
            <a:noAutofit/>
          </a:bodyPr>
          <a:lstStyle>
            <a:lvl1pPr algn="ctr">
              <a:defRPr/>
            </a:lvl1pPr>
          </a:lstStyle>
          <a:p>
            <a:r>
              <a:rPr lang="en-US" baseline="0"/>
              <a:t>Click icon to add picture</a:t>
            </a:r>
            <a:endParaRPr lang="en-US" dirty="0"/>
          </a:p>
        </p:txBody>
      </p:sp>
      <p:sp>
        <p:nvSpPr>
          <p:cNvPr id="4" name="Slide Number Placeholder 3"/>
          <p:cNvSpPr>
            <a:spLocks noGrp="1"/>
          </p:cNvSpPr>
          <p:nvPr>
            <p:ph type="sldNum" sz="quarter" idx="12"/>
          </p:nvPr>
        </p:nvSpPr>
        <p:spPr>
          <a:xfrm>
            <a:off x="11747687" y="6465381"/>
            <a:ext cx="431425" cy="365125"/>
          </a:xfrm>
          <a:prstGeom prst="rect">
            <a:avLst/>
          </a:prstGeom>
        </p:spPr>
        <p:txBody>
          <a:bodyPr/>
          <a:lstStyle/>
          <a:p>
            <a:fld id="{5AE1514C-5E56-4738-A1FF-4B1CFD2A3E36}" type="slidenum">
              <a:rPr lang="en-US" smtClean="0"/>
              <a:t>‹#›</a:t>
            </a:fld>
            <a:endParaRPr lang="en-US" dirty="0"/>
          </a:p>
        </p:txBody>
      </p:sp>
      <p:sp>
        <p:nvSpPr>
          <p:cNvPr id="2" name="Title 1"/>
          <p:cNvSpPr>
            <a:spLocks noGrp="1"/>
          </p:cNvSpPr>
          <p:nvPr>
            <p:ph type="title" hasCustomPrompt="1"/>
          </p:nvPr>
        </p:nvSpPr>
        <p:spPr>
          <a:xfrm>
            <a:off x="966652" y="2567613"/>
            <a:ext cx="8804365" cy="1403495"/>
          </a:xfrm>
          <a:prstGeom prst="rect">
            <a:avLst/>
          </a:prstGeom>
        </p:spPr>
        <p:txBody>
          <a:bodyPr/>
          <a:lstStyle>
            <a:lvl1pPr algn="l">
              <a:defRPr lang="en-US" sz="8800" b="1" i="0" kern="1200" spc="100" dirty="0">
                <a:gradFill>
                  <a:gsLst>
                    <a:gs pos="0">
                      <a:schemeClr val="accent1">
                        <a:lumMod val="5000"/>
                        <a:lumOff val="95000"/>
                      </a:schemeClr>
                    </a:gs>
                    <a:gs pos="100000">
                      <a:srgbClr val="FFFFFF"/>
                    </a:gs>
                  </a:gsLst>
                  <a:lin ang="5400000" scaled="1"/>
                </a:gradFill>
                <a:latin typeface="+mn-lt"/>
                <a:ea typeface="+mn-ea"/>
                <a:cs typeface="Segoe UI Semilight" panose="020B0402040204020203" pitchFamily="34" charset="0"/>
              </a:defRPr>
            </a:lvl1pPr>
          </a:lstStyle>
          <a:p>
            <a:r>
              <a:rPr lang="en-US" dirty="0"/>
              <a:t>CLICK TO EDIT</a:t>
            </a:r>
          </a:p>
        </p:txBody>
      </p:sp>
      <p:sp>
        <p:nvSpPr>
          <p:cNvPr id="5" name="Text Placeholder 4"/>
          <p:cNvSpPr>
            <a:spLocks noGrp="1"/>
          </p:cNvSpPr>
          <p:nvPr>
            <p:ph type="body" sz="quarter" idx="13" hasCustomPrompt="1"/>
          </p:nvPr>
        </p:nvSpPr>
        <p:spPr>
          <a:xfrm>
            <a:off x="1581150" y="3971108"/>
            <a:ext cx="9461500" cy="757130"/>
          </a:xfrm>
        </p:spPr>
        <p:txBody>
          <a:bodyPr/>
          <a:lstStyle>
            <a:lvl1pPr algn="l">
              <a:defRPr lang="en-US" sz="4800" b="1" i="0" kern="1200" spc="300" dirty="0" smtClean="0">
                <a:gradFill>
                  <a:gsLst>
                    <a:gs pos="0">
                      <a:schemeClr val="accent1">
                        <a:lumMod val="5000"/>
                        <a:lumOff val="95000"/>
                      </a:schemeClr>
                    </a:gs>
                    <a:gs pos="100000">
                      <a:srgbClr val="FFFFFF"/>
                    </a:gs>
                  </a:gsLst>
                  <a:lin ang="5400000" scaled="1"/>
                </a:gradFill>
                <a:latin typeface="+mn-lt"/>
                <a:ea typeface="+mn-ea"/>
                <a:cs typeface="Segoe UI Semilight" panose="020B0402040204020203" pitchFamily="34" charset="0"/>
              </a:defRPr>
            </a:lvl1pPr>
            <a:lvl2pPr algn="l">
              <a:defRPr/>
            </a:lvl2pPr>
            <a:lvl3pPr algn="l">
              <a:defRPr/>
            </a:lvl3pPr>
            <a:lvl4pPr algn="l">
              <a:defRPr/>
            </a:lvl4pPr>
            <a:lvl5pPr algn="l">
              <a:defRPr/>
            </a:lvl5pPr>
          </a:lstStyle>
          <a:p>
            <a:pPr lvl="0"/>
            <a:r>
              <a:rPr lang="en-US" dirty="0"/>
              <a:t>EDIT MASTER TEXT</a:t>
            </a:r>
          </a:p>
        </p:txBody>
      </p:sp>
    </p:spTree>
    <p:extLst>
      <p:ext uri="{BB962C8B-B14F-4D97-AF65-F5344CB8AC3E}">
        <p14:creationId xmlns:p14="http://schemas.microsoft.com/office/powerpoint/2010/main" val="4073567290"/>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Blank with Picture">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747687" y="6465381"/>
            <a:ext cx="431425" cy="365125"/>
          </a:xfrm>
          <a:prstGeom prst="rect">
            <a:avLst/>
          </a:prstGeom>
        </p:spPr>
        <p:txBody>
          <a:bodyPr/>
          <a:lstStyle/>
          <a:p>
            <a:fld id="{5AE1514C-5E56-4738-A1FF-4B1CFD2A3E36}" type="slidenum">
              <a:rPr lang="en-US" smtClean="0"/>
              <a:t>‹#›</a:t>
            </a:fld>
            <a:endParaRPr lang="en-US" dirty="0"/>
          </a:p>
        </p:txBody>
      </p:sp>
      <p:sp>
        <p:nvSpPr>
          <p:cNvPr id="3" name="Picture Placeholder 2"/>
          <p:cNvSpPr>
            <a:spLocks noGrp="1" noChangeAspect="1"/>
          </p:cNvSpPr>
          <p:nvPr>
            <p:ph type="pic" sz="quarter" idx="13"/>
          </p:nvPr>
        </p:nvSpPr>
        <p:spPr>
          <a:xfrm>
            <a:off x="0" y="0"/>
            <a:ext cx="12066954" cy="6858000"/>
          </a:xfrm>
        </p:spPr>
        <p:txBody>
          <a:bodyPr anchor="ctr">
            <a:noAutofit/>
          </a:bodyPr>
          <a:lstStyle>
            <a:lvl1pPr algn="ctr">
              <a:defRPr>
                <a:solidFill>
                  <a:schemeClr val="tx2"/>
                </a:solidFill>
              </a:defRPr>
            </a:lvl1pPr>
          </a:lstStyle>
          <a:p>
            <a:r>
              <a:rPr lang="en-US"/>
              <a:t>Click icon to add picture</a:t>
            </a:r>
            <a:endParaRPr lang="en-US" dirty="0"/>
          </a:p>
        </p:txBody>
      </p:sp>
    </p:spTree>
    <p:extLst>
      <p:ext uri="{BB962C8B-B14F-4D97-AF65-F5344CB8AC3E}">
        <p14:creationId xmlns:p14="http://schemas.microsoft.com/office/powerpoint/2010/main" val="15583958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747687" y="6465381"/>
            <a:ext cx="431425" cy="365125"/>
          </a:xfrm>
          <a:prstGeom prst="rect">
            <a:avLst/>
          </a:prstGeom>
        </p:spPr>
        <p:txBody>
          <a:bodyPr/>
          <a:lstStyle/>
          <a:p>
            <a:fld id="{5AE1514C-5E56-4738-A1FF-4B1CFD2A3E36}" type="slidenum">
              <a:rPr lang="en-US" smtClean="0"/>
              <a:t>‹#›</a:t>
            </a:fld>
            <a:endParaRPr lang="en-US" dirty="0"/>
          </a:p>
        </p:txBody>
      </p:sp>
    </p:spTree>
    <p:extLst>
      <p:ext uri="{BB962C8B-B14F-4D97-AF65-F5344CB8AC3E}">
        <p14:creationId xmlns:p14="http://schemas.microsoft.com/office/powerpoint/2010/main" val="389364822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tep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4BDA58-9C93-4222-A4EC-4BEB46CE06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3175"/>
            <a:ext cx="12192000" cy="6851649"/>
          </a:xfrm>
          <a:prstGeom prst="rect">
            <a:avLst/>
          </a:prstGeom>
        </p:spPr>
      </p:pic>
      <p:sp>
        <p:nvSpPr>
          <p:cNvPr id="4" name="Slide Number Placeholder 3"/>
          <p:cNvSpPr>
            <a:spLocks noGrp="1"/>
          </p:cNvSpPr>
          <p:nvPr>
            <p:ph type="sldNum" sz="quarter" idx="12"/>
          </p:nvPr>
        </p:nvSpPr>
        <p:spPr>
          <a:xfrm>
            <a:off x="11747687" y="6465381"/>
            <a:ext cx="431425" cy="365125"/>
          </a:xfrm>
          <a:prstGeom prst="rect">
            <a:avLst/>
          </a:prstGeom>
        </p:spPr>
        <p:txBody>
          <a:bodyPr/>
          <a:lstStyle/>
          <a:p>
            <a:fld id="{5AE1514C-5E56-4738-A1FF-4B1CFD2A3E36}" type="slidenum">
              <a:rPr lang="en-US" smtClean="0"/>
              <a:t>‹#›</a:t>
            </a:fld>
            <a:endParaRPr lang="en-US" dirty="0"/>
          </a:p>
        </p:txBody>
      </p:sp>
      <p:sp>
        <p:nvSpPr>
          <p:cNvPr id="6" name="TextBox 5">
            <a:hlinkClick r:id="rId3"/>
            <a:extLst>
              <a:ext uri="{FF2B5EF4-FFF2-40B4-BE49-F238E27FC236}">
                <a16:creationId xmlns:a16="http://schemas.microsoft.com/office/drawing/2014/main" id="{FC5E276D-531E-45A9-B450-EFEC62CDC8DF}"/>
              </a:ext>
            </a:extLst>
          </p:cNvPr>
          <p:cNvSpPr txBox="1"/>
          <p:nvPr userDrawn="1"/>
        </p:nvSpPr>
        <p:spPr>
          <a:xfrm>
            <a:off x="4961284" y="93791"/>
            <a:ext cx="2269433" cy="316517"/>
          </a:xfrm>
          <a:prstGeom prst="roundRect">
            <a:avLst>
              <a:gd name="adj" fmla="val 50000"/>
            </a:avLst>
          </a:prstGeom>
          <a:solidFill>
            <a:schemeClr val="accent4"/>
          </a:solidFill>
        </p:spPr>
        <p:txBody>
          <a:bodyPr wrap="square" lIns="0" rIns="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chemeClr val="tx1"/>
                </a:solidFill>
                <a:effectLst/>
                <a:uLnTx/>
                <a:uFillTx/>
              </a:rPr>
              <a:t>Neal Creative  | click &amp; </a:t>
            </a:r>
            <a:r>
              <a:rPr kumimoji="0" lang="en-US" sz="1050" b="1" i="0" u="none" strike="noStrike" kern="0" cap="none" spc="0" normalizeH="0" baseline="0" noProof="0" dirty="0">
                <a:ln>
                  <a:noFill/>
                </a:ln>
                <a:solidFill>
                  <a:schemeClr val="tx1"/>
                </a:solidFill>
                <a:effectLst/>
                <a:uLnTx/>
                <a:uFillTx/>
              </a:rPr>
              <a:t>Learn more</a:t>
            </a:r>
          </a:p>
        </p:txBody>
      </p:sp>
      <p:sp>
        <p:nvSpPr>
          <p:cNvPr id="7" name="TextBox 6">
            <a:hlinkClick r:id="rId4"/>
          </p:cNvPr>
          <p:cNvSpPr txBox="1"/>
          <p:nvPr userDrawn="1"/>
        </p:nvSpPr>
        <p:spPr>
          <a:xfrm>
            <a:off x="0" y="6548363"/>
            <a:ext cx="1209664" cy="346234"/>
          </a:xfrm>
          <a:prstGeom prst="roundRect">
            <a:avLst>
              <a:gd name="adj" fmla="val 50000"/>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Neal Creative </a:t>
            </a:r>
            <a:r>
              <a:rPr lang="en-US" sz="900" kern="1200" dirty="0">
                <a:solidFill>
                  <a:schemeClr val="tx1"/>
                </a:solidFill>
                <a:latin typeface="+mn-lt"/>
                <a:ea typeface="+mn-ea"/>
                <a:cs typeface="+mn-cs"/>
              </a:rPr>
              <a:t>©</a:t>
            </a:r>
            <a:r>
              <a:rPr lang="en-US" sz="1000" baseline="0" dirty="0">
                <a:solidFill>
                  <a:schemeClr val="tx1"/>
                </a:solidFill>
              </a:rPr>
              <a:t> </a:t>
            </a:r>
            <a:endParaRPr lang="en-US" sz="1000" b="1" dirty="0">
              <a:solidFill>
                <a:schemeClr val="tx1"/>
              </a:solidFill>
            </a:endParaRPr>
          </a:p>
        </p:txBody>
      </p:sp>
      <p:grpSp>
        <p:nvGrpSpPr>
          <p:cNvPr id="8" name="Group 7">
            <a:extLst>
              <a:ext uri="{FF2B5EF4-FFF2-40B4-BE49-F238E27FC236}">
                <a16:creationId xmlns:a16="http://schemas.microsoft.com/office/drawing/2014/main" id="{EF273A61-5610-4355-89F3-7C90515BFCC9}"/>
              </a:ext>
            </a:extLst>
          </p:cNvPr>
          <p:cNvGrpSpPr/>
          <p:nvPr userDrawn="1"/>
        </p:nvGrpSpPr>
        <p:grpSpPr>
          <a:xfrm>
            <a:off x="5976075" y="3634505"/>
            <a:ext cx="1700633" cy="1798732"/>
            <a:chOff x="5976075" y="3634505"/>
            <a:chExt cx="1700633" cy="1798732"/>
          </a:xfrm>
        </p:grpSpPr>
        <p:pic>
          <p:nvPicPr>
            <p:cNvPr id="9" name="Picture 8">
              <a:extLst>
                <a:ext uri="{FF2B5EF4-FFF2-40B4-BE49-F238E27FC236}">
                  <a16:creationId xmlns:a16="http://schemas.microsoft.com/office/drawing/2014/main" id="{6A49345F-7A53-4131-8BB4-087032A6CCD0}"/>
                </a:ext>
              </a:extLst>
            </p:cNvPr>
            <p:cNvPicPr>
              <a:picLocks noChangeAspect="1"/>
            </p:cNvPicPr>
            <p:nvPr/>
          </p:nvPicPr>
          <p:blipFill rotWithShape="1">
            <a:blip r:embed="rId5" cstate="screen">
              <a:extLst>
                <a:ext uri="{28A0092B-C50C-407E-A947-70E740481C1C}">
                  <a14:useLocalDpi xmlns:a14="http://schemas.microsoft.com/office/drawing/2010/main" val="0"/>
                </a:ext>
              </a:extLst>
            </a:blip>
            <a:srcRect/>
            <a:stretch/>
          </p:blipFill>
          <p:spPr>
            <a:xfrm>
              <a:off x="6061135" y="4142336"/>
              <a:ext cx="860601" cy="1290901"/>
            </a:xfrm>
            <a:prstGeom prst="rect">
              <a:avLst/>
            </a:prstGeom>
          </p:spPr>
        </p:pic>
        <p:sp>
          <p:nvSpPr>
            <p:cNvPr id="10" name="TextBox 9">
              <a:extLst>
                <a:ext uri="{FF2B5EF4-FFF2-40B4-BE49-F238E27FC236}">
                  <a16:creationId xmlns:a16="http://schemas.microsoft.com/office/drawing/2014/main" id="{5596D35F-1F19-4447-829C-790DF2B8D2DD}"/>
                </a:ext>
              </a:extLst>
            </p:cNvPr>
            <p:cNvSpPr txBox="1"/>
            <p:nvPr/>
          </p:nvSpPr>
          <p:spPr>
            <a:xfrm>
              <a:off x="5976075" y="3634505"/>
              <a:ext cx="1700633" cy="507831"/>
            </a:xfrm>
            <a:prstGeom prst="rect">
              <a:avLst/>
            </a:prstGeom>
            <a:noFill/>
          </p:spPr>
          <p:txBody>
            <a:bodyPr wrap="square" rtlCol="0">
              <a:spAutoFit/>
            </a:bodyPr>
            <a:lstStyle/>
            <a:p>
              <a:r>
                <a:rPr lang="en-US" sz="900" dirty="0">
                  <a:solidFill>
                    <a:schemeClr val="tx1">
                      <a:lumMod val="65000"/>
                      <a:lumOff val="35000"/>
                    </a:schemeClr>
                  </a:solidFill>
                </a:rPr>
                <a:t>TIP </a:t>
              </a:r>
              <a:r>
                <a:rPr lang="en-US" sz="900" dirty="0">
                  <a:solidFill>
                    <a:schemeClr val="tx1">
                      <a:lumMod val="65000"/>
                      <a:lumOff val="35000"/>
                    </a:schemeClr>
                  </a:solidFill>
                  <a:latin typeface="Calibri" panose="020F0502020204030204" pitchFamily="34" charset="0"/>
                  <a:cs typeface="Calibri" panose="020F0502020204030204" pitchFamily="34" charset="0"/>
                </a:rPr>
                <a:t>│ Use the built-in c</a:t>
              </a:r>
              <a:r>
                <a:rPr lang="en-US" sz="900" dirty="0">
                  <a:solidFill>
                    <a:schemeClr val="tx1">
                      <a:lumMod val="65000"/>
                      <a:lumOff val="35000"/>
                    </a:schemeClr>
                  </a:solidFill>
                </a:rPr>
                <a:t>olor palette with green and yellow for callouts and accents</a:t>
              </a:r>
            </a:p>
          </p:txBody>
        </p:sp>
      </p:grpSp>
    </p:spTree>
    <p:extLst>
      <p:ext uri="{BB962C8B-B14F-4D97-AF65-F5344CB8AC3E}">
        <p14:creationId xmlns:p14="http://schemas.microsoft.com/office/powerpoint/2010/main" val="285355674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TITLE OR TRANSITION">
    <p:bg>
      <p:bgPr>
        <a:solidFill>
          <a:schemeClr val="bg2"/>
        </a:solidFill>
        <a:effectLst/>
      </p:bgPr>
    </p:bg>
    <p:spTree>
      <p:nvGrpSpPr>
        <p:cNvPr id="1" name=""/>
        <p:cNvGrpSpPr/>
        <p:nvPr/>
      </p:nvGrpSpPr>
      <p:grpSpPr>
        <a:xfrm>
          <a:off x="0" y="0"/>
          <a:ext cx="0" cy="0"/>
          <a:chOff x="0" y="0"/>
          <a:chExt cx="0" cy="0"/>
        </a:xfrm>
      </p:grpSpPr>
      <p:sp>
        <p:nvSpPr>
          <p:cNvPr id="18" name="Oval 17"/>
          <p:cNvSpPr/>
          <p:nvPr userDrawn="1"/>
        </p:nvSpPr>
        <p:spPr>
          <a:xfrm>
            <a:off x="1219939" y="-739444"/>
            <a:ext cx="9107555" cy="9034439"/>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19" name="Oval 18"/>
          <p:cNvSpPr/>
          <p:nvPr userDrawn="1"/>
        </p:nvSpPr>
        <p:spPr>
          <a:xfrm>
            <a:off x="1219939" y="-739444"/>
            <a:ext cx="9107555" cy="9034439"/>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1" name="Oval 20"/>
          <p:cNvSpPr/>
          <p:nvPr userDrawn="1"/>
        </p:nvSpPr>
        <p:spPr>
          <a:xfrm>
            <a:off x="5907634" y="3213970"/>
            <a:ext cx="2805809" cy="2783284"/>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2" name="Oval 21"/>
          <p:cNvSpPr/>
          <p:nvPr userDrawn="1"/>
        </p:nvSpPr>
        <p:spPr>
          <a:xfrm>
            <a:off x="5907634" y="3213970"/>
            <a:ext cx="2805809" cy="2783284"/>
          </a:xfrm>
          <a:prstGeom prst="ellipse">
            <a:avLst/>
          </a:prstGeom>
          <a:noFill/>
          <a:ln w="19050" cap="flat" cmpd="sng" algn="ctr">
            <a:solidFill>
              <a:srgbClr val="75D1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Segoe UI"/>
              <a:ea typeface="+mn-ea"/>
              <a:cs typeface="+mn-cs"/>
            </a:endParaRPr>
          </a:p>
        </p:txBody>
      </p:sp>
      <p:sp>
        <p:nvSpPr>
          <p:cNvPr id="2" name="Title 1"/>
          <p:cNvSpPr>
            <a:spLocks noGrp="1"/>
          </p:cNvSpPr>
          <p:nvPr>
            <p:ph type="ctrTitle" hasCustomPrompt="1"/>
          </p:nvPr>
        </p:nvSpPr>
        <p:spPr>
          <a:xfrm>
            <a:off x="1219939" y="2240230"/>
            <a:ext cx="9107555" cy="2308324"/>
          </a:xfrm>
          <a:prstGeom prst="rect">
            <a:avLst/>
          </a:prstGeom>
          <a:noFill/>
        </p:spPr>
        <p:txBody>
          <a:bodyPr anchor="b"/>
          <a:lstStyle>
            <a:lvl1pPr algn="ctr" defTabSz="914400" rtl="0" eaLnBrk="1" latinLnBrk="0" hangingPunct="1">
              <a:lnSpc>
                <a:spcPct val="90000"/>
              </a:lnSpc>
              <a:spcBef>
                <a:spcPct val="0"/>
              </a:spcBef>
              <a:buNone/>
              <a:defRPr lang="en-US" sz="8000" b="1" i="0" kern="1200" spc="-300" dirty="0">
                <a:gradFill>
                  <a:gsLst>
                    <a:gs pos="0">
                      <a:schemeClr val="accent1">
                        <a:lumMod val="5000"/>
                        <a:lumOff val="95000"/>
                      </a:schemeClr>
                    </a:gs>
                    <a:gs pos="100000">
                      <a:schemeClr val="tx1"/>
                    </a:gs>
                  </a:gsLst>
                  <a:lin ang="5400000" scaled="1"/>
                </a:gradFill>
                <a:latin typeface="+mn-lt"/>
                <a:ea typeface="+mn-ea"/>
                <a:cs typeface="Segoe UI Semilight" panose="020B0402040204020203" pitchFamily="34" charset="0"/>
              </a:defRPr>
            </a:lvl1pPr>
          </a:lstStyle>
          <a:p>
            <a:r>
              <a:rPr lang="en-US" noProof="0"/>
              <a:t>CLICK TO EDIT TITLE</a:t>
            </a:r>
          </a:p>
        </p:txBody>
      </p:sp>
      <p:sp>
        <p:nvSpPr>
          <p:cNvPr id="8" name="TextBox 7">
            <a:hlinkClick r:id="rId2"/>
            <a:extLst>
              <a:ext uri="{FF2B5EF4-FFF2-40B4-BE49-F238E27FC236}">
                <a16:creationId xmlns:a16="http://schemas.microsoft.com/office/drawing/2014/main" id="{E516C148-33F4-423B-AB9D-096AA82E12F1}"/>
              </a:ext>
            </a:extLst>
          </p:cNvPr>
          <p:cNvSpPr txBox="1"/>
          <p:nvPr userDrawn="1"/>
        </p:nvSpPr>
        <p:spPr>
          <a:xfrm>
            <a:off x="191616" y="6337795"/>
            <a:ext cx="1209664" cy="346234"/>
          </a:xfrm>
          <a:prstGeom prst="roundRect">
            <a:avLst>
              <a:gd name="adj" fmla="val 50000"/>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noProof="0" dirty="0">
                <a:solidFill>
                  <a:schemeClr val="bg2">
                    <a:lumMod val="50000"/>
                  </a:schemeClr>
                </a:solidFill>
              </a:rPr>
              <a:t>Neal Creative </a:t>
            </a:r>
            <a:r>
              <a:rPr lang="en-US" sz="900" kern="1200" noProof="0" dirty="0">
                <a:solidFill>
                  <a:schemeClr val="bg2">
                    <a:lumMod val="50000"/>
                  </a:schemeClr>
                </a:solidFill>
                <a:latin typeface="+mn-lt"/>
                <a:ea typeface="+mn-ea"/>
                <a:cs typeface="+mn-cs"/>
              </a:rPr>
              <a:t>©</a:t>
            </a:r>
            <a:r>
              <a:rPr lang="en-US" sz="1000" baseline="0" noProof="0" dirty="0">
                <a:solidFill>
                  <a:schemeClr val="bg2">
                    <a:lumMod val="50000"/>
                  </a:schemeClr>
                </a:solidFill>
              </a:rPr>
              <a:t> </a:t>
            </a:r>
            <a:endParaRPr lang="en-US" sz="1000" b="1" noProof="0" dirty="0">
              <a:solidFill>
                <a:schemeClr val="bg2">
                  <a:lumMod val="50000"/>
                </a:schemeClr>
              </a:solidFill>
            </a:endParaRPr>
          </a:p>
        </p:txBody>
      </p:sp>
    </p:spTree>
    <p:extLst>
      <p:ext uri="{BB962C8B-B14F-4D97-AF65-F5344CB8AC3E}">
        <p14:creationId xmlns:p14="http://schemas.microsoft.com/office/powerpoint/2010/main" val="5866202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Effect transition="in" filter="fade">
                                      <p:cBhvr>
                                        <p:cTn id="9" dur="500"/>
                                        <p:tgtEl>
                                          <p:spTgt spid="18"/>
                                        </p:tgtEl>
                                      </p:cBhvr>
                                    </p:animEffect>
                                  </p:childTnLst>
                                </p:cTn>
                              </p:par>
                              <p:par>
                                <p:cTn id="10" presetID="10" presetClass="exit" presetSubtype="0" fill="hold" grpId="1" nodeType="withEffect">
                                  <p:stCondLst>
                                    <p:cond delay="250"/>
                                  </p:stCondLst>
                                  <p:childTnLst>
                                    <p:animEffect transition="out" filter="fade">
                                      <p:cBhvr>
                                        <p:cTn id="11" dur="500"/>
                                        <p:tgtEl>
                                          <p:spTgt spid="18"/>
                                        </p:tgtEl>
                                      </p:cBhvr>
                                    </p:animEffect>
                                    <p:set>
                                      <p:cBhvr>
                                        <p:cTn id="12" dur="1" fill="hold">
                                          <p:stCondLst>
                                            <p:cond delay="499"/>
                                          </p:stCondLst>
                                        </p:cTn>
                                        <p:tgtEl>
                                          <p:spTgt spid="18"/>
                                        </p:tgtEl>
                                        <p:attrNameLst>
                                          <p:attrName>style.visibility</p:attrName>
                                        </p:attrNameLst>
                                      </p:cBhvr>
                                      <p:to>
                                        <p:strVal val="hidden"/>
                                      </p:to>
                                    </p:set>
                                  </p:childTnLst>
                                </p:cTn>
                              </p:par>
                              <p:par>
                                <p:cTn id="13" presetID="53" presetClass="entr" presetSubtype="16" fill="hold" grpId="0" nodeType="withEffect">
                                  <p:stCondLst>
                                    <p:cond delay="250"/>
                                  </p:stCondLst>
                                  <p:childTnLst>
                                    <p:set>
                                      <p:cBhvr>
                                        <p:cTn id="14" dur="1" fill="hold">
                                          <p:stCondLst>
                                            <p:cond delay="0"/>
                                          </p:stCondLst>
                                        </p:cTn>
                                        <p:tgtEl>
                                          <p:spTgt spid="19"/>
                                        </p:tgtEl>
                                        <p:attrNameLst>
                                          <p:attrName>style.visibility</p:attrName>
                                        </p:attrNameLst>
                                      </p:cBhvr>
                                      <p:to>
                                        <p:strVal val="visible"/>
                                      </p:to>
                                    </p:set>
                                    <p:anim calcmode="lin" valueType="num">
                                      <p:cBhvr>
                                        <p:cTn id="15" dur="500" fill="hold"/>
                                        <p:tgtEl>
                                          <p:spTgt spid="19"/>
                                        </p:tgtEl>
                                        <p:attrNameLst>
                                          <p:attrName>ppt_w</p:attrName>
                                        </p:attrNameLst>
                                      </p:cBhvr>
                                      <p:tavLst>
                                        <p:tav tm="0">
                                          <p:val>
                                            <p:fltVal val="0"/>
                                          </p:val>
                                        </p:tav>
                                        <p:tav tm="100000">
                                          <p:val>
                                            <p:strVal val="#ppt_w"/>
                                          </p:val>
                                        </p:tav>
                                      </p:tavLst>
                                    </p:anim>
                                    <p:anim calcmode="lin" valueType="num">
                                      <p:cBhvr>
                                        <p:cTn id="16" dur="500" fill="hold"/>
                                        <p:tgtEl>
                                          <p:spTgt spid="19"/>
                                        </p:tgtEl>
                                        <p:attrNameLst>
                                          <p:attrName>ppt_h</p:attrName>
                                        </p:attrNameLst>
                                      </p:cBhvr>
                                      <p:tavLst>
                                        <p:tav tm="0">
                                          <p:val>
                                            <p:fltVal val="0"/>
                                          </p:val>
                                        </p:tav>
                                        <p:tav tm="100000">
                                          <p:val>
                                            <p:strVal val="#ppt_h"/>
                                          </p:val>
                                        </p:tav>
                                      </p:tavLst>
                                    </p:anim>
                                    <p:animEffect transition="in" filter="fade">
                                      <p:cBhvr>
                                        <p:cTn id="17" dur="500"/>
                                        <p:tgtEl>
                                          <p:spTgt spid="19"/>
                                        </p:tgtEl>
                                      </p:cBhvr>
                                    </p:animEffect>
                                  </p:childTnLst>
                                </p:cTn>
                              </p:par>
                              <p:par>
                                <p:cTn id="18" presetID="10" presetClass="exit" presetSubtype="0" fill="hold" grpId="1" nodeType="withEffect">
                                  <p:stCondLst>
                                    <p:cond delay="500"/>
                                  </p:stCondLst>
                                  <p:childTnLst>
                                    <p:animEffect transition="out" filter="fade">
                                      <p:cBhvr>
                                        <p:cTn id="19" dur="500"/>
                                        <p:tgtEl>
                                          <p:spTgt spid="19"/>
                                        </p:tgtEl>
                                      </p:cBhvr>
                                    </p:animEffect>
                                    <p:set>
                                      <p:cBhvr>
                                        <p:cTn id="20" dur="1" fill="hold">
                                          <p:stCondLst>
                                            <p:cond delay="499"/>
                                          </p:stCondLst>
                                        </p:cTn>
                                        <p:tgtEl>
                                          <p:spTgt spid="19"/>
                                        </p:tgtEl>
                                        <p:attrNameLst>
                                          <p:attrName>style.visibility</p:attrName>
                                        </p:attrNameLst>
                                      </p:cBhvr>
                                      <p:to>
                                        <p:strVal val="hidden"/>
                                      </p:to>
                                    </p:set>
                                  </p:childTnLst>
                                </p:cTn>
                              </p:par>
                              <p:par>
                                <p:cTn id="21" presetID="53" presetClass="entr" presetSubtype="16"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p:cTn id="23" dur="500" fill="hold"/>
                                        <p:tgtEl>
                                          <p:spTgt spid="21"/>
                                        </p:tgtEl>
                                        <p:attrNameLst>
                                          <p:attrName>ppt_w</p:attrName>
                                        </p:attrNameLst>
                                      </p:cBhvr>
                                      <p:tavLst>
                                        <p:tav tm="0">
                                          <p:val>
                                            <p:fltVal val="0"/>
                                          </p:val>
                                        </p:tav>
                                        <p:tav tm="100000">
                                          <p:val>
                                            <p:strVal val="#ppt_w"/>
                                          </p:val>
                                        </p:tav>
                                      </p:tavLst>
                                    </p:anim>
                                    <p:anim calcmode="lin" valueType="num">
                                      <p:cBhvr>
                                        <p:cTn id="24" dur="500" fill="hold"/>
                                        <p:tgtEl>
                                          <p:spTgt spid="21"/>
                                        </p:tgtEl>
                                        <p:attrNameLst>
                                          <p:attrName>ppt_h</p:attrName>
                                        </p:attrNameLst>
                                      </p:cBhvr>
                                      <p:tavLst>
                                        <p:tav tm="0">
                                          <p:val>
                                            <p:fltVal val="0"/>
                                          </p:val>
                                        </p:tav>
                                        <p:tav tm="100000">
                                          <p:val>
                                            <p:strVal val="#ppt_h"/>
                                          </p:val>
                                        </p:tav>
                                      </p:tavLst>
                                    </p:anim>
                                    <p:animEffect transition="in" filter="fade">
                                      <p:cBhvr>
                                        <p:cTn id="25" dur="500"/>
                                        <p:tgtEl>
                                          <p:spTgt spid="21"/>
                                        </p:tgtEl>
                                      </p:cBhvr>
                                    </p:animEffect>
                                  </p:childTnLst>
                                </p:cTn>
                              </p:par>
                              <p:par>
                                <p:cTn id="26" presetID="10" presetClass="exit" presetSubtype="0" fill="hold" grpId="1" nodeType="withEffect">
                                  <p:stCondLst>
                                    <p:cond delay="250"/>
                                  </p:stCondLst>
                                  <p:childTnLst>
                                    <p:animEffect transition="out" filter="fade">
                                      <p:cBhvr>
                                        <p:cTn id="27" dur="500"/>
                                        <p:tgtEl>
                                          <p:spTgt spid="21"/>
                                        </p:tgtEl>
                                      </p:cBhvr>
                                    </p:animEffect>
                                    <p:set>
                                      <p:cBhvr>
                                        <p:cTn id="28" dur="1" fill="hold">
                                          <p:stCondLst>
                                            <p:cond delay="499"/>
                                          </p:stCondLst>
                                        </p:cTn>
                                        <p:tgtEl>
                                          <p:spTgt spid="21"/>
                                        </p:tgtEl>
                                        <p:attrNameLst>
                                          <p:attrName>style.visibility</p:attrName>
                                        </p:attrNameLst>
                                      </p:cBhvr>
                                      <p:to>
                                        <p:strVal val="hidden"/>
                                      </p:to>
                                    </p:set>
                                  </p:childTnLst>
                                </p:cTn>
                              </p:par>
                              <p:par>
                                <p:cTn id="29" presetID="53" presetClass="entr" presetSubtype="16" fill="hold" grpId="0" nodeType="withEffect">
                                  <p:stCondLst>
                                    <p:cond delay="250"/>
                                  </p:stCondLst>
                                  <p:childTnLst>
                                    <p:set>
                                      <p:cBhvr>
                                        <p:cTn id="30" dur="1" fill="hold">
                                          <p:stCondLst>
                                            <p:cond delay="0"/>
                                          </p:stCondLst>
                                        </p:cTn>
                                        <p:tgtEl>
                                          <p:spTgt spid="22"/>
                                        </p:tgtEl>
                                        <p:attrNameLst>
                                          <p:attrName>style.visibility</p:attrName>
                                        </p:attrNameLst>
                                      </p:cBhvr>
                                      <p:to>
                                        <p:strVal val="visible"/>
                                      </p:to>
                                    </p:set>
                                    <p:anim calcmode="lin" valueType="num">
                                      <p:cBhvr>
                                        <p:cTn id="31" dur="500" fill="hold"/>
                                        <p:tgtEl>
                                          <p:spTgt spid="22"/>
                                        </p:tgtEl>
                                        <p:attrNameLst>
                                          <p:attrName>ppt_w</p:attrName>
                                        </p:attrNameLst>
                                      </p:cBhvr>
                                      <p:tavLst>
                                        <p:tav tm="0">
                                          <p:val>
                                            <p:fltVal val="0"/>
                                          </p:val>
                                        </p:tav>
                                        <p:tav tm="100000">
                                          <p:val>
                                            <p:strVal val="#ppt_w"/>
                                          </p:val>
                                        </p:tav>
                                      </p:tavLst>
                                    </p:anim>
                                    <p:anim calcmode="lin" valueType="num">
                                      <p:cBhvr>
                                        <p:cTn id="32" dur="500" fill="hold"/>
                                        <p:tgtEl>
                                          <p:spTgt spid="22"/>
                                        </p:tgtEl>
                                        <p:attrNameLst>
                                          <p:attrName>ppt_h</p:attrName>
                                        </p:attrNameLst>
                                      </p:cBhvr>
                                      <p:tavLst>
                                        <p:tav tm="0">
                                          <p:val>
                                            <p:fltVal val="0"/>
                                          </p:val>
                                        </p:tav>
                                        <p:tav tm="100000">
                                          <p:val>
                                            <p:strVal val="#ppt_h"/>
                                          </p:val>
                                        </p:tav>
                                      </p:tavLst>
                                    </p:anim>
                                    <p:animEffect transition="in" filter="fade">
                                      <p:cBhvr>
                                        <p:cTn id="33" dur="500"/>
                                        <p:tgtEl>
                                          <p:spTgt spid="22"/>
                                        </p:tgtEl>
                                      </p:cBhvr>
                                    </p:animEffect>
                                  </p:childTnLst>
                                </p:cTn>
                              </p:par>
                              <p:par>
                                <p:cTn id="34" presetID="10" presetClass="exit" presetSubtype="0" fill="hold" grpId="1" nodeType="withEffect">
                                  <p:stCondLst>
                                    <p:cond delay="500"/>
                                  </p:stCondLst>
                                  <p:childTnLst>
                                    <p:animEffect transition="out" filter="fade">
                                      <p:cBhvr>
                                        <p:cTn id="35" dur="500"/>
                                        <p:tgtEl>
                                          <p:spTgt spid="22"/>
                                        </p:tgtEl>
                                      </p:cBhvr>
                                    </p:animEffect>
                                    <p:set>
                                      <p:cBhvr>
                                        <p:cTn id="36" dur="1" fill="hold">
                                          <p:stCondLst>
                                            <p:cond delay="4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1" grpId="0" animBg="1"/>
      <p:bldP spid="21" grpId="1" animBg="1"/>
      <p:bldP spid="22" grpId="0" animBg="1"/>
      <p:bldP spid="22" grpId="1" animBg="1"/>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Callout with small Non-bulleted">
    <p:spTree>
      <p:nvGrpSpPr>
        <p:cNvPr id="1" name=""/>
        <p:cNvGrpSpPr/>
        <p:nvPr/>
      </p:nvGrpSpPr>
      <p:grpSpPr>
        <a:xfrm>
          <a:off x="0" y="0"/>
          <a:ext cx="0" cy="0"/>
          <a:chOff x="0" y="0"/>
          <a:chExt cx="0" cy="0"/>
        </a:xfrm>
      </p:grpSpPr>
      <p:sp>
        <p:nvSpPr>
          <p:cNvPr id="10" name="Rectangle 9"/>
          <p:cNvSpPr/>
          <p:nvPr userDrawn="1"/>
        </p:nvSpPr>
        <p:spPr>
          <a:xfrm>
            <a:off x="0" y="0"/>
            <a:ext cx="12192000" cy="29748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3"/>
          <p:cNvSpPr>
            <a:spLocks noGrp="1"/>
          </p:cNvSpPr>
          <p:nvPr>
            <p:ph type="body" sz="quarter" idx="10" hasCustomPrompt="1"/>
          </p:nvPr>
        </p:nvSpPr>
        <p:spPr>
          <a:xfrm>
            <a:off x="269240" y="3367878"/>
            <a:ext cx="5192775" cy="1830245"/>
          </a:xfrm>
        </p:spPr>
        <p:txBody>
          <a:bodyPr wrap="square">
            <a:spAutoFit/>
          </a:bodyPr>
          <a:lstStyle>
            <a:lvl1pPr marL="0" marR="0" indent="0" algn="l" defTabSz="914367" rtl="0" eaLnBrk="1" fontAlgn="auto" latinLnBrk="0" hangingPunct="1">
              <a:lnSpc>
                <a:spcPct val="90000"/>
              </a:lnSpc>
              <a:spcBef>
                <a:spcPts val="1200"/>
              </a:spcBef>
              <a:spcAft>
                <a:spcPts val="0"/>
              </a:spcAft>
              <a:buClr>
                <a:schemeClr val="tx1"/>
              </a:buClr>
              <a:buSzPct val="90000"/>
              <a:buFont typeface="Wingdings" pitchFamily="2" charset="2"/>
              <a:buNone/>
              <a:tabLst/>
              <a:defRPr lang="en-US" sz="3137" kern="1200" spc="0" baseline="0" dirty="0">
                <a:gradFill>
                  <a:gsLst>
                    <a:gs pos="1250">
                      <a:schemeClr val="tx2"/>
                    </a:gs>
                    <a:gs pos="99000">
                      <a:schemeClr val="tx2"/>
                    </a:gs>
                  </a:gsLst>
                  <a:lin ang="5400000" scaled="0"/>
                </a:gradFill>
                <a:latin typeface="+mj-lt"/>
                <a:ea typeface="+mn-ea"/>
                <a:cs typeface="+mn-cs"/>
              </a:defRPr>
            </a:lvl1pPr>
            <a:lvl2pPr marL="0" indent="0">
              <a:buNone/>
              <a:defRPr sz="1961"/>
            </a:lvl2pPr>
            <a:lvl3pPr marL="227209" indent="0">
              <a:buNone/>
              <a:tabLst/>
              <a:defRPr sz="1961"/>
            </a:lvl3pPr>
            <a:lvl4pPr marL="451306" indent="0">
              <a:buNone/>
              <a:defRPr/>
            </a:lvl4pPr>
            <a:lvl5pPr marL="672290" indent="0">
              <a:buNone/>
              <a:tabLst/>
              <a:defRPr/>
            </a:lvl5pPr>
          </a:lstStyle>
          <a:p>
            <a:r>
              <a:rPr lang="en-US" dirty="0"/>
              <a:t>A short introduction</a:t>
            </a:r>
            <a:br>
              <a:rPr lang="en-US" dirty="0"/>
            </a:br>
            <a:r>
              <a:rPr lang="en-US" dirty="0"/>
              <a:t>to the data, revealing</a:t>
            </a:r>
            <a:br>
              <a:rPr lang="en-US" dirty="0"/>
            </a:br>
            <a:r>
              <a:rPr lang="en-US" dirty="0"/>
              <a:t>points one at a time, will enhance comprehension.</a:t>
            </a:r>
          </a:p>
        </p:txBody>
      </p:sp>
      <p:sp>
        <p:nvSpPr>
          <p:cNvPr id="9" name="Text Placeholder 8"/>
          <p:cNvSpPr>
            <a:spLocks noGrp="1"/>
          </p:cNvSpPr>
          <p:nvPr>
            <p:ph type="body" sz="quarter" idx="11"/>
          </p:nvPr>
        </p:nvSpPr>
        <p:spPr>
          <a:xfrm>
            <a:off x="6253316" y="3503950"/>
            <a:ext cx="5671764" cy="1705723"/>
          </a:xfrm>
        </p:spPr>
        <p:txBody>
          <a:bodyPr/>
          <a:lstStyle>
            <a:lvl1pPr marL="0" indent="0" algn="l">
              <a:buNone/>
              <a:defRPr sz="1961">
                <a:latin typeface="+mn-lt"/>
              </a:defRPr>
            </a:lvl1pPr>
            <a:lvl2pPr marL="0" indent="0" algn="l">
              <a:buNone/>
              <a:defRPr sz="1765">
                <a:latin typeface="+mn-lt"/>
              </a:defRPr>
            </a:lvl2pPr>
            <a:lvl3pPr marL="0" indent="0" algn="l">
              <a:buNone/>
              <a:defRPr sz="1568">
                <a:latin typeface="+mn-lt"/>
              </a:defRPr>
            </a:lvl3pPr>
            <a:lvl4pPr marL="0" indent="0" algn="l">
              <a:buNone/>
              <a:defRPr sz="1372">
                <a:latin typeface="+mn-lt"/>
              </a:defRPr>
            </a:lvl4pPr>
            <a:lvl5pPr marL="0" indent="0" algn="l">
              <a:buNone/>
              <a:defRPr sz="1372">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Picture Placeholder 2"/>
          <p:cNvSpPr>
            <a:spLocks noGrp="1"/>
          </p:cNvSpPr>
          <p:nvPr>
            <p:ph type="pic" sz="quarter" idx="12"/>
          </p:nvPr>
        </p:nvSpPr>
        <p:spPr>
          <a:xfrm>
            <a:off x="0" y="0"/>
            <a:ext cx="12192000" cy="2974848"/>
          </a:xfrm>
          <a:blipFill>
            <a:blip r:embed="rId2"/>
            <a:srcRect/>
            <a:stretch>
              <a:fillRect t="-65721" r="-4798" b="-46455"/>
            </a:stretch>
          </a:blipFill>
        </p:spPr>
        <p:txBody>
          <a:bodyPr anchor="ctr" anchorCtr="0">
            <a:noAutofit/>
          </a:bodyPr>
          <a:lstStyle/>
          <a:p>
            <a:r>
              <a:rPr lang="en-US"/>
              <a:t>Click icon to add picture</a:t>
            </a:r>
            <a:endParaRPr lang="en-US" dirty="0"/>
          </a:p>
        </p:txBody>
      </p:sp>
      <p:sp>
        <p:nvSpPr>
          <p:cNvPr id="12" name="TextBox 11">
            <a:hlinkClick r:id="rId3"/>
            <a:extLst>
              <a:ext uri="{FF2B5EF4-FFF2-40B4-BE49-F238E27FC236}">
                <a16:creationId xmlns:a16="http://schemas.microsoft.com/office/drawing/2014/main" id="{B2DA80A1-9E22-4BFF-8562-466123B36943}"/>
              </a:ext>
            </a:extLst>
          </p:cNvPr>
          <p:cNvSpPr txBox="1"/>
          <p:nvPr userDrawn="1"/>
        </p:nvSpPr>
        <p:spPr>
          <a:xfrm>
            <a:off x="9089198" y="6298102"/>
            <a:ext cx="2466220" cy="367873"/>
          </a:xfrm>
          <a:prstGeom prst="roundRect">
            <a:avLst>
              <a:gd name="adj" fmla="val 50000"/>
            </a:avLst>
          </a:prstGeom>
          <a:solidFill>
            <a:srgbClr val="004568"/>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srgbClr val="FFFFFF"/>
                </a:solidFill>
                <a:effectLst/>
                <a:uLnTx/>
                <a:uFillTx/>
              </a:rPr>
              <a:t>Neal Creative  | click &amp; </a:t>
            </a:r>
            <a:r>
              <a:rPr kumimoji="0" lang="en-US" sz="1100" b="1" i="0" u="none" strike="noStrike" kern="0" cap="none" spc="0" normalizeH="0" baseline="0" noProof="0" dirty="0">
                <a:ln>
                  <a:noFill/>
                </a:ln>
                <a:solidFill>
                  <a:srgbClr val="FFFFFF"/>
                </a:solidFill>
                <a:effectLst/>
                <a:uLnTx/>
                <a:uFillTx/>
              </a:rPr>
              <a:t>Learn more</a:t>
            </a:r>
          </a:p>
        </p:txBody>
      </p:sp>
      <p:sp>
        <p:nvSpPr>
          <p:cNvPr id="2" name="Title 1"/>
          <p:cNvSpPr>
            <a:spLocks noGrp="1"/>
          </p:cNvSpPr>
          <p:nvPr>
            <p:ph type="title" hasCustomPrompt="1"/>
          </p:nvPr>
        </p:nvSpPr>
        <p:spPr>
          <a:xfrm>
            <a:off x="304800" y="419099"/>
            <a:ext cx="8917577" cy="625929"/>
          </a:xfrm>
        </p:spPr>
        <p:txBody>
          <a:bodyPr/>
          <a:lstStyle/>
          <a:p>
            <a:r>
              <a:rPr lang="en-US" dirty="0"/>
              <a:t>CLICK TO EDIT MASTER TITLE STYLE</a:t>
            </a:r>
          </a:p>
        </p:txBody>
      </p:sp>
      <p:sp>
        <p:nvSpPr>
          <p:cNvPr id="11"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
        <p:nvSpPr>
          <p:cNvPr id="13" name="TextBox 12">
            <a:hlinkClick r:id="rId4"/>
            <a:extLst>
              <a:ext uri="{FF2B5EF4-FFF2-40B4-BE49-F238E27FC236}">
                <a16:creationId xmlns:a16="http://schemas.microsoft.com/office/drawing/2014/main" id="{1AF511EA-044E-4300-B921-D56138FE402E}"/>
              </a:ext>
            </a:extLst>
          </p:cNvPr>
          <p:cNvSpPr txBox="1"/>
          <p:nvPr userDrawn="1"/>
        </p:nvSpPr>
        <p:spPr>
          <a:xfrm>
            <a:off x="191616" y="6337795"/>
            <a:ext cx="1209664" cy="346234"/>
          </a:xfrm>
          <a:prstGeom prst="roundRect">
            <a:avLst>
              <a:gd name="adj" fmla="val 50000"/>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bg1">
                    <a:lumMod val="75000"/>
                  </a:schemeClr>
                </a:solidFill>
              </a:rPr>
              <a:t>Neal Creative </a:t>
            </a:r>
            <a:r>
              <a:rPr lang="en-US" sz="900" kern="1200" dirty="0">
                <a:solidFill>
                  <a:schemeClr val="bg1">
                    <a:lumMod val="75000"/>
                  </a:schemeClr>
                </a:solidFill>
                <a:latin typeface="+mn-lt"/>
                <a:ea typeface="+mn-ea"/>
                <a:cs typeface="+mn-cs"/>
              </a:rPr>
              <a:t>©</a:t>
            </a:r>
            <a:r>
              <a:rPr lang="en-US" sz="1000" baseline="0" dirty="0">
                <a:solidFill>
                  <a:schemeClr val="bg1">
                    <a:lumMod val="75000"/>
                  </a:schemeClr>
                </a:solidFill>
              </a:rPr>
              <a:t> </a:t>
            </a:r>
            <a:endParaRPr lang="en-US" sz="1000" b="1" dirty="0">
              <a:solidFill>
                <a:schemeClr val="bg1">
                  <a:lumMod val="75000"/>
                </a:schemeClr>
              </a:solidFill>
            </a:endParaRPr>
          </a:p>
        </p:txBody>
      </p:sp>
    </p:spTree>
    <p:extLst>
      <p:ext uri="{BB962C8B-B14F-4D97-AF65-F5344CB8AC3E}">
        <p14:creationId xmlns:p14="http://schemas.microsoft.com/office/powerpoint/2010/main" val="37623406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60680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04800" y="1275347"/>
            <a:ext cx="11658600" cy="1870769"/>
          </a:xfrm>
          <a:prstGeom prst="rect">
            <a:avLst/>
          </a:prstGeom>
        </p:spPr>
        <p:txBody>
          <a:bodyPr vert="horz" wrap="square" lIns="91440" tIns="45720" rIns="9144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p:cNvSpPr>
            <a:spLocks noGrp="1"/>
          </p:cNvSpPr>
          <p:nvPr>
            <p:ph type="title"/>
          </p:nvPr>
        </p:nvSpPr>
        <p:spPr>
          <a:xfrm>
            <a:off x="304800" y="419100"/>
            <a:ext cx="11658600" cy="590931"/>
          </a:xfrm>
          <a:prstGeom prst="rect">
            <a:avLst/>
          </a:prstGeom>
        </p:spPr>
        <p:txBody>
          <a:bodyPr vert="horz" wrap="square" lIns="91440" tIns="45720" rIns="91440" bIns="45720" rtlCol="0" anchor="t" anchorCtr="0">
            <a:spAutoFit/>
          </a:bodyPr>
          <a:lstStyle/>
          <a:p>
            <a:r>
              <a:rPr lang="en-US"/>
              <a:t>Click to edit Master title style</a:t>
            </a:r>
            <a:endParaRPr lang="en-US" dirty="0"/>
          </a:p>
        </p:txBody>
      </p:sp>
      <p:sp>
        <p:nvSpPr>
          <p:cNvPr id="8" name="Slide Number Placeholder 7"/>
          <p:cNvSpPr>
            <a:spLocks noGrp="1"/>
          </p:cNvSpPr>
          <p:nvPr>
            <p:ph type="sldNum" sz="quarter" idx="4"/>
          </p:nvPr>
        </p:nvSpPr>
        <p:spPr>
          <a:xfrm>
            <a:off x="11668594" y="6484937"/>
            <a:ext cx="523406" cy="365125"/>
          </a:xfrm>
          <a:prstGeom prst="rect">
            <a:avLst/>
          </a:prstGeom>
        </p:spPr>
        <p:txBody>
          <a:bodyPr vert="horz" wrap="none" lIns="91440" tIns="45720" rIns="91440" bIns="45720" rtlCol="0" anchor="ctr"/>
          <a:lstStyle>
            <a:lvl1pPr algn="r">
              <a:defRPr sz="1200">
                <a:solidFill>
                  <a:schemeClr val="tx2"/>
                </a:solidFill>
              </a:defRPr>
            </a:lvl1pPr>
          </a:lstStyle>
          <a:p>
            <a:fld id="{4997E989-D798-4C62-8E93-3D2D613C2488}" type="slidenum">
              <a:rPr lang="en-US" smtClean="0"/>
              <a:pPr/>
              <a:t>‹#›</a:t>
            </a:fld>
            <a:endParaRPr lang="en-US" dirty="0"/>
          </a:p>
        </p:txBody>
      </p:sp>
    </p:spTree>
    <p:extLst>
      <p:ext uri="{BB962C8B-B14F-4D97-AF65-F5344CB8AC3E}">
        <p14:creationId xmlns:p14="http://schemas.microsoft.com/office/powerpoint/2010/main" val="3860510708"/>
      </p:ext>
    </p:extLst>
  </p:cSld>
  <p:clrMap bg1="lt1" tx1="dk1" bg2="lt2" tx2="dk2" accent1="accent1" accent2="accent2" accent3="accent3" accent4="accent4" accent5="accent5" accent6="accent6" hlink="hlink" folHlink="folHlink"/>
  <p:sldLayoutIdLst>
    <p:sldLayoutId id="2147483744" r:id="rId1"/>
    <p:sldLayoutId id="2147483712" r:id="rId2"/>
    <p:sldLayoutId id="2147483672" r:id="rId3"/>
    <p:sldLayoutId id="2147483749" r:id="rId4"/>
    <p:sldLayoutId id="2147483750" r:id="rId5"/>
    <p:sldLayoutId id="2147483752" r:id="rId6"/>
    <p:sldLayoutId id="2147483674" r:id="rId7"/>
    <p:sldLayoutId id="2147483720" r:id="rId8"/>
    <p:sldLayoutId id="2147483721" r:id="rId9"/>
    <p:sldLayoutId id="2147483732" r:id="rId10"/>
    <p:sldLayoutId id="2147483730" r:id="rId11"/>
    <p:sldLayoutId id="2147483716" r:id="rId12"/>
    <p:sldLayoutId id="2147483735" r:id="rId13"/>
    <p:sldLayoutId id="2147483700" r:id="rId14"/>
    <p:sldLayoutId id="2147483734" r:id="rId15"/>
    <p:sldLayoutId id="2147483701" r:id="rId16"/>
    <p:sldLayoutId id="2147483736" r:id="rId17"/>
    <p:sldLayoutId id="2147483733" r:id="rId18"/>
    <p:sldLayoutId id="2147483741" r:id="rId19"/>
    <p:sldLayoutId id="2147483727" r:id="rId20"/>
    <p:sldLayoutId id="2147483719" r:id="rId21"/>
    <p:sldLayoutId id="2147483655" r:id="rId22"/>
    <p:sldLayoutId id="2147483748" r:id="rId23"/>
    <p:sldLayoutId id="2147483753" r:id="rId24"/>
    <p:sldLayoutId id="2147483747" r:id="rId25"/>
    <p:sldLayoutId id="2147483745" r:id="rId26"/>
    <p:sldLayoutId id="2147483737" r:id="rId27"/>
  </p:sldLayoutIdLst>
  <p:hf hdr="0" ftr="0" dt="0"/>
  <p:txStyles>
    <p:titleStyle>
      <a:lvl1pPr algn="l" defTabSz="914400" rtl="0" eaLnBrk="1" latinLnBrk="0" hangingPunct="1">
        <a:lnSpc>
          <a:spcPct val="90000"/>
        </a:lnSpc>
        <a:spcBef>
          <a:spcPct val="0"/>
        </a:spcBef>
        <a:buNone/>
        <a:defRPr lang="en-US" sz="3600" b="0" i="0" kern="1200" spc="300" dirty="0">
          <a:gradFill>
            <a:gsLst>
              <a:gs pos="15000">
                <a:schemeClr val="tx1"/>
              </a:gs>
              <a:gs pos="47000">
                <a:schemeClr val="tx1"/>
              </a:gs>
            </a:gsLst>
            <a:lin ang="5400000" scaled="1"/>
          </a:gradFill>
          <a:latin typeface="Segoe UI Semibold" panose="020B0702040204020203" pitchFamily="34" charset="0"/>
          <a:ea typeface="+mn-ea"/>
          <a:cs typeface="Segoe UI Semibold" panose="020B07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400" b="1" kern="1200">
          <a:gradFill>
            <a:gsLst>
              <a:gs pos="15000">
                <a:schemeClr val="tx1"/>
              </a:gs>
              <a:gs pos="47000">
                <a:schemeClr val="tx1"/>
              </a:gs>
            </a:gsLst>
            <a:lin ang="5400000" scaled="1"/>
          </a:gradFill>
          <a:latin typeface="+mn-lt"/>
          <a:ea typeface="+mn-ea"/>
          <a:cs typeface="+mn-cs"/>
        </a:defRPr>
      </a:lvl1pPr>
      <a:lvl2pPr marL="0" indent="0" algn="l" defTabSz="914400" rtl="0" eaLnBrk="1" latinLnBrk="0" hangingPunct="1">
        <a:lnSpc>
          <a:spcPct val="90000"/>
        </a:lnSpc>
        <a:spcBef>
          <a:spcPts val="500"/>
        </a:spcBef>
        <a:buFont typeface="Arial" panose="020B0604020202020204" pitchFamily="34" charset="0"/>
        <a:buNone/>
        <a:defRPr sz="2000" kern="1200">
          <a:solidFill>
            <a:schemeClr val="tx1">
              <a:lumMod val="65000"/>
              <a:lumOff val="35000"/>
            </a:schemeClr>
          </a:solidFill>
          <a:latin typeface="+mn-lt"/>
          <a:ea typeface="+mn-ea"/>
          <a:cs typeface="+mn-cs"/>
        </a:defRPr>
      </a:lvl2pPr>
      <a:lvl3pPr marL="0" indent="0" algn="l" defTabSz="914400" rtl="0" eaLnBrk="1" latinLnBrk="0" hangingPunct="1">
        <a:lnSpc>
          <a:spcPct val="90000"/>
        </a:lnSpc>
        <a:spcBef>
          <a:spcPts val="1200"/>
        </a:spcBef>
        <a:spcAft>
          <a:spcPts val="1200"/>
        </a:spcAft>
        <a:buFont typeface="Arial" panose="020B0604020202020204" pitchFamily="34" charset="0"/>
        <a:buNone/>
        <a:defRPr sz="2000" b="1" kern="1200">
          <a:solidFill>
            <a:schemeClr val="tx2"/>
          </a:solidFill>
          <a:latin typeface="+mn-lt"/>
          <a:ea typeface="+mn-ea"/>
          <a:cs typeface="+mn-cs"/>
        </a:defRPr>
      </a:lvl3pPr>
      <a:lvl4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1">
              <a:lumMod val="85000"/>
              <a:lumOff val="15000"/>
            </a:schemeClr>
          </a:solidFill>
          <a:latin typeface="+mn-lt"/>
          <a:ea typeface="+mn-ea"/>
          <a:cs typeface="+mn-cs"/>
        </a:defRPr>
      </a:lvl4pPr>
      <a:lvl5pPr marL="0" indent="0" algn="l" defTabSz="914400" rtl="0" eaLnBrk="1" latinLnBrk="0" hangingPunct="1">
        <a:lnSpc>
          <a:spcPct val="90000"/>
        </a:lnSpc>
        <a:spcBef>
          <a:spcPts val="0"/>
        </a:spcBef>
        <a:spcAft>
          <a:spcPts val="1200"/>
        </a:spcAft>
        <a:buFont typeface="Arial" panose="020B0604020202020204" pitchFamily="34" charset="0"/>
        <a:buNone/>
        <a:defRPr sz="16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192" userDrawn="1">
          <p15:clr>
            <a:srgbClr val="F26B43"/>
          </p15:clr>
        </p15:guide>
        <p15:guide id="4" pos="7536" userDrawn="1">
          <p15:clr>
            <a:srgbClr val="F26B43"/>
          </p15:clr>
        </p15:guide>
        <p15:guide id="5" orient="horz" pos="264" userDrawn="1">
          <p15:clr>
            <a:srgbClr val="F26B43"/>
          </p15:clr>
        </p15:guide>
        <p15:guide id="6" orient="horz" pos="792" userDrawn="1">
          <p15:clr>
            <a:srgbClr val="F26B43"/>
          </p15:clr>
        </p15:guide>
        <p15:guide id="7" orient="horz" pos="420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7455825"/>
      </p:ext>
    </p:extLst>
  </p:cSld>
  <p:clrMap bg1="lt1" tx1="dk1" bg2="lt2" tx2="dk2" accent1="accent1" accent2="accent2" accent3="accent3" accent4="accent4" accent5="accent5" accent6="accent6" hlink="hlink" folHlink="folHlink"/>
  <p:sldLayoutIdLst>
    <p:sldLayoutId id="2147483755"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2.xml"/><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hyperlink" Target="https://nealanalytics.com/creative/" TargetMode="External"/><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alpha val="40000"/>
          </a:schemeClr>
        </a:solidFill>
        <a:effectLst/>
      </p:bgPr>
    </p:bg>
    <p:spTree>
      <p:nvGrpSpPr>
        <p:cNvPr id="1" name=""/>
        <p:cNvGrpSpPr/>
        <p:nvPr/>
      </p:nvGrpSpPr>
      <p:grpSpPr>
        <a:xfrm>
          <a:off x="0" y="0"/>
          <a:ext cx="0" cy="0"/>
          <a:chOff x="0" y="0"/>
          <a:chExt cx="0" cy="0"/>
        </a:xfrm>
      </p:grpSpPr>
      <p:pic>
        <p:nvPicPr>
          <p:cNvPr id="21" name="Picture Placeholder 20">
            <a:extLst>
              <a:ext uri="{FF2B5EF4-FFF2-40B4-BE49-F238E27FC236}">
                <a16:creationId xmlns:a16="http://schemas.microsoft.com/office/drawing/2014/main" id="{291DAE6B-849B-5061-EDDC-F790E6D2970E}"/>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l="556" r="556"/>
          <a:stretch>
            <a:fillRect/>
          </a:stretch>
        </p:blipFill>
        <p:spPr>
          <a:prstGeom prst="rect">
            <a:avLst/>
          </a:prstGeom>
        </p:spPr>
      </p:pic>
      <p:pic>
        <p:nvPicPr>
          <p:cNvPr id="13" name="Picture 12">
            <a:extLst>
              <a:ext uri="{FF2B5EF4-FFF2-40B4-BE49-F238E27FC236}">
                <a16:creationId xmlns:a16="http://schemas.microsoft.com/office/drawing/2014/main" id="{64674548-BC77-55F9-717D-AA6D2DC8EC5E}"/>
              </a:ext>
            </a:extLst>
          </p:cNvPr>
          <p:cNvPicPr>
            <a:picLocks noChangeAspect="1"/>
          </p:cNvPicPr>
          <p:nvPr/>
        </p:nvPicPr>
        <p:blipFill>
          <a:blip r:embed="rId4"/>
          <a:srcRect t="27" b="27"/>
          <a:stretch>
            <a:fillRect/>
          </a:stretch>
        </p:blipFill>
        <p:spPr>
          <a:xfrm>
            <a:off x="-12888" y="0"/>
            <a:ext cx="12192000" cy="6858000"/>
          </a:xfrm>
          <a:prstGeom prst="rect">
            <a:avLst/>
          </a:prstGeom>
        </p:spPr>
      </p:pic>
      <p:sp>
        <p:nvSpPr>
          <p:cNvPr id="4" name="Rectangle 3"/>
          <p:cNvSpPr/>
          <p:nvPr/>
        </p:nvSpPr>
        <p:spPr>
          <a:xfrm>
            <a:off x="31016" y="27494"/>
            <a:ext cx="12192000" cy="6858000"/>
          </a:xfrm>
          <a:prstGeom prst="rect">
            <a:avLst/>
          </a:prstGeom>
          <a:solidFill>
            <a:srgbClr val="0000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p:cNvSpPr/>
          <p:nvPr/>
        </p:nvSpPr>
        <p:spPr>
          <a:xfrm>
            <a:off x="1219939" y="-739444"/>
            <a:ext cx="9107555" cy="9034439"/>
          </a:xfrm>
          <a:prstGeom prst="ellipse">
            <a:avLst/>
          </a:prstGeom>
          <a:noFill/>
          <a:ln w="190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5" name="Oval 14"/>
          <p:cNvSpPr/>
          <p:nvPr/>
        </p:nvSpPr>
        <p:spPr>
          <a:xfrm>
            <a:off x="1219939" y="-739444"/>
            <a:ext cx="9107555" cy="9034439"/>
          </a:xfrm>
          <a:prstGeom prst="ellipse">
            <a:avLst/>
          </a:prstGeom>
          <a:noFill/>
          <a:ln w="190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6" name="Oval 15"/>
          <p:cNvSpPr/>
          <p:nvPr/>
        </p:nvSpPr>
        <p:spPr>
          <a:xfrm>
            <a:off x="1219939" y="-739444"/>
            <a:ext cx="9107555" cy="9034439"/>
          </a:xfrm>
          <a:prstGeom prst="ellipse">
            <a:avLst/>
          </a:prstGeom>
          <a:noFill/>
          <a:ln w="190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0" name="Oval 9"/>
          <p:cNvSpPr/>
          <p:nvPr/>
        </p:nvSpPr>
        <p:spPr>
          <a:xfrm>
            <a:off x="5907634" y="3213970"/>
            <a:ext cx="2805809" cy="2783284"/>
          </a:xfrm>
          <a:prstGeom prst="ellipse">
            <a:avLst/>
          </a:prstGeom>
          <a:noFill/>
          <a:ln w="190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1" name="Oval 10"/>
          <p:cNvSpPr/>
          <p:nvPr/>
        </p:nvSpPr>
        <p:spPr>
          <a:xfrm>
            <a:off x="5907634" y="3213970"/>
            <a:ext cx="2805809" cy="2783284"/>
          </a:xfrm>
          <a:prstGeom prst="ellipse">
            <a:avLst/>
          </a:prstGeom>
          <a:noFill/>
          <a:ln w="190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2" name="Oval 11"/>
          <p:cNvSpPr/>
          <p:nvPr/>
        </p:nvSpPr>
        <p:spPr>
          <a:xfrm>
            <a:off x="5907634" y="3213970"/>
            <a:ext cx="2805809" cy="2783284"/>
          </a:xfrm>
          <a:prstGeom prst="ellipse">
            <a:avLst/>
          </a:prstGeom>
          <a:noFill/>
          <a:ln w="19050" cmpd="thinThick">
            <a:solidFill>
              <a:schemeClr val="accent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46" name="Rectangle 45"/>
          <p:cNvSpPr/>
          <p:nvPr/>
        </p:nvSpPr>
        <p:spPr>
          <a:xfrm flipH="1">
            <a:off x="2746209" y="4624036"/>
            <a:ext cx="2995659" cy="144761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lnSpc>
                <a:spcPct val="90000"/>
              </a:lnSpc>
            </a:pPr>
            <a:r>
              <a:rPr lang="en-US" sz="1600" dirty="0">
                <a:gradFill>
                  <a:gsLst>
                    <a:gs pos="0">
                      <a:srgbClr val="75D1FF">
                        <a:lumMod val="5000"/>
                        <a:lumOff val="95000"/>
                      </a:srgbClr>
                    </a:gs>
                    <a:gs pos="100000">
                      <a:srgbClr val="FFFFFF"/>
                    </a:gs>
                  </a:gsLst>
                  <a:lin ang="5400000" scaled="1"/>
                </a:gradFill>
              </a:rPr>
              <a:t>A</a:t>
            </a:r>
          </a:p>
          <a:p>
            <a:pPr lvl="0" algn="ctr">
              <a:lnSpc>
                <a:spcPct val="90000"/>
              </a:lnSpc>
            </a:pPr>
            <a:r>
              <a:rPr lang="en-US" sz="1600" dirty="0">
                <a:gradFill>
                  <a:gsLst>
                    <a:gs pos="0">
                      <a:srgbClr val="75D1FF">
                        <a:lumMod val="5000"/>
                        <a:lumOff val="95000"/>
                      </a:srgbClr>
                    </a:gs>
                    <a:gs pos="100000">
                      <a:srgbClr val="FFFFFF"/>
                    </a:gs>
                  </a:gsLst>
                  <a:lin ang="5400000" scaled="1"/>
                </a:gradFill>
              </a:rPr>
              <a:t>B</a:t>
            </a:r>
          </a:p>
          <a:p>
            <a:pPr lvl="0" algn="ctr">
              <a:lnSpc>
                <a:spcPct val="90000"/>
              </a:lnSpc>
            </a:pPr>
            <a:r>
              <a:rPr lang="en-US" sz="1600" dirty="0">
                <a:gradFill>
                  <a:gsLst>
                    <a:gs pos="0">
                      <a:srgbClr val="75D1FF">
                        <a:lumMod val="5000"/>
                        <a:lumOff val="95000"/>
                      </a:srgbClr>
                    </a:gs>
                    <a:gs pos="100000">
                      <a:srgbClr val="FFFFFF"/>
                    </a:gs>
                  </a:gsLst>
                  <a:lin ang="5400000" scaled="1"/>
                </a:gradFill>
              </a:rPr>
              <a:t>C</a:t>
            </a:r>
          </a:p>
          <a:p>
            <a:pPr lvl="0" algn="ctr">
              <a:lnSpc>
                <a:spcPct val="90000"/>
              </a:lnSpc>
            </a:pPr>
            <a:r>
              <a:rPr lang="en-US" sz="1600" dirty="0">
                <a:gradFill>
                  <a:gsLst>
                    <a:gs pos="0">
                      <a:srgbClr val="75D1FF">
                        <a:lumMod val="5000"/>
                        <a:lumOff val="95000"/>
                      </a:srgbClr>
                    </a:gs>
                    <a:gs pos="100000">
                      <a:srgbClr val="FFFFFF"/>
                    </a:gs>
                  </a:gsLst>
                  <a:lin ang="5400000" scaled="1"/>
                </a:gradFill>
              </a:rPr>
              <a:t>D</a:t>
            </a:r>
          </a:p>
          <a:p>
            <a:pPr lvl="0" algn="ctr">
              <a:lnSpc>
                <a:spcPct val="90000"/>
              </a:lnSpc>
            </a:pPr>
            <a:r>
              <a:rPr lang="en-US" sz="1600" dirty="0">
                <a:gradFill>
                  <a:gsLst>
                    <a:gs pos="0">
                      <a:srgbClr val="75D1FF">
                        <a:lumMod val="5000"/>
                        <a:lumOff val="95000"/>
                      </a:srgbClr>
                    </a:gs>
                    <a:gs pos="100000">
                      <a:srgbClr val="FFFFFF"/>
                    </a:gs>
                  </a:gsLst>
                  <a:lin ang="5400000" scaled="1"/>
                </a:gradFill>
              </a:rPr>
              <a:t>E</a:t>
            </a:r>
          </a:p>
          <a:p>
            <a:pPr lvl="0" algn="ctr">
              <a:lnSpc>
                <a:spcPct val="90000"/>
              </a:lnSpc>
            </a:pPr>
            <a:r>
              <a:rPr lang="en-US" sz="1600" dirty="0">
                <a:gradFill>
                  <a:gsLst>
                    <a:gs pos="0">
                      <a:srgbClr val="75D1FF">
                        <a:lumMod val="5000"/>
                        <a:lumOff val="95000"/>
                      </a:srgbClr>
                    </a:gs>
                    <a:gs pos="100000">
                      <a:srgbClr val="FFFFFF"/>
                    </a:gs>
                  </a:gsLst>
                  <a:lin ang="5400000" scaled="1"/>
                </a:gradFill>
              </a:rPr>
              <a:t>F</a:t>
            </a:r>
          </a:p>
        </p:txBody>
      </p:sp>
      <p:sp>
        <p:nvSpPr>
          <p:cNvPr id="9" name="Title 6"/>
          <p:cNvSpPr txBox="1">
            <a:spLocks/>
          </p:cNvSpPr>
          <p:nvPr/>
        </p:nvSpPr>
        <p:spPr>
          <a:xfrm>
            <a:off x="1679957" y="3280601"/>
            <a:ext cx="5909265" cy="874205"/>
          </a:xfrm>
          <a:prstGeom prst="rect">
            <a:avLst/>
          </a:prstGeom>
        </p:spPr>
        <p:txBody>
          <a:bodyPr vert="horz" lIns="91440" tIns="0" rIns="91440" bIns="0" rtlCol="0" anchor="ctr">
            <a:noAutofit/>
          </a:bodyPr>
          <a:lstStyle>
            <a:lvl1pPr algn="ctr" defTabSz="914400" rtl="0" eaLnBrk="1" latinLnBrk="0" hangingPunct="1">
              <a:lnSpc>
                <a:spcPct val="90000"/>
              </a:lnSpc>
              <a:spcBef>
                <a:spcPct val="0"/>
              </a:spcBef>
              <a:buNone/>
              <a:defRPr lang="en-US" sz="3200" b="1" i="0" kern="1200" spc="300" dirty="0">
                <a:solidFill>
                  <a:schemeClr val="tx1">
                    <a:lumMod val="85000"/>
                    <a:lumOff val="15000"/>
                  </a:schemeClr>
                </a:solidFill>
                <a:latin typeface="+mj-lt"/>
                <a:ea typeface="+mn-ea"/>
                <a:cs typeface="Segoe UI Semilight" panose="020B0402040204020203" pitchFamily="34" charset="0"/>
              </a:defRPr>
            </a:lvl1pPr>
          </a:lstStyle>
          <a:p>
            <a:endParaRPr lang="en-US" sz="8800" spc="-300" dirty="0">
              <a:gradFill>
                <a:gsLst>
                  <a:gs pos="0">
                    <a:schemeClr val="accent1">
                      <a:lumMod val="5000"/>
                      <a:lumOff val="95000"/>
                    </a:schemeClr>
                  </a:gs>
                  <a:gs pos="100000">
                    <a:schemeClr val="bg1"/>
                  </a:gs>
                </a:gsLst>
                <a:lin ang="5400000" scaled="1"/>
              </a:gradFill>
              <a:latin typeface="+mn-lt"/>
            </a:endParaRPr>
          </a:p>
        </p:txBody>
      </p:sp>
      <p:sp>
        <p:nvSpPr>
          <p:cNvPr id="7" name="Title 6"/>
          <p:cNvSpPr>
            <a:spLocks noGrp="1"/>
          </p:cNvSpPr>
          <p:nvPr>
            <p:ph type="ctrTitle"/>
          </p:nvPr>
        </p:nvSpPr>
        <p:spPr>
          <a:xfrm>
            <a:off x="687847" y="2461199"/>
            <a:ext cx="10107887" cy="1248097"/>
          </a:xfrm>
        </p:spPr>
        <p:txBody>
          <a:bodyPr/>
          <a:lstStyle/>
          <a:p>
            <a:r>
              <a:rPr lang="en-IN" sz="4800" dirty="0"/>
              <a:t>SEQUIN: Sequential N-k Attacks in Electric Power Grids </a:t>
            </a:r>
            <a:br>
              <a:rPr lang="en-IN" dirty="0"/>
            </a:br>
            <a:br>
              <a:rPr lang="en-IN" dirty="0"/>
            </a:br>
            <a:br>
              <a:rPr lang="en-IN" dirty="0"/>
            </a:br>
            <a:endParaRPr lang="en-US" dirty="0"/>
          </a:p>
        </p:txBody>
      </p:sp>
      <p:sp>
        <p:nvSpPr>
          <p:cNvPr id="8" name="Text Placeholder 7"/>
          <p:cNvSpPr>
            <a:spLocks noGrp="1"/>
          </p:cNvSpPr>
          <p:nvPr>
            <p:ph type="body" sz="quarter" idx="13"/>
          </p:nvPr>
        </p:nvSpPr>
        <p:spPr>
          <a:xfrm>
            <a:off x="2054917" y="1196940"/>
            <a:ext cx="9461500" cy="618631"/>
          </a:xfrm>
        </p:spPr>
        <p:txBody>
          <a:bodyPr/>
          <a:lstStyle/>
          <a:p>
            <a:r>
              <a:rPr lang="en-US" sz="3800" dirty="0"/>
              <a:t>CS637 Project</a:t>
            </a:r>
          </a:p>
        </p:txBody>
      </p:sp>
      <p:sp>
        <p:nvSpPr>
          <p:cNvPr id="19" name="Freeform: Shape 18"/>
          <p:cNvSpPr/>
          <p:nvPr/>
        </p:nvSpPr>
        <p:spPr>
          <a:xfrm>
            <a:off x="2102982" y="5172932"/>
            <a:ext cx="488128" cy="488128"/>
          </a:xfrm>
          <a:custGeom>
            <a:avLst/>
            <a:gdLst>
              <a:gd name="connsiteX0" fmla="*/ 244064 w 488128"/>
              <a:gd name="connsiteY0" fmla="*/ 0 h 488128"/>
              <a:gd name="connsiteX1" fmla="*/ 488128 w 488128"/>
              <a:gd name="connsiteY1" fmla="*/ 244064 h 488128"/>
              <a:gd name="connsiteX2" fmla="*/ 244064 w 488128"/>
              <a:gd name="connsiteY2" fmla="*/ 488128 h 488128"/>
              <a:gd name="connsiteX3" fmla="*/ 0 w 488128"/>
              <a:gd name="connsiteY3" fmla="*/ 244064 h 488128"/>
              <a:gd name="connsiteX4" fmla="*/ 244064 w 488128"/>
              <a:gd name="connsiteY4" fmla="*/ 0 h 488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128" h="488128">
                <a:moveTo>
                  <a:pt x="244064" y="0"/>
                </a:moveTo>
                <a:cubicBezTo>
                  <a:pt x="378857" y="0"/>
                  <a:pt x="488128" y="109271"/>
                  <a:pt x="488128" y="244064"/>
                </a:cubicBezTo>
                <a:cubicBezTo>
                  <a:pt x="488128" y="378857"/>
                  <a:pt x="378857" y="488128"/>
                  <a:pt x="244064" y="488128"/>
                </a:cubicBezTo>
                <a:cubicBezTo>
                  <a:pt x="109271" y="488128"/>
                  <a:pt x="0" y="378857"/>
                  <a:pt x="0" y="244064"/>
                </a:cubicBezTo>
                <a:cubicBezTo>
                  <a:pt x="0" y="109271"/>
                  <a:pt x="109271" y="0"/>
                  <a:pt x="24406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3" name="Slide Number Placeholder 2"/>
          <p:cNvSpPr>
            <a:spLocks noGrp="1"/>
          </p:cNvSpPr>
          <p:nvPr>
            <p:ph type="sldNum" sz="quarter" idx="12"/>
          </p:nvPr>
        </p:nvSpPr>
        <p:spPr/>
        <p:txBody>
          <a:bodyPr/>
          <a:lstStyle/>
          <a:p>
            <a:fld id="{5AE1514C-5E56-4738-A1FF-4B1CFD2A3E36}" type="slidenum">
              <a:rPr lang="en-US" smtClean="0"/>
              <a:t>1</a:t>
            </a:fld>
            <a:endParaRPr lang="en-US" dirty="0"/>
          </a:p>
        </p:txBody>
      </p:sp>
    </p:spTree>
    <p:extLst>
      <p:ext uri="{BB962C8B-B14F-4D97-AF65-F5344CB8AC3E}">
        <p14:creationId xmlns:p14="http://schemas.microsoft.com/office/powerpoint/2010/main" val="180389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par>
                                <p:cTn id="10" presetID="10" presetClass="exit" presetSubtype="0" fill="hold" grpId="1" nodeType="withEffect">
                                  <p:stCondLst>
                                    <p:cond delay="250"/>
                                  </p:stCondLst>
                                  <p:childTnLst>
                                    <p:animEffect transition="out" filter="fade">
                                      <p:cBhvr>
                                        <p:cTn id="11" dur="500"/>
                                        <p:tgtEl>
                                          <p:spTgt spid="14"/>
                                        </p:tgtEl>
                                      </p:cBhvr>
                                    </p:animEffect>
                                    <p:set>
                                      <p:cBhvr>
                                        <p:cTn id="12" dur="1" fill="hold">
                                          <p:stCondLst>
                                            <p:cond delay="499"/>
                                          </p:stCondLst>
                                        </p:cTn>
                                        <p:tgtEl>
                                          <p:spTgt spid="14"/>
                                        </p:tgtEl>
                                        <p:attrNameLst>
                                          <p:attrName>style.visibility</p:attrName>
                                        </p:attrNameLst>
                                      </p:cBhvr>
                                      <p:to>
                                        <p:strVal val="hidden"/>
                                      </p:to>
                                    </p:set>
                                  </p:childTnLst>
                                </p:cTn>
                              </p:par>
                              <p:par>
                                <p:cTn id="13" presetID="53" presetClass="entr" presetSubtype="16" fill="hold" grpId="0" nodeType="withEffect">
                                  <p:stCondLst>
                                    <p:cond delay="250"/>
                                  </p:stCondLst>
                                  <p:childTnLst>
                                    <p:set>
                                      <p:cBhvr>
                                        <p:cTn id="14" dur="1" fill="hold">
                                          <p:stCondLst>
                                            <p:cond delay="0"/>
                                          </p:stCondLst>
                                        </p:cTn>
                                        <p:tgtEl>
                                          <p:spTgt spid="15"/>
                                        </p:tgtEl>
                                        <p:attrNameLst>
                                          <p:attrName>style.visibility</p:attrName>
                                        </p:attrNameLst>
                                      </p:cBhvr>
                                      <p:to>
                                        <p:strVal val="visible"/>
                                      </p:to>
                                    </p:set>
                                    <p:anim calcmode="lin" valueType="num">
                                      <p:cBhvr>
                                        <p:cTn id="15" dur="500" fill="hold"/>
                                        <p:tgtEl>
                                          <p:spTgt spid="15"/>
                                        </p:tgtEl>
                                        <p:attrNameLst>
                                          <p:attrName>ppt_w</p:attrName>
                                        </p:attrNameLst>
                                      </p:cBhvr>
                                      <p:tavLst>
                                        <p:tav tm="0">
                                          <p:val>
                                            <p:fltVal val="0"/>
                                          </p:val>
                                        </p:tav>
                                        <p:tav tm="100000">
                                          <p:val>
                                            <p:strVal val="#ppt_w"/>
                                          </p:val>
                                        </p:tav>
                                      </p:tavLst>
                                    </p:anim>
                                    <p:anim calcmode="lin" valueType="num">
                                      <p:cBhvr>
                                        <p:cTn id="16" dur="500" fill="hold"/>
                                        <p:tgtEl>
                                          <p:spTgt spid="15"/>
                                        </p:tgtEl>
                                        <p:attrNameLst>
                                          <p:attrName>ppt_h</p:attrName>
                                        </p:attrNameLst>
                                      </p:cBhvr>
                                      <p:tavLst>
                                        <p:tav tm="0">
                                          <p:val>
                                            <p:fltVal val="0"/>
                                          </p:val>
                                        </p:tav>
                                        <p:tav tm="100000">
                                          <p:val>
                                            <p:strVal val="#ppt_h"/>
                                          </p:val>
                                        </p:tav>
                                      </p:tavLst>
                                    </p:anim>
                                    <p:animEffect transition="in" filter="fade">
                                      <p:cBhvr>
                                        <p:cTn id="17" dur="500"/>
                                        <p:tgtEl>
                                          <p:spTgt spid="15"/>
                                        </p:tgtEl>
                                      </p:cBhvr>
                                    </p:animEffect>
                                  </p:childTnLst>
                                </p:cTn>
                              </p:par>
                              <p:par>
                                <p:cTn id="18" presetID="10" presetClass="exit" presetSubtype="0" fill="hold" grpId="1" nodeType="withEffect">
                                  <p:stCondLst>
                                    <p:cond delay="500"/>
                                  </p:stCondLst>
                                  <p:childTnLst>
                                    <p:animEffect transition="out" filter="fade">
                                      <p:cBhvr>
                                        <p:cTn id="19" dur="500"/>
                                        <p:tgtEl>
                                          <p:spTgt spid="15"/>
                                        </p:tgtEl>
                                      </p:cBhvr>
                                    </p:animEffect>
                                    <p:set>
                                      <p:cBhvr>
                                        <p:cTn id="20" dur="1" fill="hold">
                                          <p:stCondLst>
                                            <p:cond delay="499"/>
                                          </p:stCondLst>
                                        </p:cTn>
                                        <p:tgtEl>
                                          <p:spTgt spid="15"/>
                                        </p:tgtEl>
                                        <p:attrNameLst>
                                          <p:attrName>style.visibility</p:attrName>
                                        </p:attrNameLst>
                                      </p:cBhvr>
                                      <p:to>
                                        <p:strVal val="hidden"/>
                                      </p:to>
                                    </p:set>
                                  </p:childTnLst>
                                </p:cTn>
                              </p:par>
                              <p:par>
                                <p:cTn id="21" presetID="53" presetClass="entr" presetSubtype="16" fill="hold" grpId="0" nodeType="withEffect">
                                  <p:stCondLst>
                                    <p:cond delay="5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fltVal val="0"/>
                                          </p:val>
                                        </p:tav>
                                        <p:tav tm="100000">
                                          <p:val>
                                            <p:strVal val="#ppt_w"/>
                                          </p:val>
                                        </p:tav>
                                      </p:tavLst>
                                    </p:anim>
                                    <p:anim calcmode="lin" valueType="num">
                                      <p:cBhvr>
                                        <p:cTn id="24" dur="500" fill="hold"/>
                                        <p:tgtEl>
                                          <p:spTgt spid="16"/>
                                        </p:tgtEl>
                                        <p:attrNameLst>
                                          <p:attrName>ppt_h</p:attrName>
                                        </p:attrNameLst>
                                      </p:cBhvr>
                                      <p:tavLst>
                                        <p:tav tm="0">
                                          <p:val>
                                            <p:fltVal val="0"/>
                                          </p:val>
                                        </p:tav>
                                        <p:tav tm="100000">
                                          <p:val>
                                            <p:strVal val="#ppt_h"/>
                                          </p:val>
                                        </p:tav>
                                      </p:tavLst>
                                    </p:anim>
                                    <p:animEffect transition="in" filter="fade">
                                      <p:cBhvr>
                                        <p:cTn id="25" dur="500"/>
                                        <p:tgtEl>
                                          <p:spTgt spid="16"/>
                                        </p:tgtEl>
                                      </p:cBhvr>
                                    </p:animEffect>
                                  </p:childTnLst>
                                </p:cTn>
                              </p:par>
                              <p:par>
                                <p:cTn id="26" presetID="10" presetClass="exit" presetSubtype="0" fill="hold" grpId="1" nodeType="withEffect">
                                  <p:stCondLst>
                                    <p:cond delay="750"/>
                                  </p:stCondLst>
                                  <p:childTnLst>
                                    <p:animEffect transition="out" filter="fade">
                                      <p:cBhvr>
                                        <p:cTn id="27" dur="500"/>
                                        <p:tgtEl>
                                          <p:spTgt spid="16"/>
                                        </p:tgtEl>
                                      </p:cBhvr>
                                    </p:animEffect>
                                    <p:set>
                                      <p:cBhvr>
                                        <p:cTn id="28" dur="1" fill="hold">
                                          <p:stCondLst>
                                            <p:cond delay="499"/>
                                          </p:stCondLst>
                                        </p:cTn>
                                        <p:tgtEl>
                                          <p:spTgt spid="16"/>
                                        </p:tgtEl>
                                        <p:attrNameLst>
                                          <p:attrName>style.visibility</p:attrName>
                                        </p:attrNameLst>
                                      </p:cBhvr>
                                      <p:to>
                                        <p:strVal val="hidden"/>
                                      </p:to>
                                    </p:set>
                                  </p:childTnLst>
                                </p:cTn>
                              </p:par>
                              <p:par>
                                <p:cTn id="29" presetID="53" presetClass="entr" presetSubtype="16"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animEffect transition="in" filter="fade">
                                      <p:cBhvr>
                                        <p:cTn id="33" dur="500"/>
                                        <p:tgtEl>
                                          <p:spTgt spid="10"/>
                                        </p:tgtEl>
                                      </p:cBhvr>
                                    </p:animEffect>
                                  </p:childTnLst>
                                </p:cTn>
                              </p:par>
                              <p:par>
                                <p:cTn id="34" presetID="10" presetClass="exit" presetSubtype="0" fill="hold" grpId="1" nodeType="withEffect">
                                  <p:stCondLst>
                                    <p:cond delay="250"/>
                                  </p:stCondLst>
                                  <p:childTnLst>
                                    <p:animEffect transition="out" filter="fade">
                                      <p:cBhvr>
                                        <p:cTn id="35" dur="500"/>
                                        <p:tgtEl>
                                          <p:spTgt spid="10"/>
                                        </p:tgtEl>
                                      </p:cBhvr>
                                    </p:animEffect>
                                    <p:set>
                                      <p:cBhvr>
                                        <p:cTn id="36" dur="1" fill="hold">
                                          <p:stCondLst>
                                            <p:cond delay="499"/>
                                          </p:stCondLst>
                                        </p:cTn>
                                        <p:tgtEl>
                                          <p:spTgt spid="10"/>
                                        </p:tgtEl>
                                        <p:attrNameLst>
                                          <p:attrName>style.visibility</p:attrName>
                                        </p:attrNameLst>
                                      </p:cBhvr>
                                      <p:to>
                                        <p:strVal val="hidden"/>
                                      </p:to>
                                    </p:set>
                                  </p:childTnLst>
                                </p:cTn>
                              </p:par>
                              <p:par>
                                <p:cTn id="37" presetID="53" presetClass="entr" presetSubtype="16" fill="hold" grpId="0" nodeType="withEffect">
                                  <p:stCondLst>
                                    <p:cond delay="250"/>
                                  </p:stCondLst>
                                  <p:childTnLst>
                                    <p:set>
                                      <p:cBhvr>
                                        <p:cTn id="38" dur="1" fill="hold">
                                          <p:stCondLst>
                                            <p:cond delay="0"/>
                                          </p:stCondLst>
                                        </p:cTn>
                                        <p:tgtEl>
                                          <p:spTgt spid="11"/>
                                        </p:tgtEl>
                                        <p:attrNameLst>
                                          <p:attrName>style.visibility</p:attrName>
                                        </p:attrNameLst>
                                      </p:cBhvr>
                                      <p:to>
                                        <p:strVal val="visible"/>
                                      </p:to>
                                    </p:set>
                                    <p:anim calcmode="lin" valueType="num">
                                      <p:cBhvr>
                                        <p:cTn id="39" dur="500" fill="hold"/>
                                        <p:tgtEl>
                                          <p:spTgt spid="11"/>
                                        </p:tgtEl>
                                        <p:attrNameLst>
                                          <p:attrName>ppt_w</p:attrName>
                                        </p:attrNameLst>
                                      </p:cBhvr>
                                      <p:tavLst>
                                        <p:tav tm="0">
                                          <p:val>
                                            <p:fltVal val="0"/>
                                          </p:val>
                                        </p:tav>
                                        <p:tav tm="100000">
                                          <p:val>
                                            <p:strVal val="#ppt_w"/>
                                          </p:val>
                                        </p:tav>
                                      </p:tavLst>
                                    </p:anim>
                                    <p:anim calcmode="lin" valueType="num">
                                      <p:cBhvr>
                                        <p:cTn id="40" dur="500" fill="hold"/>
                                        <p:tgtEl>
                                          <p:spTgt spid="11"/>
                                        </p:tgtEl>
                                        <p:attrNameLst>
                                          <p:attrName>ppt_h</p:attrName>
                                        </p:attrNameLst>
                                      </p:cBhvr>
                                      <p:tavLst>
                                        <p:tav tm="0">
                                          <p:val>
                                            <p:fltVal val="0"/>
                                          </p:val>
                                        </p:tav>
                                        <p:tav tm="100000">
                                          <p:val>
                                            <p:strVal val="#ppt_h"/>
                                          </p:val>
                                        </p:tav>
                                      </p:tavLst>
                                    </p:anim>
                                    <p:animEffect transition="in" filter="fade">
                                      <p:cBhvr>
                                        <p:cTn id="41" dur="500"/>
                                        <p:tgtEl>
                                          <p:spTgt spid="11"/>
                                        </p:tgtEl>
                                      </p:cBhvr>
                                    </p:animEffect>
                                  </p:childTnLst>
                                </p:cTn>
                              </p:par>
                              <p:par>
                                <p:cTn id="42" presetID="10" presetClass="exit" presetSubtype="0" fill="hold" grpId="1" nodeType="withEffect">
                                  <p:stCondLst>
                                    <p:cond delay="50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par>
                                <p:cTn id="45" presetID="53" presetClass="entr" presetSubtype="16" fill="hold" grpId="0" nodeType="withEffect">
                                  <p:stCondLst>
                                    <p:cond delay="500"/>
                                  </p:stCondLst>
                                  <p:childTnLst>
                                    <p:set>
                                      <p:cBhvr>
                                        <p:cTn id="46" dur="1" fill="hold">
                                          <p:stCondLst>
                                            <p:cond delay="0"/>
                                          </p:stCondLst>
                                        </p:cTn>
                                        <p:tgtEl>
                                          <p:spTgt spid="12"/>
                                        </p:tgtEl>
                                        <p:attrNameLst>
                                          <p:attrName>style.visibility</p:attrName>
                                        </p:attrNameLst>
                                      </p:cBhvr>
                                      <p:to>
                                        <p:strVal val="visible"/>
                                      </p:to>
                                    </p:set>
                                    <p:anim calcmode="lin" valueType="num">
                                      <p:cBhvr>
                                        <p:cTn id="47" dur="500" fill="hold"/>
                                        <p:tgtEl>
                                          <p:spTgt spid="12"/>
                                        </p:tgtEl>
                                        <p:attrNameLst>
                                          <p:attrName>ppt_w</p:attrName>
                                        </p:attrNameLst>
                                      </p:cBhvr>
                                      <p:tavLst>
                                        <p:tav tm="0">
                                          <p:val>
                                            <p:fltVal val="0"/>
                                          </p:val>
                                        </p:tav>
                                        <p:tav tm="100000">
                                          <p:val>
                                            <p:strVal val="#ppt_w"/>
                                          </p:val>
                                        </p:tav>
                                      </p:tavLst>
                                    </p:anim>
                                    <p:anim calcmode="lin" valueType="num">
                                      <p:cBhvr>
                                        <p:cTn id="48" dur="500" fill="hold"/>
                                        <p:tgtEl>
                                          <p:spTgt spid="12"/>
                                        </p:tgtEl>
                                        <p:attrNameLst>
                                          <p:attrName>ppt_h</p:attrName>
                                        </p:attrNameLst>
                                      </p:cBhvr>
                                      <p:tavLst>
                                        <p:tav tm="0">
                                          <p:val>
                                            <p:fltVal val="0"/>
                                          </p:val>
                                        </p:tav>
                                        <p:tav tm="100000">
                                          <p:val>
                                            <p:strVal val="#ppt_h"/>
                                          </p:val>
                                        </p:tav>
                                      </p:tavLst>
                                    </p:anim>
                                    <p:animEffect transition="in" filter="fade">
                                      <p:cBhvr>
                                        <p:cTn id="49" dur="500"/>
                                        <p:tgtEl>
                                          <p:spTgt spid="12"/>
                                        </p:tgtEl>
                                      </p:cBhvr>
                                    </p:animEffect>
                                  </p:childTnLst>
                                </p:cTn>
                              </p:par>
                              <p:par>
                                <p:cTn id="50" presetID="10" presetClass="exit" presetSubtype="0" fill="hold" grpId="1" nodeType="withEffect">
                                  <p:stCondLst>
                                    <p:cond delay="750"/>
                                  </p:stCondLst>
                                  <p:childTnLst>
                                    <p:animEffect transition="out" filter="fade">
                                      <p:cBhvr>
                                        <p:cTn id="51" dur="500"/>
                                        <p:tgtEl>
                                          <p:spTgt spid="12"/>
                                        </p:tgtEl>
                                      </p:cBhvr>
                                    </p:animEffect>
                                    <p:set>
                                      <p:cBhvr>
                                        <p:cTn id="52" dur="1" fill="hold">
                                          <p:stCondLst>
                                            <p:cond delay="499"/>
                                          </p:stCondLst>
                                        </p:cTn>
                                        <p:tgtEl>
                                          <p:spTgt spid="12"/>
                                        </p:tgtEl>
                                        <p:attrNameLst>
                                          <p:attrName>style.visibility</p:attrName>
                                        </p:attrNameLst>
                                      </p:cBhvr>
                                      <p:to>
                                        <p:strVal val="hidden"/>
                                      </p:to>
                                    </p:set>
                                  </p:childTnLst>
                                </p:cTn>
                              </p:par>
                            </p:childTnLst>
                          </p:cTn>
                        </p:par>
                        <p:par>
                          <p:cTn id="53" fill="hold">
                            <p:stCondLst>
                              <p:cond delay="1250"/>
                            </p:stCondLst>
                            <p:childTnLst>
                              <p:par>
                                <p:cTn id="54" presetID="1" presetClass="entr" presetSubtype="0" fill="hold" grpId="0" nodeType="afterEffect">
                                  <p:stCondLst>
                                    <p:cond delay="0"/>
                                  </p:stCondLst>
                                  <p:childTnLst>
                                    <p:set>
                                      <p:cBhvr>
                                        <p:cTn id="55" dur="1" fill="hold">
                                          <p:stCondLst>
                                            <p:cond delay="0"/>
                                          </p:stCondLst>
                                        </p:cTn>
                                        <p:tgtEl>
                                          <p:spTgt spid="19"/>
                                        </p:tgtEl>
                                        <p:attrNameLst>
                                          <p:attrName>style.visibility</p:attrName>
                                        </p:attrNameLst>
                                      </p:cBhvr>
                                      <p:to>
                                        <p:strVal val="visible"/>
                                      </p:to>
                                    </p:set>
                                  </p:childTnLst>
                                </p:cTn>
                              </p:par>
                            </p:childTnLst>
                          </p:cTn>
                        </p:par>
                        <p:par>
                          <p:cTn id="56" fill="hold">
                            <p:stCondLst>
                              <p:cond delay="1250"/>
                            </p:stCondLst>
                            <p:childTnLst>
                              <p:par>
                                <p:cTn id="57" presetID="2" presetClass="entr" presetSubtype="1" decel="100000" fill="hold" grpId="0" nodeType="afterEffect">
                                  <p:stCondLst>
                                    <p:cond delay="0"/>
                                  </p:stCondLst>
                                  <p:childTnLst>
                                    <p:set>
                                      <p:cBhvr>
                                        <p:cTn id="58" dur="1" fill="hold">
                                          <p:stCondLst>
                                            <p:cond delay="0"/>
                                          </p:stCondLst>
                                        </p:cTn>
                                        <p:tgtEl>
                                          <p:spTgt spid="46"/>
                                        </p:tgtEl>
                                        <p:attrNameLst>
                                          <p:attrName>style.visibility</p:attrName>
                                        </p:attrNameLst>
                                      </p:cBhvr>
                                      <p:to>
                                        <p:strVal val="visible"/>
                                      </p:to>
                                    </p:set>
                                    <p:anim calcmode="lin" valueType="num">
                                      <p:cBhvr additive="base">
                                        <p:cTn id="59" dur="650" fill="hold"/>
                                        <p:tgtEl>
                                          <p:spTgt spid="46"/>
                                        </p:tgtEl>
                                        <p:attrNameLst>
                                          <p:attrName>ppt_x</p:attrName>
                                        </p:attrNameLst>
                                      </p:cBhvr>
                                      <p:tavLst>
                                        <p:tav tm="0">
                                          <p:val>
                                            <p:strVal val="#ppt_x"/>
                                          </p:val>
                                        </p:tav>
                                        <p:tav tm="100000">
                                          <p:val>
                                            <p:strVal val="#ppt_x"/>
                                          </p:val>
                                        </p:tav>
                                      </p:tavLst>
                                    </p:anim>
                                    <p:anim calcmode="lin" valueType="num">
                                      <p:cBhvr additive="base">
                                        <p:cTn id="60" dur="650" fill="hold"/>
                                        <p:tgtEl>
                                          <p:spTgt spid="46"/>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6" grpId="0" animBg="1"/>
      <p:bldP spid="16" grpId="1" animBg="1"/>
      <p:bldP spid="10" grpId="0" animBg="1"/>
      <p:bldP spid="10" grpId="1" animBg="1"/>
      <p:bldP spid="11" grpId="0" animBg="1"/>
      <p:bldP spid="11" grpId="1" animBg="1"/>
      <p:bldP spid="12" grpId="0" animBg="1"/>
      <p:bldP spid="12" grpId="1" animBg="1"/>
      <p:bldP spid="46" grpId="0" animBg="1"/>
      <p:bldP spid="1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0">
            <a:extLst>
              <a:ext uri="{FF2B5EF4-FFF2-40B4-BE49-F238E27FC236}">
                <a16:creationId xmlns:a16="http://schemas.microsoft.com/office/drawing/2014/main" id="{203D8BED-825A-41B4-86CC-EC23BBD79896}"/>
              </a:ext>
            </a:extLst>
          </p:cNvPr>
          <p:cNvSpPr>
            <a:spLocks noGrp="1"/>
          </p:cNvSpPr>
          <p:nvPr/>
        </p:nvSpPr>
        <p:spPr>
          <a:xfrm>
            <a:off x="11334750" y="6438900"/>
            <a:ext cx="342900" cy="228600"/>
          </a:xfrm>
          <a:prstGeom prst="rect">
            <a:avLst/>
          </a:prstGeom>
          <a:noFill/>
          <a:ln w="0">
            <a:noFill/>
            <a:prstDash val="solid"/>
          </a:ln>
        </p:spPr>
        <p:txBody>
          <a:bodyPr wrap="square" lIns="0" tIns="0" rIns="0" bIns="0" anchor="t">
            <a:noAutofit/>
          </a:bodyPr>
          <a:lstStyle>
            <a:defPPr algn="r">
              <a:defRPr sz="1125" b="0">
                <a:solidFill>
                  <a:srgbClr val="646C73"/>
                </a:solidFill>
                <a:latin typeface="Nimbus Sans"/>
                <a:ea typeface="Nimbus Sans"/>
                <a:cs typeface="Nimbus Sans"/>
              </a:defRPr>
            </a:defPPr>
            <a:lvl1pPr algn="r">
              <a:defRPr sz="1125" b="0">
                <a:solidFill>
                  <a:srgbClr val="646C73"/>
                </a:solidFill>
                <a:latin typeface="Nimbus Sans"/>
                <a:ea typeface="Nimbus Sans"/>
                <a:cs typeface="Nimbus Sans"/>
              </a:defRPr>
            </a:lvl1pPr>
            <a:lvl2pPr algn="r">
              <a:defRPr sz="1125" b="0">
                <a:solidFill>
                  <a:srgbClr val="646C73"/>
                </a:solidFill>
                <a:latin typeface="Nimbus Sans"/>
                <a:ea typeface="Nimbus Sans"/>
                <a:cs typeface="Nimbus Sans"/>
              </a:defRPr>
            </a:lvl2pPr>
            <a:lvl3pPr algn="r">
              <a:defRPr sz="1125" b="0">
                <a:solidFill>
                  <a:srgbClr val="646C73"/>
                </a:solidFill>
                <a:latin typeface="Nimbus Sans"/>
                <a:ea typeface="Nimbus Sans"/>
                <a:cs typeface="Nimbus Sans"/>
              </a:defRPr>
            </a:lvl3pPr>
            <a:lvl4pPr algn="r">
              <a:defRPr sz="1125" b="0">
                <a:solidFill>
                  <a:srgbClr val="646C73"/>
                </a:solidFill>
                <a:latin typeface="Nimbus Sans"/>
                <a:ea typeface="Nimbus Sans"/>
                <a:cs typeface="Nimbus Sans"/>
              </a:defRPr>
            </a:lvl4pPr>
            <a:lvl5pPr algn="r">
              <a:defRPr sz="1125" b="0">
                <a:solidFill>
                  <a:srgbClr val="646C73"/>
                </a:solidFill>
                <a:latin typeface="Nimbus Sans"/>
                <a:ea typeface="Nimbus Sans"/>
                <a:cs typeface="Nimbus Sans"/>
              </a:defRPr>
            </a:lvl5pPr>
            <a:lvl6pPr algn="r">
              <a:defRPr sz="1125" b="0">
                <a:solidFill>
                  <a:srgbClr val="646C73"/>
                </a:solidFill>
                <a:latin typeface="Nimbus Sans"/>
                <a:ea typeface="Nimbus Sans"/>
                <a:cs typeface="Nimbus Sans"/>
              </a:defRPr>
            </a:lvl6pPr>
            <a:lvl7pPr algn="r">
              <a:defRPr sz="1125" b="0">
                <a:solidFill>
                  <a:srgbClr val="646C73"/>
                </a:solidFill>
                <a:latin typeface="Nimbus Sans"/>
                <a:ea typeface="Nimbus Sans"/>
                <a:cs typeface="Nimbus Sans"/>
              </a:defRPr>
            </a:lvl7pPr>
            <a:lvl8pPr algn="r">
              <a:defRPr sz="1125" b="0">
                <a:solidFill>
                  <a:srgbClr val="646C73"/>
                </a:solidFill>
                <a:latin typeface="Nimbus Sans"/>
                <a:ea typeface="Nimbus Sans"/>
                <a:cs typeface="Nimbus Sans"/>
              </a:defRPr>
            </a:lvl8pPr>
            <a:lvl9pPr algn="r">
              <a:defRPr sz="1125" b="0">
                <a:solidFill>
                  <a:srgbClr val="646C73"/>
                </a:solidFill>
                <a:latin typeface="Nimbus Sans"/>
                <a:ea typeface="Nimbus Sans"/>
                <a:cs typeface="Nimbus Sans"/>
              </a:defRPr>
            </a:lvl9pPr>
          </a:lstStyle>
          <a:p>
            <a:pPr marL="0" marR="0" lvl="0" indent="0" algn="r" defTabSz="914400" rtl="0" eaLnBrk="1" fontAlgn="auto" latinLnBrk="0" hangingPunct="1">
              <a:lnSpc>
                <a:spcPct val="100000"/>
              </a:lnSpc>
              <a:spcBef>
                <a:spcPts val="0"/>
              </a:spcBef>
              <a:spcAft>
                <a:spcPts val="0"/>
              </a:spcAft>
              <a:buClrTx/>
              <a:buSzTx/>
              <a:buFontTx/>
              <a:buNone/>
              <a:tabLst/>
              <a:defRPr sz="1125" b="0">
                <a:solidFill>
                  <a:srgbClr val="646C73"/>
                </a:solidFill>
                <a:latin typeface="Nimbus Sans"/>
                <a:ea typeface="Nimbus Sans"/>
                <a:cs typeface="Nimbus Sans"/>
              </a:defRPr>
            </a:pPr>
            <a:r>
              <a:rPr kumimoji="0" sz="1125" b="0" i="0" u="none" strike="noStrike" kern="1200" cap="none" spc="0" normalizeH="0" baseline="0" noProof="0">
                <a:ln>
                  <a:noFill/>
                </a:ln>
                <a:solidFill>
                  <a:srgbClr val="646C73"/>
                </a:solidFill>
                <a:effectLst/>
                <a:uLnTx/>
                <a:uFillTx/>
                <a:latin typeface="Nimbus Sans"/>
                <a:ea typeface="Nimbus Sans"/>
                <a:cs typeface="Nimbus Sans"/>
              </a:rPr>
              <a:t>02</a:t>
            </a:r>
          </a:p>
        </p:txBody>
      </p:sp>
      <p:sp>
        <p:nvSpPr>
          <p:cNvPr id="3" name="text-2">
            <a:extLst>
              <a:ext uri="{FF2B5EF4-FFF2-40B4-BE49-F238E27FC236}">
                <a16:creationId xmlns:a16="http://schemas.microsoft.com/office/drawing/2014/main" id="{FEB37243-EAFC-467D-9596-268DCD98402D}"/>
              </a:ext>
            </a:extLst>
          </p:cNvPr>
          <p:cNvSpPr>
            <a:spLocks noGrp="1"/>
          </p:cNvSpPr>
          <p:nvPr/>
        </p:nvSpPr>
        <p:spPr>
          <a:xfrm>
            <a:off x="495300" y="428625"/>
            <a:ext cx="8572500" cy="1257300"/>
          </a:xfrm>
          <a:prstGeom prst="rect">
            <a:avLst/>
          </a:prstGeom>
          <a:noFill/>
          <a:ln w="0">
            <a:noFill/>
            <a:prstDash val="solid"/>
          </a:ln>
        </p:spPr>
        <p:txBody>
          <a:bodyPr wrap="square" lIns="0" tIns="0" rIns="0" bIns="0" anchor="t">
            <a:noAutofit/>
          </a:bodyPr>
          <a:lstStyle>
            <a:defPPr algn="l">
              <a:defRPr sz="8625" b="1">
                <a:solidFill>
                  <a:srgbClr val="244BD6"/>
                </a:solidFill>
                <a:latin typeface="Nimbus Sans"/>
                <a:ea typeface="Nimbus Sans"/>
                <a:cs typeface="Nimbus Sans"/>
              </a:defRPr>
            </a:defPPr>
            <a:lvl1pPr algn="l">
              <a:defRPr sz="8625" b="1">
                <a:solidFill>
                  <a:srgbClr val="244BD6"/>
                </a:solidFill>
                <a:latin typeface="Nimbus Sans"/>
                <a:ea typeface="Nimbus Sans"/>
                <a:cs typeface="Nimbus Sans"/>
              </a:defRPr>
            </a:lvl1pPr>
            <a:lvl2pPr algn="l">
              <a:defRPr sz="8625" b="1">
                <a:solidFill>
                  <a:srgbClr val="244BD6"/>
                </a:solidFill>
                <a:latin typeface="Nimbus Sans"/>
                <a:ea typeface="Nimbus Sans"/>
                <a:cs typeface="Nimbus Sans"/>
              </a:defRPr>
            </a:lvl2pPr>
            <a:lvl3pPr algn="l">
              <a:defRPr sz="8625" b="1">
                <a:solidFill>
                  <a:srgbClr val="244BD6"/>
                </a:solidFill>
                <a:latin typeface="Nimbus Sans"/>
                <a:ea typeface="Nimbus Sans"/>
                <a:cs typeface="Nimbus Sans"/>
              </a:defRPr>
            </a:lvl3pPr>
            <a:lvl4pPr algn="l">
              <a:defRPr sz="8625" b="1">
                <a:solidFill>
                  <a:srgbClr val="244BD6"/>
                </a:solidFill>
                <a:latin typeface="Nimbus Sans"/>
                <a:ea typeface="Nimbus Sans"/>
                <a:cs typeface="Nimbus Sans"/>
              </a:defRPr>
            </a:lvl4pPr>
            <a:lvl5pPr algn="l">
              <a:defRPr sz="8625" b="1">
                <a:solidFill>
                  <a:srgbClr val="244BD6"/>
                </a:solidFill>
                <a:latin typeface="Nimbus Sans"/>
                <a:ea typeface="Nimbus Sans"/>
                <a:cs typeface="Nimbus Sans"/>
              </a:defRPr>
            </a:lvl5pPr>
            <a:lvl6pPr algn="l">
              <a:defRPr sz="8625" b="1">
                <a:solidFill>
                  <a:srgbClr val="244BD6"/>
                </a:solidFill>
                <a:latin typeface="Nimbus Sans"/>
                <a:ea typeface="Nimbus Sans"/>
                <a:cs typeface="Nimbus Sans"/>
              </a:defRPr>
            </a:lvl6pPr>
            <a:lvl7pPr algn="l">
              <a:defRPr sz="8625" b="1">
                <a:solidFill>
                  <a:srgbClr val="244BD6"/>
                </a:solidFill>
                <a:latin typeface="Nimbus Sans"/>
                <a:ea typeface="Nimbus Sans"/>
                <a:cs typeface="Nimbus Sans"/>
              </a:defRPr>
            </a:lvl7pPr>
            <a:lvl8pPr algn="l">
              <a:defRPr sz="8625" b="1">
                <a:solidFill>
                  <a:srgbClr val="244BD6"/>
                </a:solidFill>
                <a:latin typeface="Nimbus Sans"/>
                <a:ea typeface="Nimbus Sans"/>
                <a:cs typeface="Nimbus Sans"/>
              </a:defRPr>
            </a:lvl8pPr>
            <a:lvl9pPr algn="l">
              <a:defRPr sz="8625" b="1">
                <a:solidFill>
                  <a:srgbClr val="244BD6"/>
                </a:solidFill>
                <a:latin typeface="Nimbus Sans"/>
                <a:ea typeface="Nimbus Sans"/>
                <a:cs typeface="Nimbus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sz="8625" b="1">
                <a:solidFill>
                  <a:srgbClr val="244BD6"/>
                </a:solidFill>
                <a:latin typeface="Nimbus Sans"/>
                <a:ea typeface="Nimbus Sans"/>
                <a:cs typeface="Nimbus Sans"/>
              </a:defRPr>
            </a:pPr>
            <a:r>
              <a:rPr kumimoji="0" sz="8625" b="1" i="0" u="none" strike="noStrike" kern="1200" cap="none" spc="0" normalizeH="0" baseline="0" noProof="0" dirty="0">
                <a:ln>
                  <a:noFill/>
                </a:ln>
                <a:solidFill>
                  <a:schemeClr val="tx2">
                    <a:lumMod val="50000"/>
                    <a:lumOff val="50000"/>
                  </a:schemeClr>
                </a:solidFill>
                <a:effectLst/>
                <a:uLnTx/>
                <a:uFillTx/>
                <a:latin typeface="Nimbus Sans"/>
                <a:ea typeface="Nimbus Sans"/>
                <a:cs typeface="Nimbus Sans"/>
              </a:rPr>
              <a:t>SEQUIN</a:t>
            </a:r>
          </a:p>
        </p:txBody>
      </p:sp>
      <p:sp>
        <p:nvSpPr>
          <p:cNvPr id="4" name="text-3">
            <a:extLst>
              <a:ext uri="{FF2B5EF4-FFF2-40B4-BE49-F238E27FC236}">
                <a16:creationId xmlns:a16="http://schemas.microsoft.com/office/drawing/2014/main" id="{02194D3E-0DC0-4DC4-A320-3924F5D385D4}"/>
              </a:ext>
            </a:extLst>
          </p:cNvPr>
          <p:cNvSpPr>
            <a:spLocks noGrp="1"/>
          </p:cNvSpPr>
          <p:nvPr/>
        </p:nvSpPr>
        <p:spPr>
          <a:xfrm>
            <a:off x="552450" y="1933575"/>
            <a:ext cx="11049000" cy="1362075"/>
          </a:xfrm>
          <a:prstGeom prst="rect">
            <a:avLst/>
          </a:prstGeom>
          <a:noFill/>
          <a:ln w="0">
            <a:noFill/>
            <a:prstDash val="solid"/>
          </a:ln>
        </p:spPr>
        <p:txBody>
          <a:bodyPr wrap="square" lIns="0" tIns="0" rIns="0" bIns="0" anchor="t">
            <a:noAutofit/>
          </a:bodyPr>
          <a:lstStyle>
            <a:defPPr algn="l">
              <a:defRPr sz="2700" b="1">
                <a:solidFill>
                  <a:srgbClr val="20252A"/>
                </a:solidFill>
                <a:latin typeface="Nimbus Sans"/>
                <a:ea typeface="Nimbus Sans"/>
                <a:cs typeface="Nimbus Sans"/>
              </a:defRPr>
            </a:defPPr>
            <a:lvl1pPr algn="l">
              <a:defRPr sz="2700" b="1">
                <a:solidFill>
                  <a:srgbClr val="20252A"/>
                </a:solidFill>
                <a:latin typeface="Nimbus Sans"/>
                <a:ea typeface="Nimbus Sans"/>
                <a:cs typeface="Nimbus Sans"/>
              </a:defRPr>
            </a:lvl1pPr>
            <a:lvl2pPr algn="l">
              <a:defRPr sz="2700" b="1">
                <a:solidFill>
                  <a:srgbClr val="20252A"/>
                </a:solidFill>
                <a:latin typeface="Nimbus Sans"/>
                <a:ea typeface="Nimbus Sans"/>
                <a:cs typeface="Nimbus Sans"/>
              </a:defRPr>
            </a:lvl2pPr>
            <a:lvl3pPr algn="l">
              <a:defRPr sz="2700" b="1">
                <a:solidFill>
                  <a:srgbClr val="20252A"/>
                </a:solidFill>
                <a:latin typeface="Nimbus Sans"/>
                <a:ea typeface="Nimbus Sans"/>
                <a:cs typeface="Nimbus Sans"/>
              </a:defRPr>
            </a:lvl3pPr>
            <a:lvl4pPr algn="l">
              <a:defRPr sz="2700" b="1">
                <a:solidFill>
                  <a:srgbClr val="20252A"/>
                </a:solidFill>
                <a:latin typeface="Nimbus Sans"/>
                <a:ea typeface="Nimbus Sans"/>
                <a:cs typeface="Nimbus Sans"/>
              </a:defRPr>
            </a:lvl4pPr>
            <a:lvl5pPr algn="l">
              <a:defRPr sz="2700" b="1">
                <a:solidFill>
                  <a:srgbClr val="20252A"/>
                </a:solidFill>
                <a:latin typeface="Nimbus Sans"/>
                <a:ea typeface="Nimbus Sans"/>
                <a:cs typeface="Nimbus Sans"/>
              </a:defRPr>
            </a:lvl5pPr>
            <a:lvl6pPr algn="l">
              <a:defRPr sz="2700" b="1">
                <a:solidFill>
                  <a:srgbClr val="20252A"/>
                </a:solidFill>
                <a:latin typeface="Nimbus Sans"/>
                <a:ea typeface="Nimbus Sans"/>
                <a:cs typeface="Nimbus Sans"/>
              </a:defRPr>
            </a:lvl6pPr>
            <a:lvl7pPr algn="l">
              <a:defRPr sz="2700" b="1">
                <a:solidFill>
                  <a:srgbClr val="20252A"/>
                </a:solidFill>
                <a:latin typeface="Nimbus Sans"/>
                <a:ea typeface="Nimbus Sans"/>
                <a:cs typeface="Nimbus Sans"/>
              </a:defRPr>
            </a:lvl7pPr>
            <a:lvl8pPr algn="l">
              <a:defRPr sz="2700" b="1">
                <a:solidFill>
                  <a:srgbClr val="20252A"/>
                </a:solidFill>
                <a:latin typeface="Nimbus Sans"/>
                <a:ea typeface="Nimbus Sans"/>
                <a:cs typeface="Nimbus Sans"/>
              </a:defRPr>
            </a:lvl8pPr>
            <a:lvl9pPr algn="l">
              <a:defRPr sz="2700" b="1">
                <a:solidFill>
                  <a:srgbClr val="20252A"/>
                </a:solidFill>
                <a:latin typeface="Nimbus Sans"/>
                <a:ea typeface="Nimbus Sans"/>
                <a:cs typeface="Nimbus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sz="2700" b="1">
                <a:solidFill>
                  <a:srgbClr val="20252A"/>
                </a:solidFill>
                <a:latin typeface="Nimbus Sans"/>
                <a:ea typeface="Nimbus Sans"/>
                <a:cs typeface="Nimbus Sans"/>
              </a:defRPr>
            </a:pPr>
            <a:r>
              <a:rPr kumimoji="0" sz="2700" b="1" i="0" u="none" strike="noStrike" kern="1200" cap="none" spc="0" normalizeH="0" baseline="0" noProof="0" dirty="0">
                <a:ln>
                  <a:noFill/>
                </a:ln>
                <a:solidFill>
                  <a:srgbClr val="20252A"/>
                </a:solidFill>
                <a:effectLst/>
                <a:uLnTx/>
                <a:uFillTx/>
                <a:latin typeface="Nimbus Sans"/>
                <a:ea typeface="Nimbus Sans"/>
                <a:cs typeface="Nimbus Sans"/>
              </a:rPr>
              <a:t>A Network Science and Physics-based Approach</a:t>
            </a:r>
          </a:p>
          <a:p>
            <a:pPr marL="0" marR="0" lvl="0" indent="0" algn="l" defTabSz="914400" rtl="0" eaLnBrk="1" fontAlgn="auto" latinLnBrk="0" hangingPunct="1">
              <a:lnSpc>
                <a:spcPct val="100000"/>
              </a:lnSpc>
              <a:spcBef>
                <a:spcPts val="0"/>
              </a:spcBef>
              <a:spcAft>
                <a:spcPts val="0"/>
              </a:spcAft>
              <a:buClrTx/>
              <a:buSzTx/>
              <a:buFontTx/>
              <a:buNone/>
              <a:tabLst/>
              <a:defRPr sz="2700" b="1">
                <a:solidFill>
                  <a:srgbClr val="20252A"/>
                </a:solidFill>
                <a:latin typeface="Nimbus Sans"/>
                <a:ea typeface="Nimbus Sans"/>
                <a:cs typeface="Nimbus Sans"/>
              </a:defRPr>
            </a:pPr>
            <a:r>
              <a:rPr kumimoji="0" sz="2700" b="1" i="0" u="none" strike="noStrike" kern="1200" cap="none" spc="0" normalizeH="0" baseline="0" noProof="0" dirty="0">
                <a:ln>
                  <a:noFill/>
                </a:ln>
                <a:solidFill>
                  <a:srgbClr val="20252A"/>
                </a:solidFill>
                <a:effectLst/>
                <a:uLnTx/>
                <a:uFillTx/>
                <a:latin typeface="Nimbus Sans"/>
                <a:ea typeface="Nimbus Sans"/>
                <a:cs typeface="Nimbus Sans"/>
              </a:rPr>
              <a:t>to Identify Sequential N-k Attacks in Electric</a:t>
            </a:r>
          </a:p>
          <a:p>
            <a:pPr marL="0" marR="0" lvl="0" indent="0" algn="l" defTabSz="914400" rtl="0" eaLnBrk="1" fontAlgn="auto" latinLnBrk="0" hangingPunct="1">
              <a:lnSpc>
                <a:spcPct val="100000"/>
              </a:lnSpc>
              <a:spcBef>
                <a:spcPts val="0"/>
              </a:spcBef>
              <a:spcAft>
                <a:spcPts val="0"/>
              </a:spcAft>
              <a:buClrTx/>
              <a:buSzTx/>
              <a:buFontTx/>
              <a:buNone/>
              <a:tabLst/>
              <a:defRPr sz="2700" b="1">
                <a:solidFill>
                  <a:srgbClr val="20252A"/>
                </a:solidFill>
                <a:latin typeface="Nimbus Sans"/>
                <a:ea typeface="Nimbus Sans"/>
                <a:cs typeface="Nimbus Sans"/>
              </a:defRPr>
            </a:pPr>
            <a:r>
              <a:rPr kumimoji="0" sz="2700" b="1" i="0" u="none" strike="noStrike" kern="1200" cap="none" spc="0" normalizeH="0" baseline="0" noProof="0" dirty="0">
                <a:ln>
                  <a:noFill/>
                </a:ln>
                <a:solidFill>
                  <a:srgbClr val="20252A"/>
                </a:solidFill>
                <a:effectLst/>
                <a:uLnTx/>
                <a:uFillTx/>
                <a:latin typeface="Nimbus Sans"/>
                <a:ea typeface="Nimbus Sans"/>
                <a:cs typeface="Nimbus Sans"/>
              </a:rPr>
              <a:t>Power Grids</a:t>
            </a:r>
          </a:p>
        </p:txBody>
      </p:sp>
      <p:sp>
        <p:nvSpPr>
          <p:cNvPr id="5" name="text-4">
            <a:extLst>
              <a:ext uri="{FF2B5EF4-FFF2-40B4-BE49-F238E27FC236}">
                <a16:creationId xmlns:a16="http://schemas.microsoft.com/office/drawing/2014/main" id="{78EAB9D3-B28D-451D-B6AC-50F335C919A7}"/>
              </a:ext>
            </a:extLst>
          </p:cNvPr>
          <p:cNvSpPr>
            <a:spLocks noGrp="1"/>
          </p:cNvSpPr>
          <p:nvPr/>
        </p:nvSpPr>
        <p:spPr>
          <a:xfrm>
            <a:off x="542925" y="3886200"/>
            <a:ext cx="2381250" cy="1390650"/>
          </a:xfrm>
          <a:prstGeom prst="rect">
            <a:avLst/>
          </a:prstGeom>
          <a:noFill/>
          <a:ln w="0">
            <a:noFill/>
            <a:prstDash val="solid"/>
          </a:ln>
        </p:spPr>
        <p:txBody>
          <a:bodyPr wrap="square" lIns="0" tIns="0" rIns="0" bIns="0" anchor="t">
            <a:noAutofit/>
          </a:bodyPr>
          <a:lstStyle>
            <a:defPPr algn="l">
              <a:defRPr sz="4500" b="1">
                <a:solidFill>
                  <a:srgbClr val="20252A"/>
                </a:solidFill>
                <a:latin typeface="Bitstream Charter"/>
                <a:ea typeface="Bitstream Charter"/>
                <a:cs typeface="Bitstream Charter"/>
              </a:defRPr>
            </a:defPPr>
            <a:lvl1pPr algn="l">
              <a:defRPr sz="4500" b="1">
                <a:solidFill>
                  <a:srgbClr val="20252A"/>
                </a:solidFill>
                <a:latin typeface="Bitstream Charter"/>
                <a:ea typeface="Bitstream Charter"/>
                <a:cs typeface="Bitstream Charter"/>
              </a:defRPr>
            </a:lvl1pPr>
            <a:lvl2pPr algn="l">
              <a:defRPr sz="4500" b="1">
                <a:solidFill>
                  <a:srgbClr val="20252A"/>
                </a:solidFill>
                <a:latin typeface="Bitstream Charter"/>
                <a:ea typeface="Bitstream Charter"/>
                <a:cs typeface="Bitstream Charter"/>
              </a:defRPr>
            </a:lvl2pPr>
            <a:lvl3pPr algn="l">
              <a:defRPr sz="4500" b="1">
                <a:solidFill>
                  <a:srgbClr val="20252A"/>
                </a:solidFill>
                <a:latin typeface="Bitstream Charter"/>
                <a:ea typeface="Bitstream Charter"/>
                <a:cs typeface="Bitstream Charter"/>
              </a:defRPr>
            </a:lvl3pPr>
            <a:lvl4pPr algn="l">
              <a:defRPr sz="4500" b="1">
                <a:solidFill>
                  <a:srgbClr val="20252A"/>
                </a:solidFill>
                <a:latin typeface="Bitstream Charter"/>
                <a:ea typeface="Bitstream Charter"/>
                <a:cs typeface="Bitstream Charter"/>
              </a:defRPr>
            </a:lvl4pPr>
            <a:lvl5pPr algn="l">
              <a:defRPr sz="4500" b="1">
                <a:solidFill>
                  <a:srgbClr val="20252A"/>
                </a:solidFill>
                <a:latin typeface="Bitstream Charter"/>
                <a:ea typeface="Bitstream Charter"/>
                <a:cs typeface="Bitstream Charter"/>
              </a:defRPr>
            </a:lvl5pPr>
            <a:lvl6pPr algn="l">
              <a:defRPr sz="4500" b="1">
                <a:solidFill>
                  <a:srgbClr val="20252A"/>
                </a:solidFill>
                <a:latin typeface="Bitstream Charter"/>
                <a:ea typeface="Bitstream Charter"/>
                <a:cs typeface="Bitstream Charter"/>
              </a:defRPr>
            </a:lvl6pPr>
            <a:lvl7pPr algn="l">
              <a:defRPr sz="4500" b="1">
                <a:solidFill>
                  <a:srgbClr val="20252A"/>
                </a:solidFill>
                <a:latin typeface="Bitstream Charter"/>
                <a:ea typeface="Bitstream Charter"/>
                <a:cs typeface="Bitstream Charter"/>
              </a:defRPr>
            </a:lvl7pPr>
            <a:lvl8pPr algn="l">
              <a:defRPr sz="4500" b="1">
                <a:solidFill>
                  <a:srgbClr val="20252A"/>
                </a:solidFill>
                <a:latin typeface="Bitstream Charter"/>
                <a:ea typeface="Bitstream Charter"/>
                <a:cs typeface="Bitstream Charter"/>
              </a:defRPr>
            </a:lvl8pPr>
            <a:lvl9pPr algn="l">
              <a:defRPr sz="4500" b="1">
                <a:solidFill>
                  <a:srgbClr val="20252A"/>
                </a:solidFill>
                <a:latin typeface="Bitstream Charter"/>
                <a:ea typeface="Bitstream Charter"/>
                <a:cs typeface="Bitstream Charter"/>
              </a:defRPr>
            </a:lvl9pPr>
          </a:lstStyle>
          <a:p>
            <a:pPr marL="0" marR="0" lvl="0" indent="0" algn="l" defTabSz="914400" rtl="0" eaLnBrk="1" fontAlgn="auto" latinLnBrk="0" hangingPunct="1">
              <a:lnSpc>
                <a:spcPct val="100000"/>
              </a:lnSpc>
              <a:spcBef>
                <a:spcPts val="0"/>
              </a:spcBef>
              <a:spcAft>
                <a:spcPts val="0"/>
              </a:spcAft>
              <a:buClrTx/>
              <a:buSzTx/>
              <a:buFontTx/>
              <a:buNone/>
              <a:tabLst/>
              <a:defRPr sz="4500" b="1">
                <a:solidFill>
                  <a:srgbClr val="20252A"/>
                </a:solidFill>
                <a:latin typeface="Bitstream Charter"/>
                <a:ea typeface="Bitstream Charter"/>
                <a:cs typeface="Bitstream Charter"/>
              </a:defRPr>
            </a:pPr>
            <a:r>
              <a:rPr kumimoji="0" sz="4500" b="1" i="0" u="none" strike="noStrike" kern="1200" cap="none" spc="0" normalizeH="0" baseline="0" noProof="0">
                <a:ln>
                  <a:noFill/>
                </a:ln>
                <a:solidFill>
                  <a:srgbClr val="20252A"/>
                </a:solidFill>
                <a:effectLst/>
                <a:uLnTx/>
                <a:uFillTx/>
                <a:latin typeface="Bitstream Charter"/>
                <a:ea typeface="Bitstream Charter"/>
                <a:cs typeface="Bitstream Charter"/>
              </a:rPr>
              <a:t>ICCPS</a:t>
            </a:r>
          </a:p>
          <a:p>
            <a:pPr marL="0" marR="0" lvl="0" indent="0" algn="l" defTabSz="914400" rtl="0" eaLnBrk="1" fontAlgn="auto" latinLnBrk="0" hangingPunct="1">
              <a:lnSpc>
                <a:spcPct val="100000"/>
              </a:lnSpc>
              <a:spcBef>
                <a:spcPts val="0"/>
              </a:spcBef>
              <a:spcAft>
                <a:spcPts val="0"/>
              </a:spcAft>
              <a:buClrTx/>
              <a:buSzTx/>
              <a:buFontTx/>
              <a:buNone/>
              <a:tabLst/>
              <a:defRPr sz="4500" b="1">
                <a:solidFill>
                  <a:srgbClr val="20252A"/>
                </a:solidFill>
                <a:latin typeface="Bitstream Charter"/>
                <a:ea typeface="Bitstream Charter"/>
                <a:cs typeface="Bitstream Charter"/>
              </a:defRPr>
            </a:pPr>
            <a:r>
              <a:rPr kumimoji="0" sz="4500" b="1" i="0" u="none" strike="noStrike" kern="1200" cap="none" spc="0" normalizeH="0" baseline="0" noProof="0">
                <a:ln>
                  <a:noFill/>
                </a:ln>
                <a:solidFill>
                  <a:srgbClr val="20252A"/>
                </a:solidFill>
                <a:effectLst/>
                <a:uLnTx/>
                <a:uFillTx/>
                <a:latin typeface="Bitstream Charter"/>
                <a:ea typeface="Bitstream Charter"/>
                <a:cs typeface="Bitstream Charter"/>
              </a:rPr>
              <a:t>2025</a:t>
            </a:r>
          </a:p>
        </p:txBody>
      </p:sp>
      <p:sp>
        <p:nvSpPr>
          <p:cNvPr id="6" name="text-5">
            <a:extLst>
              <a:ext uri="{FF2B5EF4-FFF2-40B4-BE49-F238E27FC236}">
                <a16:creationId xmlns:a16="http://schemas.microsoft.com/office/drawing/2014/main" id="{D567FC38-60EB-41DE-B6DE-2467844BE624}"/>
              </a:ext>
            </a:extLst>
          </p:cNvPr>
          <p:cNvSpPr>
            <a:spLocks noGrp="1"/>
          </p:cNvSpPr>
          <p:nvPr/>
        </p:nvSpPr>
        <p:spPr>
          <a:xfrm>
            <a:off x="552450" y="5524500"/>
            <a:ext cx="5810250" cy="685800"/>
          </a:xfrm>
          <a:prstGeom prst="rect">
            <a:avLst/>
          </a:prstGeom>
          <a:noFill/>
          <a:ln w="0">
            <a:noFill/>
            <a:prstDash val="solid"/>
          </a:ln>
        </p:spPr>
        <p:txBody>
          <a:bodyPr wrap="square" lIns="0" tIns="0" rIns="0" bIns="0" anchor="t">
            <a:noAutofit/>
          </a:bodyPr>
          <a:lstStyle>
            <a:defPPr algn="l">
              <a:defRPr sz="1725" b="0">
                <a:solidFill>
                  <a:srgbClr val="646C73"/>
                </a:solidFill>
                <a:latin typeface="Nimbus Sans"/>
                <a:ea typeface="Nimbus Sans"/>
                <a:cs typeface="Nimbus Sans"/>
              </a:defRPr>
            </a:defPPr>
            <a:lvl1pPr algn="l">
              <a:defRPr sz="1725" b="0">
                <a:solidFill>
                  <a:srgbClr val="646C73"/>
                </a:solidFill>
                <a:latin typeface="Nimbus Sans"/>
                <a:ea typeface="Nimbus Sans"/>
                <a:cs typeface="Nimbus Sans"/>
              </a:defRPr>
            </a:lvl1pPr>
            <a:lvl2pPr algn="l">
              <a:defRPr sz="1725" b="0">
                <a:solidFill>
                  <a:srgbClr val="646C73"/>
                </a:solidFill>
                <a:latin typeface="Nimbus Sans"/>
                <a:ea typeface="Nimbus Sans"/>
                <a:cs typeface="Nimbus Sans"/>
              </a:defRPr>
            </a:lvl2pPr>
            <a:lvl3pPr algn="l">
              <a:defRPr sz="1725" b="0">
                <a:solidFill>
                  <a:srgbClr val="646C73"/>
                </a:solidFill>
                <a:latin typeface="Nimbus Sans"/>
                <a:ea typeface="Nimbus Sans"/>
                <a:cs typeface="Nimbus Sans"/>
              </a:defRPr>
            </a:lvl3pPr>
            <a:lvl4pPr algn="l">
              <a:defRPr sz="1725" b="0">
                <a:solidFill>
                  <a:srgbClr val="646C73"/>
                </a:solidFill>
                <a:latin typeface="Nimbus Sans"/>
                <a:ea typeface="Nimbus Sans"/>
                <a:cs typeface="Nimbus Sans"/>
              </a:defRPr>
            </a:lvl4pPr>
            <a:lvl5pPr algn="l">
              <a:defRPr sz="1725" b="0">
                <a:solidFill>
                  <a:srgbClr val="646C73"/>
                </a:solidFill>
                <a:latin typeface="Nimbus Sans"/>
                <a:ea typeface="Nimbus Sans"/>
                <a:cs typeface="Nimbus Sans"/>
              </a:defRPr>
            </a:lvl5pPr>
            <a:lvl6pPr algn="l">
              <a:defRPr sz="1725" b="0">
                <a:solidFill>
                  <a:srgbClr val="646C73"/>
                </a:solidFill>
                <a:latin typeface="Nimbus Sans"/>
                <a:ea typeface="Nimbus Sans"/>
                <a:cs typeface="Nimbus Sans"/>
              </a:defRPr>
            </a:lvl6pPr>
            <a:lvl7pPr algn="l">
              <a:defRPr sz="1725" b="0">
                <a:solidFill>
                  <a:srgbClr val="646C73"/>
                </a:solidFill>
                <a:latin typeface="Nimbus Sans"/>
                <a:ea typeface="Nimbus Sans"/>
                <a:cs typeface="Nimbus Sans"/>
              </a:defRPr>
            </a:lvl7pPr>
            <a:lvl8pPr algn="l">
              <a:defRPr sz="1725" b="0">
                <a:solidFill>
                  <a:srgbClr val="646C73"/>
                </a:solidFill>
                <a:latin typeface="Nimbus Sans"/>
                <a:ea typeface="Nimbus Sans"/>
                <a:cs typeface="Nimbus Sans"/>
              </a:defRPr>
            </a:lvl8pPr>
            <a:lvl9pPr algn="l">
              <a:defRPr sz="1725" b="0">
                <a:solidFill>
                  <a:srgbClr val="646C73"/>
                </a:solidFill>
                <a:latin typeface="Nimbus Sans"/>
                <a:ea typeface="Nimbus Sans"/>
                <a:cs typeface="Nimbus Sans"/>
              </a:defRPr>
            </a:lvl9pPr>
          </a:lstStyle>
          <a:p>
            <a:pPr lvl="0">
              <a:defRPr sz="1725" b="0">
                <a:solidFill>
                  <a:srgbClr val="646C73"/>
                </a:solidFill>
                <a:latin typeface="Nimbus Sans"/>
                <a:ea typeface="Nimbus Sans"/>
                <a:cs typeface="Nimbus Sans"/>
              </a:defRPr>
            </a:pPr>
            <a:r>
              <a:rPr lang="en-IN" dirty="0"/>
              <a:t>•   </a:t>
            </a:r>
            <a:r>
              <a:rPr kumimoji="0" sz="1725" b="0" i="0" u="none" strike="noStrike" kern="1200" cap="none" spc="0" normalizeH="0" baseline="0" noProof="0" dirty="0">
                <a:ln>
                  <a:noFill/>
                </a:ln>
                <a:solidFill>
                  <a:srgbClr val="646C73"/>
                </a:solidFill>
                <a:effectLst/>
                <a:uLnTx/>
                <a:uFillTx/>
                <a:latin typeface="Nimbus Sans"/>
                <a:ea typeface="Nimbus Sans"/>
                <a:cs typeface="Nimbus Sans"/>
              </a:rPr>
              <a:t>Andrew Chio   •   Russell Bent</a:t>
            </a:r>
          </a:p>
          <a:p>
            <a:pPr lvl="0">
              <a:defRPr sz="1725" b="0">
                <a:solidFill>
                  <a:srgbClr val="646C73"/>
                </a:solidFill>
                <a:latin typeface="Nimbus Sans"/>
                <a:ea typeface="Nimbus Sans"/>
                <a:cs typeface="Nimbus Sans"/>
              </a:defRPr>
            </a:pPr>
            <a:r>
              <a:rPr lang="en-IN" dirty="0"/>
              <a:t>•   </a:t>
            </a:r>
            <a:r>
              <a:rPr kumimoji="0" sz="1725" b="0" i="0" u="none" strike="noStrike" kern="1200" cap="none" spc="0" normalizeH="0" baseline="0" noProof="0" dirty="0">
                <a:ln>
                  <a:noFill/>
                </a:ln>
                <a:solidFill>
                  <a:srgbClr val="646C73"/>
                </a:solidFill>
                <a:effectLst/>
                <a:uLnTx/>
                <a:uFillTx/>
                <a:latin typeface="Nimbus Sans"/>
                <a:ea typeface="Nimbus Sans"/>
                <a:cs typeface="Nimbus Sans"/>
              </a:rPr>
              <a:t>Kaarthik Sundar   •   Nalini Venkatasubramanian</a:t>
            </a:r>
          </a:p>
        </p:txBody>
      </p:sp>
      <p:pic>
        <p:nvPicPr>
          <p:cNvPr id="7" name="Picture 6">
            <a:extLst>
              <a:ext uri="{FF2B5EF4-FFF2-40B4-BE49-F238E27FC236}">
                <a16:creationId xmlns:a16="http://schemas.microsoft.com/office/drawing/2014/main" id="{07C56D3A-3E75-4BE5-AE36-FB48C0CB7077}"/>
              </a:ext>
            </a:extLst>
          </p:cNvPr>
          <p:cNvPicPr>
            <a:picLocks noChangeAspect="1"/>
          </p:cNvPicPr>
          <p:nvPr/>
        </p:nvPicPr>
        <p:blipFill>
          <a:blip r:embed="rId3"/>
          <a:stretch/>
        </p:blipFill>
        <p:spPr>
          <a:xfrm rot="180000">
            <a:off x="5488346" y="3419475"/>
            <a:ext cx="5549182" cy="2647950"/>
          </a:xfrm>
          <a:prstGeom prst="rect">
            <a:avLst/>
          </a:prstGeom>
        </p:spPr>
      </p:pic>
    </p:spTree>
    <p:extLst>
      <p:ext uri="{BB962C8B-B14F-4D97-AF65-F5344CB8AC3E}">
        <p14:creationId xmlns:p14="http://schemas.microsoft.com/office/powerpoint/2010/main" val="1334873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Content Placeholder 17"/>
          <p:cNvSpPr>
            <a:spLocks noGrp="1"/>
          </p:cNvSpPr>
          <p:nvPr>
            <p:ph idx="15"/>
          </p:nvPr>
        </p:nvSpPr>
        <p:spPr>
          <a:xfrm>
            <a:off x="7370759" y="1708106"/>
            <a:ext cx="3773077" cy="424732"/>
          </a:xfrm>
        </p:spPr>
        <p:txBody>
          <a:bodyPr/>
          <a:lstStyle/>
          <a:p>
            <a:pPr>
              <a:spcAft>
                <a:spcPts val="2400"/>
              </a:spcAft>
            </a:pPr>
            <a:r>
              <a:rPr lang="en-US" dirty="0"/>
              <a:t>Paper Symbols</a:t>
            </a:r>
          </a:p>
        </p:txBody>
      </p:sp>
      <p:sp>
        <p:nvSpPr>
          <p:cNvPr id="14" name="Title 1"/>
          <p:cNvSpPr>
            <a:spLocks noGrp="1"/>
          </p:cNvSpPr>
          <p:nvPr>
            <p:ph type="title"/>
          </p:nvPr>
        </p:nvSpPr>
        <p:spPr/>
        <p:txBody>
          <a:bodyPr/>
          <a:lstStyle/>
          <a:p>
            <a:r>
              <a:rPr lang="en-US" dirty="0"/>
              <a:t>CONTEXT</a:t>
            </a:r>
          </a:p>
        </p:txBody>
      </p:sp>
      <p:sp>
        <p:nvSpPr>
          <p:cNvPr id="6" name="Text Placeholder 5"/>
          <p:cNvSpPr>
            <a:spLocks noGrp="1"/>
          </p:cNvSpPr>
          <p:nvPr>
            <p:ph type="body" sz="quarter" idx="16"/>
          </p:nvPr>
        </p:nvSpPr>
        <p:spPr>
          <a:xfrm>
            <a:off x="3228956" y="360331"/>
            <a:ext cx="9084398" cy="590931"/>
          </a:xfrm>
        </p:spPr>
        <p:txBody>
          <a:bodyPr/>
          <a:lstStyle/>
          <a:p>
            <a:r>
              <a:rPr lang="en-US" sz="3600" dirty="0"/>
              <a:t>Modelling </a:t>
            </a:r>
            <a:r>
              <a:rPr lang="en-US" sz="3600" dirty="0">
                <a:solidFill>
                  <a:srgbClr val="102235"/>
                </a:solidFill>
                <a:latin typeface="Inter Display"/>
                <a:ea typeface="Inter Display"/>
              </a:rPr>
              <a:t>Power Grid as Network</a:t>
            </a:r>
            <a:endParaRPr lang="en-US" sz="3600" dirty="0"/>
          </a:p>
        </p:txBody>
      </p:sp>
      <p:sp>
        <p:nvSpPr>
          <p:cNvPr id="15" name="Rectangle 14"/>
          <p:cNvSpPr/>
          <p:nvPr/>
        </p:nvSpPr>
        <p:spPr>
          <a:xfrm>
            <a:off x="7760556" y="2162414"/>
            <a:ext cx="338328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Slide Number Placeholder 41"/>
          <p:cNvSpPr>
            <a:spLocks noGrp="1"/>
          </p:cNvSpPr>
          <p:nvPr>
            <p:ph type="sldNum" sz="quarter" idx="4"/>
          </p:nvPr>
        </p:nvSpPr>
        <p:spPr>
          <a:xfrm>
            <a:off x="11344869" y="6492875"/>
            <a:ext cx="498402" cy="365125"/>
          </a:xfrm>
        </p:spPr>
        <p:txBody>
          <a:bodyPr/>
          <a:lstStyle/>
          <a:p>
            <a:fld id="{5AE1514C-5E56-4738-A1FF-4B1CFD2A3E36}" type="slidenum">
              <a:rPr lang="en-US" smtClean="0"/>
              <a:t>3</a:t>
            </a:fld>
            <a:endParaRPr lang="en-US" dirty="0"/>
          </a:p>
        </p:txBody>
      </p:sp>
      <p:sp>
        <p:nvSpPr>
          <p:cNvPr id="17" name="Shape 4">
            <a:extLst>
              <a:ext uri="{FF2B5EF4-FFF2-40B4-BE49-F238E27FC236}">
                <a16:creationId xmlns:a16="http://schemas.microsoft.com/office/drawing/2014/main" id="{4327073F-D60A-6EA2-B01C-827F830AF3CB}"/>
              </a:ext>
            </a:extLst>
          </p:cNvPr>
          <p:cNvSpPr/>
          <p:nvPr/>
        </p:nvSpPr>
        <p:spPr>
          <a:xfrm>
            <a:off x="547716" y="1619337"/>
            <a:ext cx="5714640" cy="4480200"/>
          </a:xfrm>
          <a:prstGeom prst="roundRect">
            <a:avLst>
              <a:gd name="adj" fmla="val 2449"/>
            </a:avLst>
          </a:prstGeom>
          <a:solidFill>
            <a:srgbClr val="FFFFFF"/>
          </a:solidFill>
          <a:ln w="12700">
            <a:solidFill>
              <a:schemeClr val="tx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 name="Text 5">
            <a:extLst>
              <a:ext uri="{FF2B5EF4-FFF2-40B4-BE49-F238E27FC236}">
                <a16:creationId xmlns:a16="http://schemas.microsoft.com/office/drawing/2014/main" id="{6DB5F935-2373-8D68-A7D8-5C55817BBA06}"/>
              </a:ext>
            </a:extLst>
          </p:cNvPr>
          <p:cNvSpPr/>
          <p:nvPr/>
        </p:nvSpPr>
        <p:spPr>
          <a:xfrm>
            <a:off x="872076" y="1840999"/>
            <a:ext cx="137124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800" b="1" u="none" strike="noStrike">
                <a:solidFill>
                  <a:srgbClr val="F28C35"/>
                </a:solidFill>
                <a:effectLst/>
                <a:uFillTx/>
                <a:latin typeface="Inter"/>
                <a:ea typeface="Inter"/>
              </a:rPr>
              <a:t>G = (𝒩, 𝓔)</a:t>
            </a:r>
            <a:endParaRPr lang="en-US" sz="1800" b="0" u="none" strike="noStrike">
              <a:solidFill>
                <a:srgbClr val="000000"/>
              </a:solidFill>
              <a:effectLst/>
              <a:uFillTx/>
              <a:latin typeface="Arial"/>
            </a:endParaRPr>
          </a:p>
        </p:txBody>
      </p:sp>
      <p:sp>
        <p:nvSpPr>
          <p:cNvPr id="22" name="Shape 6">
            <a:extLst>
              <a:ext uri="{FF2B5EF4-FFF2-40B4-BE49-F238E27FC236}">
                <a16:creationId xmlns:a16="http://schemas.microsoft.com/office/drawing/2014/main" id="{2C72A04B-EDAC-E643-8111-278BA7C9EE2E}"/>
              </a:ext>
            </a:extLst>
          </p:cNvPr>
          <p:cNvSpPr/>
          <p:nvPr/>
        </p:nvSpPr>
        <p:spPr>
          <a:xfrm flipV="1">
            <a:off x="1237836" y="2691319"/>
            <a:ext cx="1234440" cy="45720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4" name="Shape 7">
            <a:extLst>
              <a:ext uri="{FF2B5EF4-FFF2-40B4-BE49-F238E27FC236}">
                <a16:creationId xmlns:a16="http://schemas.microsoft.com/office/drawing/2014/main" id="{4B7AB909-8BFC-B529-EB59-AC8241259F3F}"/>
              </a:ext>
            </a:extLst>
          </p:cNvPr>
          <p:cNvSpPr/>
          <p:nvPr/>
        </p:nvSpPr>
        <p:spPr>
          <a:xfrm>
            <a:off x="2472276" y="2691319"/>
            <a:ext cx="1143000" cy="50292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6" name="Shape 8">
            <a:extLst>
              <a:ext uri="{FF2B5EF4-FFF2-40B4-BE49-F238E27FC236}">
                <a16:creationId xmlns:a16="http://schemas.microsoft.com/office/drawing/2014/main" id="{2B43437A-38E5-6FB6-1ABC-C7E2BC17DEFC}"/>
              </a:ext>
            </a:extLst>
          </p:cNvPr>
          <p:cNvSpPr/>
          <p:nvPr/>
        </p:nvSpPr>
        <p:spPr>
          <a:xfrm flipV="1">
            <a:off x="3615276" y="2554159"/>
            <a:ext cx="1325880" cy="64008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8" name="Shape 9">
            <a:extLst>
              <a:ext uri="{FF2B5EF4-FFF2-40B4-BE49-F238E27FC236}">
                <a16:creationId xmlns:a16="http://schemas.microsoft.com/office/drawing/2014/main" id="{5E7179A0-B7F6-A3E6-F902-41B8A85EB8BD}"/>
              </a:ext>
            </a:extLst>
          </p:cNvPr>
          <p:cNvSpPr/>
          <p:nvPr/>
        </p:nvSpPr>
        <p:spPr>
          <a:xfrm>
            <a:off x="4941156" y="2554159"/>
            <a:ext cx="320040" cy="155448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30" name="Shape 10">
            <a:extLst>
              <a:ext uri="{FF2B5EF4-FFF2-40B4-BE49-F238E27FC236}">
                <a16:creationId xmlns:a16="http://schemas.microsoft.com/office/drawing/2014/main" id="{FAC59C90-1BE8-0DB8-C22E-389BAA9D0AA1}"/>
              </a:ext>
            </a:extLst>
          </p:cNvPr>
          <p:cNvSpPr/>
          <p:nvPr/>
        </p:nvSpPr>
        <p:spPr>
          <a:xfrm flipH="1">
            <a:off x="3295236" y="3194239"/>
            <a:ext cx="320040" cy="114300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32" name="Shape 11">
            <a:extLst>
              <a:ext uri="{FF2B5EF4-FFF2-40B4-BE49-F238E27FC236}">
                <a16:creationId xmlns:a16="http://schemas.microsoft.com/office/drawing/2014/main" id="{26B34A69-CD0D-13C5-7F98-EA8B81D3B850}"/>
              </a:ext>
            </a:extLst>
          </p:cNvPr>
          <p:cNvSpPr/>
          <p:nvPr/>
        </p:nvSpPr>
        <p:spPr>
          <a:xfrm flipV="1">
            <a:off x="3295236" y="4108639"/>
            <a:ext cx="1965960" cy="22860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34" name="Shape 12">
            <a:extLst>
              <a:ext uri="{FF2B5EF4-FFF2-40B4-BE49-F238E27FC236}">
                <a16:creationId xmlns:a16="http://schemas.microsoft.com/office/drawing/2014/main" id="{0A321FE2-61AB-2B6C-BDF0-195764C31A7B}"/>
              </a:ext>
            </a:extLst>
          </p:cNvPr>
          <p:cNvSpPr/>
          <p:nvPr/>
        </p:nvSpPr>
        <p:spPr>
          <a:xfrm flipH="1">
            <a:off x="1786476" y="2691319"/>
            <a:ext cx="685800" cy="160020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36" name="Shape 13">
            <a:extLst>
              <a:ext uri="{FF2B5EF4-FFF2-40B4-BE49-F238E27FC236}">
                <a16:creationId xmlns:a16="http://schemas.microsoft.com/office/drawing/2014/main" id="{0EA1B08B-BA75-DDD0-C0D2-9469D05F0886}"/>
              </a:ext>
            </a:extLst>
          </p:cNvPr>
          <p:cNvSpPr/>
          <p:nvPr/>
        </p:nvSpPr>
        <p:spPr>
          <a:xfrm>
            <a:off x="1786476" y="4291519"/>
            <a:ext cx="1508760" cy="4572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720" rIns="90000" bIns="720" anchor="t" anchorCtr="1">
            <a:noAutofit/>
          </a:bodyPr>
          <a:lstStyle/>
          <a:p>
            <a:endParaRPr lang="en-US" sz="1800" b="0" u="none" strike="noStrike">
              <a:solidFill>
                <a:srgbClr val="000000"/>
              </a:solidFill>
              <a:effectLst/>
              <a:uFillTx/>
              <a:latin typeface="Arial"/>
            </a:endParaRPr>
          </a:p>
        </p:txBody>
      </p:sp>
      <p:sp>
        <p:nvSpPr>
          <p:cNvPr id="38" name="Shape 14">
            <a:extLst>
              <a:ext uri="{FF2B5EF4-FFF2-40B4-BE49-F238E27FC236}">
                <a16:creationId xmlns:a16="http://schemas.microsoft.com/office/drawing/2014/main" id="{05C2C860-47D5-B533-4EAA-A1A32E4D277F}"/>
              </a:ext>
            </a:extLst>
          </p:cNvPr>
          <p:cNvSpPr/>
          <p:nvPr/>
        </p:nvSpPr>
        <p:spPr>
          <a:xfrm>
            <a:off x="2472276" y="2691319"/>
            <a:ext cx="822960" cy="1645920"/>
          </a:xfrm>
          <a:prstGeom prst="line">
            <a:avLst/>
          </a:prstGeom>
          <a:ln w="38100">
            <a:solidFill>
              <a:srgbClr val="7C8E9E"/>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0" name="Shape 15">
            <a:extLst>
              <a:ext uri="{FF2B5EF4-FFF2-40B4-BE49-F238E27FC236}">
                <a16:creationId xmlns:a16="http://schemas.microsoft.com/office/drawing/2014/main" id="{AFB1EC08-2787-899F-9A5F-65839ABCC526}"/>
              </a:ext>
            </a:extLst>
          </p:cNvPr>
          <p:cNvSpPr/>
          <p:nvPr/>
        </p:nvSpPr>
        <p:spPr>
          <a:xfrm>
            <a:off x="1073316" y="2983999"/>
            <a:ext cx="328680" cy="328680"/>
          </a:xfrm>
          <a:prstGeom prst="ellipse">
            <a:avLst/>
          </a:prstGeom>
          <a:solidFill>
            <a:srgbClr val="3E7BE6"/>
          </a:solidFill>
          <a:ln w="25400">
            <a:solidFill>
              <a:srgbClr val="3E7BE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3" name="Text 16">
            <a:extLst>
              <a:ext uri="{FF2B5EF4-FFF2-40B4-BE49-F238E27FC236}">
                <a16:creationId xmlns:a16="http://schemas.microsoft.com/office/drawing/2014/main" id="{B5115AD3-E7E0-9F01-3C48-00B4C83C2828}"/>
              </a:ext>
            </a:extLst>
          </p:cNvPr>
          <p:cNvSpPr/>
          <p:nvPr/>
        </p:nvSpPr>
        <p:spPr>
          <a:xfrm>
            <a:off x="1073316" y="308443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FFFFFF"/>
                </a:solidFill>
                <a:effectLst/>
                <a:uFillTx/>
                <a:latin typeface="Inter"/>
                <a:ea typeface="Inter"/>
              </a:rPr>
              <a:t>G</a:t>
            </a:r>
            <a:endParaRPr lang="en-US" sz="950" b="0" u="none" strike="noStrike">
              <a:solidFill>
                <a:srgbClr val="000000"/>
              </a:solidFill>
              <a:effectLst/>
              <a:uFillTx/>
              <a:latin typeface="Arial"/>
            </a:endParaRPr>
          </a:p>
        </p:txBody>
      </p:sp>
      <p:sp>
        <p:nvSpPr>
          <p:cNvPr id="45" name="Shape 17">
            <a:extLst>
              <a:ext uri="{FF2B5EF4-FFF2-40B4-BE49-F238E27FC236}">
                <a16:creationId xmlns:a16="http://schemas.microsoft.com/office/drawing/2014/main" id="{BE494E5C-FB15-70A3-7580-15E3B84D2EEA}"/>
              </a:ext>
            </a:extLst>
          </p:cNvPr>
          <p:cNvSpPr/>
          <p:nvPr/>
        </p:nvSpPr>
        <p:spPr>
          <a:xfrm>
            <a:off x="2307756" y="2526799"/>
            <a:ext cx="328680" cy="328680"/>
          </a:xfrm>
          <a:prstGeom prst="ellipse">
            <a:avLst/>
          </a:prstGeom>
          <a:solidFill>
            <a:srgbClr val="FFFFFF"/>
          </a:solidFill>
          <a:ln w="25400">
            <a:solidFill>
              <a:srgbClr val="8798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7" name="Text 18">
            <a:extLst>
              <a:ext uri="{FF2B5EF4-FFF2-40B4-BE49-F238E27FC236}">
                <a16:creationId xmlns:a16="http://schemas.microsoft.com/office/drawing/2014/main" id="{E1D6794A-FC9C-C197-F8A0-57BF9ADC987B}"/>
              </a:ext>
            </a:extLst>
          </p:cNvPr>
          <p:cNvSpPr/>
          <p:nvPr/>
        </p:nvSpPr>
        <p:spPr>
          <a:xfrm>
            <a:off x="2307756" y="262723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102235"/>
                </a:solidFill>
                <a:effectLst/>
                <a:uFillTx/>
                <a:latin typeface="Inter"/>
                <a:ea typeface="Inter"/>
              </a:rPr>
              <a:t>B1</a:t>
            </a:r>
            <a:endParaRPr lang="en-US" sz="950" b="0" u="none" strike="noStrike">
              <a:solidFill>
                <a:srgbClr val="000000"/>
              </a:solidFill>
              <a:effectLst/>
              <a:uFillTx/>
              <a:latin typeface="Arial"/>
            </a:endParaRPr>
          </a:p>
        </p:txBody>
      </p:sp>
      <p:sp>
        <p:nvSpPr>
          <p:cNvPr id="49" name="Shape 19">
            <a:extLst>
              <a:ext uri="{FF2B5EF4-FFF2-40B4-BE49-F238E27FC236}">
                <a16:creationId xmlns:a16="http://schemas.microsoft.com/office/drawing/2014/main" id="{0AC37AC3-D0D6-54A3-684A-29CF97256B64}"/>
              </a:ext>
            </a:extLst>
          </p:cNvPr>
          <p:cNvSpPr/>
          <p:nvPr/>
        </p:nvSpPr>
        <p:spPr>
          <a:xfrm>
            <a:off x="3450756" y="3029719"/>
            <a:ext cx="328680" cy="328680"/>
          </a:xfrm>
          <a:prstGeom prst="ellipse">
            <a:avLst/>
          </a:prstGeom>
          <a:solidFill>
            <a:srgbClr val="FFFFFF"/>
          </a:solidFill>
          <a:ln w="25400">
            <a:solidFill>
              <a:srgbClr val="8798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1" name="Text 20">
            <a:extLst>
              <a:ext uri="{FF2B5EF4-FFF2-40B4-BE49-F238E27FC236}">
                <a16:creationId xmlns:a16="http://schemas.microsoft.com/office/drawing/2014/main" id="{AE898913-FE20-4675-27F5-D8DBF1942B5F}"/>
              </a:ext>
            </a:extLst>
          </p:cNvPr>
          <p:cNvSpPr/>
          <p:nvPr/>
        </p:nvSpPr>
        <p:spPr>
          <a:xfrm>
            <a:off x="3450756" y="313015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102235"/>
                </a:solidFill>
                <a:effectLst/>
                <a:uFillTx/>
                <a:latin typeface="Inter"/>
                <a:ea typeface="Inter"/>
              </a:rPr>
              <a:t>B2</a:t>
            </a:r>
            <a:endParaRPr lang="en-US" sz="950" b="0" u="none" strike="noStrike">
              <a:solidFill>
                <a:srgbClr val="000000"/>
              </a:solidFill>
              <a:effectLst/>
              <a:uFillTx/>
              <a:latin typeface="Arial"/>
            </a:endParaRPr>
          </a:p>
        </p:txBody>
      </p:sp>
      <p:sp>
        <p:nvSpPr>
          <p:cNvPr id="53" name="Shape 21">
            <a:extLst>
              <a:ext uri="{FF2B5EF4-FFF2-40B4-BE49-F238E27FC236}">
                <a16:creationId xmlns:a16="http://schemas.microsoft.com/office/drawing/2014/main" id="{E40C9C7E-A8F2-9B09-C137-1837B1A3C014}"/>
              </a:ext>
            </a:extLst>
          </p:cNvPr>
          <p:cNvSpPr/>
          <p:nvPr/>
        </p:nvSpPr>
        <p:spPr>
          <a:xfrm>
            <a:off x="4776636" y="2389639"/>
            <a:ext cx="328680" cy="328680"/>
          </a:xfrm>
          <a:prstGeom prst="ellipse">
            <a:avLst/>
          </a:prstGeom>
          <a:solidFill>
            <a:srgbClr val="FFFFFF"/>
          </a:solidFill>
          <a:ln w="25400">
            <a:solidFill>
              <a:srgbClr val="8798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5" name="Text 22">
            <a:extLst>
              <a:ext uri="{FF2B5EF4-FFF2-40B4-BE49-F238E27FC236}">
                <a16:creationId xmlns:a16="http://schemas.microsoft.com/office/drawing/2014/main" id="{03200AEE-6410-AD82-8A35-B37485E3CCB1}"/>
              </a:ext>
            </a:extLst>
          </p:cNvPr>
          <p:cNvSpPr/>
          <p:nvPr/>
        </p:nvSpPr>
        <p:spPr>
          <a:xfrm>
            <a:off x="4776636" y="249007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102235"/>
                </a:solidFill>
                <a:effectLst/>
                <a:uFillTx/>
                <a:latin typeface="Inter"/>
                <a:ea typeface="Inter"/>
              </a:rPr>
              <a:t>B3</a:t>
            </a:r>
            <a:endParaRPr lang="en-US" sz="950" b="0" u="none" strike="noStrike">
              <a:solidFill>
                <a:srgbClr val="000000"/>
              </a:solidFill>
              <a:effectLst/>
              <a:uFillTx/>
              <a:latin typeface="Arial"/>
            </a:endParaRPr>
          </a:p>
        </p:txBody>
      </p:sp>
      <p:sp>
        <p:nvSpPr>
          <p:cNvPr id="57" name="Shape 23">
            <a:extLst>
              <a:ext uri="{FF2B5EF4-FFF2-40B4-BE49-F238E27FC236}">
                <a16:creationId xmlns:a16="http://schemas.microsoft.com/office/drawing/2014/main" id="{45EDD1FC-5E81-6EB8-F1D3-F05BE3D3ACCB}"/>
              </a:ext>
            </a:extLst>
          </p:cNvPr>
          <p:cNvSpPr/>
          <p:nvPr/>
        </p:nvSpPr>
        <p:spPr>
          <a:xfrm>
            <a:off x="5096676" y="3944119"/>
            <a:ext cx="328680" cy="328680"/>
          </a:xfrm>
          <a:prstGeom prst="ellipse">
            <a:avLst/>
          </a:prstGeom>
          <a:solidFill>
            <a:srgbClr val="43A66E"/>
          </a:solidFill>
          <a:ln w="25400">
            <a:solidFill>
              <a:srgbClr val="43A66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9" name="Text 24">
            <a:extLst>
              <a:ext uri="{FF2B5EF4-FFF2-40B4-BE49-F238E27FC236}">
                <a16:creationId xmlns:a16="http://schemas.microsoft.com/office/drawing/2014/main" id="{888EE084-48D7-BD0C-D918-E44E3516DC4A}"/>
              </a:ext>
            </a:extLst>
          </p:cNvPr>
          <p:cNvSpPr/>
          <p:nvPr/>
        </p:nvSpPr>
        <p:spPr>
          <a:xfrm>
            <a:off x="5096676" y="404455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FFFFFF"/>
                </a:solidFill>
                <a:effectLst/>
                <a:uFillTx/>
                <a:latin typeface="Inter"/>
                <a:ea typeface="Inter"/>
              </a:rPr>
              <a:t>L</a:t>
            </a:r>
            <a:endParaRPr lang="en-US" sz="950" b="0" u="none" strike="noStrike">
              <a:solidFill>
                <a:srgbClr val="000000"/>
              </a:solidFill>
              <a:effectLst/>
              <a:uFillTx/>
              <a:latin typeface="Arial"/>
            </a:endParaRPr>
          </a:p>
        </p:txBody>
      </p:sp>
      <p:sp>
        <p:nvSpPr>
          <p:cNvPr id="61" name="Shape 25">
            <a:extLst>
              <a:ext uri="{FF2B5EF4-FFF2-40B4-BE49-F238E27FC236}">
                <a16:creationId xmlns:a16="http://schemas.microsoft.com/office/drawing/2014/main" id="{F9C23A81-C302-8F96-DC55-058A066A306B}"/>
              </a:ext>
            </a:extLst>
          </p:cNvPr>
          <p:cNvSpPr/>
          <p:nvPr/>
        </p:nvSpPr>
        <p:spPr>
          <a:xfrm>
            <a:off x="3130716" y="4172719"/>
            <a:ext cx="328680" cy="328680"/>
          </a:xfrm>
          <a:prstGeom prst="ellipse">
            <a:avLst/>
          </a:prstGeom>
          <a:solidFill>
            <a:srgbClr val="FFFFFF"/>
          </a:solidFill>
          <a:ln w="25400">
            <a:solidFill>
              <a:srgbClr val="8798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26">
            <a:extLst>
              <a:ext uri="{FF2B5EF4-FFF2-40B4-BE49-F238E27FC236}">
                <a16:creationId xmlns:a16="http://schemas.microsoft.com/office/drawing/2014/main" id="{AD69D215-7888-D0F5-3A1A-AE2E22425ED4}"/>
              </a:ext>
            </a:extLst>
          </p:cNvPr>
          <p:cNvSpPr/>
          <p:nvPr/>
        </p:nvSpPr>
        <p:spPr>
          <a:xfrm>
            <a:off x="3130716" y="427315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102235"/>
                </a:solidFill>
                <a:effectLst/>
                <a:uFillTx/>
                <a:latin typeface="Inter"/>
                <a:ea typeface="Inter"/>
              </a:rPr>
              <a:t>B5</a:t>
            </a:r>
            <a:endParaRPr lang="en-US" sz="950" b="0" u="none" strike="noStrike">
              <a:solidFill>
                <a:srgbClr val="000000"/>
              </a:solidFill>
              <a:effectLst/>
              <a:uFillTx/>
              <a:latin typeface="Arial"/>
            </a:endParaRPr>
          </a:p>
        </p:txBody>
      </p:sp>
      <p:sp>
        <p:nvSpPr>
          <p:cNvPr id="65" name="Shape 27">
            <a:extLst>
              <a:ext uri="{FF2B5EF4-FFF2-40B4-BE49-F238E27FC236}">
                <a16:creationId xmlns:a16="http://schemas.microsoft.com/office/drawing/2014/main" id="{7371B2E6-9A9D-6547-BC5F-7B925F6E6F0B}"/>
              </a:ext>
            </a:extLst>
          </p:cNvPr>
          <p:cNvSpPr/>
          <p:nvPr/>
        </p:nvSpPr>
        <p:spPr>
          <a:xfrm>
            <a:off x="1621956" y="4126999"/>
            <a:ext cx="328680" cy="328680"/>
          </a:xfrm>
          <a:prstGeom prst="ellipse">
            <a:avLst/>
          </a:prstGeom>
          <a:solidFill>
            <a:srgbClr val="43A66E"/>
          </a:solidFill>
          <a:ln w="25400">
            <a:solidFill>
              <a:srgbClr val="43A66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 name="Text 28">
            <a:extLst>
              <a:ext uri="{FF2B5EF4-FFF2-40B4-BE49-F238E27FC236}">
                <a16:creationId xmlns:a16="http://schemas.microsoft.com/office/drawing/2014/main" id="{152091F2-21D9-E719-88DD-0DA4F6760B88}"/>
              </a:ext>
            </a:extLst>
          </p:cNvPr>
          <p:cNvSpPr/>
          <p:nvPr/>
        </p:nvSpPr>
        <p:spPr>
          <a:xfrm>
            <a:off x="1621956" y="4227439"/>
            <a:ext cx="32868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50" b="1" u="none" strike="noStrike">
                <a:solidFill>
                  <a:srgbClr val="FFFFFF"/>
                </a:solidFill>
                <a:effectLst/>
                <a:uFillTx/>
                <a:latin typeface="Inter"/>
                <a:ea typeface="Inter"/>
              </a:rPr>
              <a:t>L</a:t>
            </a:r>
            <a:endParaRPr lang="en-US" sz="950" b="0" u="none" strike="noStrike">
              <a:solidFill>
                <a:srgbClr val="000000"/>
              </a:solidFill>
              <a:effectLst/>
              <a:uFillTx/>
              <a:latin typeface="Arial"/>
            </a:endParaRPr>
          </a:p>
        </p:txBody>
      </p:sp>
      <p:sp>
        <p:nvSpPr>
          <p:cNvPr id="69" name="Text 29">
            <a:extLst>
              <a:ext uri="{FF2B5EF4-FFF2-40B4-BE49-F238E27FC236}">
                <a16:creationId xmlns:a16="http://schemas.microsoft.com/office/drawing/2014/main" id="{16729A2C-32F0-D281-C0EA-7DADB969A237}"/>
              </a:ext>
            </a:extLst>
          </p:cNvPr>
          <p:cNvSpPr/>
          <p:nvPr/>
        </p:nvSpPr>
        <p:spPr>
          <a:xfrm>
            <a:off x="844716" y="5251639"/>
            <a:ext cx="10969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00" b="0" u="none" strike="noStrike">
                <a:solidFill>
                  <a:srgbClr val="607487"/>
                </a:solidFill>
                <a:effectLst/>
                <a:uFillTx/>
                <a:latin typeface="Inter"/>
                <a:ea typeface="Inter"/>
              </a:rPr>
              <a:t>node / bus</a:t>
            </a:r>
            <a:endParaRPr lang="en-US" sz="1000" b="0" u="none" strike="noStrike">
              <a:solidFill>
                <a:srgbClr val="000000"/>
              </a:solidFill>
              <a:effectLst/>
              <a:uFillTx/>
              <a:latin typeface="Arial"/>
            </a:endParaRPr>
          </a:p>
        </p:txBody>
      </p:sp>
      <p:sp>
        <p:nvSpPr>
          <p:cNvPr id="71" name="Shape 30">
            <a:extLst>
              <a:ext uri="{FF2B5EF4-FFF2-40B4-BE49-F238E27FC236}">
                <a16:creationId xmlns:a16="http://schemas.microsoft.com/office/drawing/2014/main" id="{F348CB1C-7DEB-BC4A-47C2-458329BE8471}"/>
              </a:ext>
            </a:extLst>
          </p:cNvPr>
          <p:cNvSpPr/>
          <p:nvPr/>
        </p:nvSpPr>
        <p:spPr>
          <a:xfrm>
            <a:off x="1941996" y="5315719"/>
            <a:ext cx="109440" cy="109440"/>
          </a:xfrm>
          <a:prstGeom prst="ellipse">
            <a:avLst/>
          </a:prstGeom>
          <a:solidFill>
            <a:srgbClr val="FFFFFF"/>
          </a:solidFill>
          <a:ln w="12700">
            <a:solidFill>
              <a:srgbClr val="8798A8"/>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000000"/>
              </a:solidFill>
              <a:effectLst/>
              <a:uFillTx/>
              <a:latin typeface="Arial"/>
            </a:endParaRPr>
          </a:p>
        </p:txBody>
      </p:sp>
      <p:sp>
        <p:nvSpPr>
          <p:cNvPr id="73" name="Text 31">
            <a:extLst>
              <a:ext uri="{FF2B5EF4-FFF2-40B4-BE49-F238E27FC236}">
                <a16:creationId xmlns:a16="http://schemas.microsoft.com/office/drawing/2014/main" id="{32636105-714C-0AB2-BBCD-C984DE7FC08C}"/>
              </a:ext>
            </a:extLst>
          </p:cNvPr>
          <p:cNvSpPr/>
          <p:nvPr/>
        </p:nvSpPr>
        <p:spPr>
          <a:xfrm>
            <a:off x="2307756" y="5251639"/>
            <a:ext cx="10512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00" b="0" u="none" strike="noStrike">
                <a:solidFill>
                  <a:srgbClr val="607487"/>
                </a:solidFill>
                <a:effectLst/>
                <a:uFillTx/>
                <a:latin typeface="Inter"/>
                <a:ea typeface="Inter"/>
              </a:rPr>
              <a:t>generator</a:t>
            </a:r>
            <a:endParaRPr lang="en-US" sz="1000" b="0" u="none" strike="noStrike">
              <a:solidFill>
                <a:srgbClr val="000000"/>
              </a:solidFill>
              <a:effectLst/>
              <a:uFillTx/>
              <a:latin typeface="Arial"/>
            </a:endParaRPr>
          </a:p>
        </p:txBody>
      </p:sp>
      <p:sp>
        <p:nvSpPr>
          <p:cNvPr id="75" name="Shape 32">
            <a:extLst>
              <a:ext uri="{FF2B5EF4-FFF2-40B4-BE49-F238E27FC236}">
                <a16:creationId xmlns:a16="http://schemas.microsoft.com/office/drawing/2014/main" id="{1B4E2BA8-DF2E-5A6C-78F4-B77244FA8171}"/>
              </a:ext>
            </a:extLst>
          </p:cNvPr>
          <p:cNvSpPr/>
          <p:nvPr/>
        </p:nvSpPr>
        <p:spPr>
          <a:xfrm>
            <a:off x="3405036" y="5315719"/>
            <a:ext cx="109440" cy="109440"/>
          </a:xfrm>
          <a:prstGeom prst="ellipse">
            <a:avLst/>
          </a:prstGeom>
          <a:solidFill>
            <a:srgbClr val="3E7BE6"/>
          </a:solidFill>
          <a:ln w="12700">
            <a:solidFill>
              <a:srgbClr val="3E7BE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FFFFFF"/>
              </a:solidFill>
              <a:effectLst/>
              <a:uFillTx/>
              <a:latin typeface="Arial"/>
            </a:endParaRPr>
          </a:p>
        </p:txBody>
      </p:sp>
      <p:sp>
        <p:nvSpPr>
          <p:cNvPr id="77" name="Text 33">
            <a:extLst>
              <a:ext uri="{FF2B5EF4-FFF2-40B4-BE49-F238E27FC236}">
                <a16:creationId xmlns:a16="http://schemas.microsoft.com/office/drawing/2014/main" id="{C96744F7-03F5-F26F-15B7-46E4392AEFC0}"/>
              </a:ext>
            </a:extLst>
          </p:cNvPr>
          <p:cNvSpPr/>
          <p:nvPr/>
        </p:nvSpPr>
        <p:spPr>
          <a:xfrm>
            <a:off x="3770796" y="5251639"/>
            <a:ext cx="6397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00" b="0" u="none" strike="noStrike">
                <a:solidFill>
                  <a:srgbClr val="607487"/>
                </a:solidFill>
                <a:effectLst/>
                <a:uFillTx/>
                <a:latin typeface="Inter"/>
                <a:ea typeface="Inter"/>
              </a:rPr>
              <a:t>load</a:t>
            </a:r>
            <a:endParaRPr lang="en-US" sz="1000" b="0" u="none" strike="noStrike">
              <a:solidFill>
                <a:srgbClr val="000000"/>
              </a:solidFill>
              <a:effectLst/>
              <a:uFillTx/>
              <a:latin typeface="Arial"/>
            </a:endParaRPr>
          </a:p>
        </p:txBody>
      </p:sp>
      <p:sp>
        <p:nvSpPr>
          <p:cNvPr id="79" name="Shape 34">
            <a:extLst>
              <a:ext uri="{FF2B5EF4-FFF2-40B4-BE49-F238E27FC236}">
                <a16:creationId xmlns:a16="http://schemas.microsoft.com/office/drawing/2014/main" id="{6F760A30-ADB7-CF37-F7EA-4E72F04CCFFB}"/>
              </a:ext>
            </a:extLst>
          </p:cNvPr>
          <p:cNvSpPr/>
          <p:nvPr/>
        </p:nvSpPr>
        <p:spPr>
          <a:xfrm>
            <a:off x="4410876" y="5315719"/>
            <a:ext cx="109440" cy="109440"/>
          </a:xfrm>
          <a:prstGeom prst="ellipse">
            <a:avLst/>
          </a:prstGeom>
          <a:solidFill>
            <a:srgbClr val="43A66E"/>
          </a:solidFill>
          <a:ln w="12700">
            <a:solidFill>
              <a:srgbClr val="43A66E"/>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FFFFFF"/>
              </a:solidFill>
              <a:effectLst/>
              <a:uFillTx/>
              <a:latin typeface="Arial"/>
            </a:endParaRPr>
          </a:p>
        </p:txBody>
      </p:sp>
      <p:sp>
        <p:nvSpPr>
          <p:cNvPr id="84" name="Text 36">
            <a:extLst>
              <a:ext uri="{FF2B5EF4-FFF2-40B4-BE49-F238E27FC236}">
                <a16:creationId xmlns:a16="http://schemas.microsoft.com/office/drawing/2014/main" id="{0FFF6590-199B-39FF-C2E7-3413B8BF9221}"/>
              </a:ext>
            </a:extLst>
          </p:cNvPr>
          <p:cNvSpPr/>
          <p:nvPr/>
        </p:nvSpPr>
        <p:spPr>
          <a:xfrm>
            <a:off x="7771155" y="229801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θᵢ</a:t>
            </a:r>
            <a:endParaRPr lang="en-US" sz="2000" b="0" u="none" strike="noStrike">
              <a:solidFill>
                <a:srgbClr val="000000"/>
              </a:solidFill>
              <a:effectLst/>
              <a:uFillTx/>
              <a:latin typeface="Arial"/>
            </a:endParaRPr>
          </a:p>
        </p:txBody>
      </p:sp>
      <p:sp>
        <p:nvSpPr>
          <p:cNvPr id="86" name="Text 37">
            <a:extLst>
              <a:ext uri="{FF2B5EF4-FFF2-40B4-BE49-F238E27FC236}">
                <a16:creationId xmlns:a16="http://schemas.microsoft.com/office/drawing/2014/main" id="{D60642A3-2234-3368-6CF2-B068503B66DE}"/>
              </a:ext>
            </a:extLst>
          </p:cNvPr>
          <p:cNvSpPr/>
          <p:nvPr/>
        </p:nvSpPr>
        <p:spPr>
          <a:xfrm>
            <a:off x="8685555" y="229801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dirty="0">
                <a:solidFill>
                  <a:srgbClr val="607487"/>
                </a:solidFill>
                <a:effectLst/>
                <a:uFillTx/>
                <a:latin typeface="Inter"/>
                <a:ea typeface="Inter"/>
              </a:rPr>
              <a:t>voltage phase ang</a:t>
            </a:r>
            <a:r>
              <a:rPr lang="en-US" sz="2000" dirty="0">
                <a:solidFill>
                  <a:srgbClr val="607487"/>
                </a:solidFill>
                <a:latin typeface="Inter"/>
                <a:ea typeface="Inter"/>
              </a:rPr>
              <a:t>l</a:t>
            </a:r>
            <a:r>
              <a:rPr lang="en-US" sz="2000" b="0" u="none" strike="noStrike" dirty="0">
                <a:solidFill>
                  <a:srgbClr val="607487"/>
                </a:solidFill>
                <a:effectLst/>
                <a:uFillTx/>
                <a:latin typeface="Inter"/>
                <a:ea typeface="Inter"/>
              </a:rPr>
              <a:t>e</a:t>
            </a:r>
            <a:endParaRPr lang="en-US" sz="2000" b="0" u="none" strike="noStrike" dirty="0">
              <a:solidFill>
                <a:srgbClr val="000000"/>
              </a:solidFill>
              <a:effectLst/>
              <a:uFillTx/>
              <a:latin typeface="Arial"/>
            </a:endParaRPr>
          </a:p>
        </p:txBody>
      </p:sp>
      <p:sp>
        <p:nvSpPr>
          <p:cNvPr id="88" name="Text 38">
            <a:extLst>
              <a:ext uri="{FF2B5EF4-FFF2-40B4-BE49-F238E27FC236}">
                <a16:creationId xmlns:a16="http://schemas.microsoft.com/office/drawing/2014/main" id="{FF27A1BD-1419-25A3-2BF4-8C835C54A63D}"/>
              </a:ext>
            </a:extLst>
          </p:cNvPr>
          <p:cNvSpPr/>
          <p:nvPr/>
        </p:nvSpPr>
        <p:spPr>
          <a:xfrm>
            <a:off x="7771155" y="273685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pᵢᵍ</a:t>
            </a:r>
            <a:endParaRPr lang="en-US" sz="2000" b="0" u="none" strike="noStrike">
              <a:solidFill>
                <a:srgbClr val="000000"/>
              </a:solidFill>
              <a:effectLst/>
              <a:uFillTx/>
              <a:latin typeface="Arial"/>
            </a:endParaRPr>
          </a:p>
        </p:txBody>
      </p:sp>
      <p:sp>
        <p:nvSpPr>
          <p:cNvPr id="90" name="Text 39">
            <a:extLst>
              <a:ext uri="{FF2B5EF4-FFF2-40B4-BE49-F238E27FC236}">
                <a16:creationId xmlns:a16="http://schemas.microsoft.com/office/drawing/2014/main" id="{7A07DF8E-2C88-4548-850B-3753CACF4C3C}"/>
              </a:ext>
            </a:extLst>
          </p:cNvPr>
          <p:cNvSpPr/>
          <p:nvPr/>
        </p:nvSpPr>
        <p:spPr>
          <a:xfrm>
            <a:off x="8685555" y="273685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a:solidFill>
                  <a:srgbClr val="607487"/>
                </a:solidFill>
                <a:effectLst/>
                <a:uFillTx/>
                <a:latin typeface="Inter"/>
                <a:ea typeface="Inter"/>
              </a:rPr>
              <a:t>generator output</a:t>
            </a:r>
            <a:endParaRPr lang="en-US" sz="2000" b="0" u="none" strike="noStrike">
              <a:solidFill>
                <a:srgbClr val="000000"/>
              </a:solidFill>
              <a:effectLst/>
              <a:uFillTx/>
              <a:latin typeface="Arial"/>
            </a:endParaRPr>
          </a:p>
        </p:txBody>
      </p:sp>
      <p:sp>
        <p:nvSpPr>
          <p:cNvPr id="92" name="Text 40">
            <a:extLst>
              <a:ext uri="{FF2B5EF4-FFF2-40B4-BE49-F238E27FC236}">
                <a16:creationId xmlns:a16="http://schemas.microsoft.com/office/drawing/2014/main" id="{9CA1F7B3-042B-7946-9C18-F2B703282E67}"/>
              </a:ext>
            </a:extLst>
          </p:cNvPr>
          <p:cNvSpPr/>
          <p:nvPr/>
        </p:nvSpPr>
        <p:spPr>
          <a:xfrm>
            <a:off x="7771155" y="317569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pᵢᵈ</a:t>
            </a:r>
            <a:endParaRPr lang="en-US" sz="2000" b="0" u="none" strike="noStrike">
              <a:solidFill>
                <a:srgbClr val="000000"/>
              </a:solidFill>
              <a:effectLst/>
              <a:uFillTx/>
              <a:latin typeface="Arial"/>
            </a:endParaRPr>
          </a:p>
        </p:txBody>
      </p:sp>
      <p:sp>
        <p:nvSpPr>
          <p:cNvPr id="94" name="Text 41">
            <a:extLst>
              <a:ext uri="{FF2B5EF4-FFF2-40B4-BE49-F238E27FC236}">
                <a16:creationId xmlns:a16="http://schemas.microsoft.com/office/drawing/2014/main" id="{118E8EE4-D6B6-9CB4-0883-CDC5D6A59F5B}"/>
              </a:ext>
            </a:extLst>
          </p:cNvPr>
          <p:cNvSpPr/>
          <p:nvPr/>
        </p:nvSpPr>
        <p:spPr>
          <a:xfrm>
            <a:off x="8685555" y="317569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a:solidFill>
                  <a:srgbClr val="607487"/>
                </a:solidFill>
                <a:effectLst/>
                <a:uFillTx/>
                <a:latin typeface="Inter"/>
                <a:ea typeface="Inter"/>
              </a:rPr>
              <a:t>load demand</a:t>
            </a:r>
            <a:endParaRPr lang="en-US" sz="2000" b="0" u="none" strike="noStrike">
              <a:solidFill>
                <a:srgbClr val="000000"/>
              </a:solidFill>
              <a:effectLst/>
              <a:uFillTx/>
              <a:latin typeface="Arial"/>
            </a:endParaRPr>
          </a:p>
        </p:txBody>
      </p:sp>
      <p:sp>
        <p:nvSpPr>
          <p:cNvPr id="96" name="Text 42">
            <a:extLst>
              <a:ext uri="{FF2B5EF4-FFF2-40B4-BE49-F238E27FC236}">
                <a16:creationId xmlns:a16="http://schemas.microsoft.com/office/drawing/2014/main" id="{18D423F9-0A8D-6D47-C3B5-73837E4C9CD3}"/>
              </a:ext>
            </a:extLst>
          </p:cNvPr>
          <p:cNvSpPr/>
          <p:nvPr/>
        </p:nvSpPr>
        <p:spPr>
          <a:xfrm>
            <a:off x="7771155" y="361453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pᵢˢ</a:t>
            </a:r>
            <a:endParaRPr lang="en-US" sz="2000" b="0" u="none" strike="noStrike">
              <a:solidFill>
                <a:srgbClr val="000000"/>
              </a:solidFill>
              <a:effectLst/>
              <a:uFillTx/>
              <a:latin typeface="Arial"/>
            </a:endParaRPr>
          </a:p>
        </p:txBody>
      </p:sp>
      <p:sp>
        <p:nvSpPr>
          <p:cNvPr id="98" name="Text 43">
            <a:extLst>
              <a:ext uri="{FF2B5EF4-FFF2-40B4-BE49-F238E27FC236}">
                <a16:creationId xmlns:a16="http://schemas.microsoft.com/office/drawing/2014/main" id="{8DF34419-F60F-AA4E-371B-FD59456D2364}"/>
              </a:ext>
            </a:extLst>
          </p:cNvPr>
          <p:cNvSpPr/>
          <p:nvPr/>
        </p:nvSpPr>
        <p:spPr>
          <a:xfrm>
            <a:off x="8685555" y="361453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a:solidFill>
                  <a:srgbClr val="607487"/>
                </a:solidFill>
                <a:effectLst/>
                <a:uFillTx/>
                <a:latin typeface="Inter"/>
                <a:ea typeface="Inter"/>
              </a:rPr>
              <a:t>load shed</a:t>
            </a:r>
            <a:endParaRPr lang="en-US" sz="2000" b="0" u="none" strike="noStrike">
              <a:solidFill>
                <a:srgbClr val="000000"/>
              </a:solidFill>
              <a:effectLst/>
              <a:uFillTx/>
              <a:latin typeface="Arial"/>
            </a:endParaRPr>
          </a:p>
        </p:txBody>
      </p:sp>
      <p:sp>
        <p:nvSpPr>
          <p:cNvPr id="100" name="Text 44">
            <a:extLst>
              <a:ext uri="{FF2B5EF4-FFF2-40B4-BE49-F238E27FC236}">
                <a16:creationId xmlns:a16="http://schemas.microsoft.com/office/drawing/2014/main" id="{7CA4A976-E89D-2DC1-9893-7E9C526D07D4}"/>
              </a:ext>
            </a:extLst>
          </p:cNvPr>
          <p:cNvSpPr/>
          <p:nvPr/>
        </p:nvSpPr>
        <p:spPr>
          <a:xfrm>
            <a:off x="7771155" y="405373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pᵢⱼ</a:t>
            </a:r>
            <a:endParaRPr lang="en-US" sz="2000" b="0" u="none" strike="noStrike">
              <a:solidFill>
                <a:srgbClr val="000000"/>
              </a:solidFill>
              <a:effectLst/>
              <a:uFillTx/>
              <a:latin typeface="Arial"/>
            </a:endParaRPr>
          </a:p>
        </p:txBody>
      </p:sp>
      <p:sp>
        <p:nvSpPr>
          <p:cNvPr id="102" name="Text 45">
            <a:extLst>
              <a:ext uri="{FF2B5EF4-FFF2-40B4-BE49-F238E27FC236}">
                <a16:creationId xmlns:a16="http://schemas.microsoft.com/office/drawing/2014/main" id="{0FFE918B-D48A-8E70-6CE6-3C2D8BE0CA62}"/>
              </a:ext>
            </a:extLst>
          </p:cNvPr>
          <p:cNvSpPr/>
          <p:nvPr/>
        </p:nvSpPr>
        <p:spPr>
          <a:xfrm>
            <a:off x="8685555" y="405373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a:solidFill>
                  <a:srgbClr val="607487"/>
                </a:solidFill>
                <a:effectLst/>
                <a:uFillTx/>
                <a:latin typeface="Inter"/>
                <a:ea typeface="Inter"/>
              </a:rPr>
              <a:t>actual line power flow</a:t>
            </a:r>
            <a:endParaRPr lang="en-US" sz="2000" b="0" u="none" strike="noStrike">
              <a:solidFill>
                <a:srgbClr val="000000"/>
              </a:solidFill>
              <a:effectLst/>
              <a:uFillTx/>
              <a:latin typeface="Arial"/>
            </a:endParaRPr>
          </a:p>
        </p:txBody>
      </p:sp>
      <p:sp>
        <p:nvSpPr>
          <p:cNvPr id="104" name="Text 46">
            <a:extLst>
              <a:ext uri="{FF2B5EF4-FFF2-40B4-BE49-F238E27FC236}">
                <a16:creationId xmlns:a16="http://schemas.microsoft.com/office/drawing/2014/main" id="{D87A72EA-9D0E-A411-5FA9-DE2876F45C40}"/>
              </a:ext>
            </a:extLst>
          </p:cNvPr>
          <p:cNvSpPr/>
          <p:nvPr/>
        </p:nvSpPr>
        <p:spPr>
          <a:xfrm>
            <a:off x="7771155" y="449257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bᵢⱼ</a:t>
            </a:r>
            <a:endParaRPr lang="en-US" sz="2000" b="0" u="none" strike="noStrike">
              <a:solidFill>
                <a:srgbClr val="000000"/>
              </a:solidFill>
              <a:effectLst/>
              <a:uFillTx/>
              <a:latin typeface="Arial"/>
            </a:endParaRPr>
          </a:p>
        </p:txBody>
      </p:sp>
      <p:sp>
        <p:nvSpPr>
          <p:cNvPr id="106" name="Text 47">
            <a:extLst>
              <a:ext uri="{FF2B5EF4-FFF2-40B4-BE49-F238E27FC236}">
                <a16:creationId xmlns:a16="http://schemas.microsoft.com/office/drawing/2014/main" id="{DE14596A-6D29-C98A-3C3E-79918B3351BD}"/>
              </a:ext>
            </a:extLst>
          </p:cNvPr>
          <p:cNvSpPr/>
          <p:nvPr/>
        </p:nvSpPr>
        <p:spPr>
          <a:xfrm>
            <a:off x="8685555" y="449257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dirty="0">
                <a:solidFill>
                  <a:srgbClr val="607487"/>
                </a:solidFill>
                <a:effectLst/>
                <a:uFillTx/>
                <a:latin typeface="Inter"/>
                <a:ea typeface="Inter"/>
              </a:rPr>
              <a:t>inverse reactance / susceptance</a:t>
            </a:r>
            <a:endParaRPr lang="en-US" sz="2000" b="0" u="none" strike="noStrike" dirty="0">
              <a:solidFill>
                <a:srgbClr val="000000"/>
              </a:solidFill>
              <a:effectLst/>
              <a:uFillTx/>
              <a:latin typeface="Arial"/>
            </a:endParaRPr>
          </a:p>
        </p:txBody>
      </p:sp>
      <p:sp>
        <p:nvSpPr>
          <p:cNvPr id="108" name="Text 48">
            <a:extLst>
              <a:ext uri="{FF2B5EF4-FFF2-40B4-BE49-F238E27FC236}">
                <a16:creationId xmlns:a16="http://schemas.microsoft.com/office/drawing/2014/main" id="{81166082-60FC-98DB-A515-527D77B938D3}"/>
              </a:ext>
            </a:extLst>
          </p:cNvPr>
          <p:cNvSpPr/>
          <p:nvPr/>
        </p:nvSpPr>
        <p:spPr>
          <a:xfrm>
            <a:off x="7771155" y="493141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dirty="0">
                <a:solidFill>
                  <a:srgbClr val="F28C35"/>
                </a:solidFill>
                <a:effectLst/>
                <a:uFillTx/>
                <a:latin typeface="Inter"/>
                <a:ea typeface="Inter"/>
              </a:rPr>
              <a:t>tᵢⱼ</a:t>
            </a:r>
            <a:endParaRPr lang="en-US" sz="2000" b="0" u="none" strike="noStrike" dirty="0">
              <a:solidFill>
                <a:srgbClr val="000000"/>
              </a:solidFill>
              <a:effectLst/>
              <a:uFillTx/>
              <a:latin typeface="Arial"/>
            </a:endParaRPr>
          </a:p>
        </p:txBody>
      </p:sp>
      <p:sp>
        <p:nvSpPr>
          <p:cNvPr id="110" name="Text 49">
            <a:extLst>
              <a:ext uri="{FF2B5EF4-FFF2-40B4-BE49-F238E27FC236}">
                <a16:creationId xmlns:a16="http://schemas.microsoft.com/office/drawing/2014/main" id="{C0DCA557-8C79-B8FC-A756-AD60F87E4143}"/>
              </a:ext>
            </a:extLst>
          </p:cNvPr>
          <p:cNvSpPr/>
          <p:nvPr/>
        </p:nvSpPr>
        <p:spPr>
          <a:xfrm>
            <a:off x="8685555" y="493141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dirty="0">
                <a:solidFill>
                  <a:srgbClr val="607487"/>
                </a:solidFill>
                <a:effectLst/>
                <a:uFillTx/>
                <a:latin typeface="Inter"/>
                <a:ea typeface="Inter"/>
              </a:rPr>
              <a:t>thermal rating / capacity</a:t>
            </a:r>
            <a:endParaRPr lang="en-US" sz="2000" b="0" u="none" strike="noStrike" dirty="0">
              <a:solidFill>
                <a:srgbClr val="000000"/>
              </a:solidFill>
              <a:effectLst/>
              <a:uFillTx/>
              <a:latin typeface="Arial"/>
            </a:endParaRPr>
          </a:p>
        </p:txBody>
      </p:sp>
      <p:sp>
        <p:nvSpPr>
          <p:cNvPr id="112" name="Text 50">
            <a:extLst>
              <a:ext uri="{FF2B5EF4-FFF2-40B4-BE49-F238E27FC236}">
                <a16:creationId xmlns:a16="http://schemas.microsoft.com/office/drawing/2014/main" id="{8837469B-96DC-CBE4-48D5-C2BA556B416E}"/>
              </a:ext>
            </a:extLst>
          </p:cNvPr>
          <p:cNvSpPr/>
          <p:nvPr/>
        </p:nvSpPr>
        <p:spPr>
          <a:xfrm>
            <a:off x="7771155" y="5370259"/>
            <a:ext cx="8226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71522"/>
                </a:solidFill>
                <a:effectLst/>
                <a:uFillTx/>
                <a:latin typeface="Inter"/>
                <a:ea typeface="Inter"/>
              </a:rPr>
              <a:t>δᵢ</a:t>
            </a:r>
            <a:endParaRPr lang="en-US" sz="2000" b="0" u="none" strike="noStrike">
              <a:solidFill>
                <a:srgbClr val="000000"/>
              </a:solidFill>
              <a:effectLst/>
              <a:uFillTx/>
              <a:latin typeface="Arial"/>
            </a:endParaRPr>
          </a:p>
        </p:txBody>
      </p:sp>
      <p:sp>
        <p:nvSpPr>
          <p:cNvPr id="114" name="Text 51">
            <a:extLst>
              <a:ext uri="{FF2B5EF4-FFF2-40B4-BE49-F238E27FC236}">
                <a16:creationId xmlns:a16="http://schemas.microsoft.com/office/drawing/2014/main" id="{83F4288D-2676-72C1-16FD-4BFA496224C7}"/>
              </a:ext>
            </a:extLst>
          </p:cNvPr>
          <p:cNvSpPr/>
          <p:nvPr/>
        </p:nvSpPr>
        <p:spPr>
          <a:xfrm>
            <a:off x="8685555" y="5370259"/>
            <a:ext cx="32457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u="none" strike="noStrike" dirty="0">
                <a:solidFill>
                  <a:srgbClr val="607487"/>
                </a:solidFill>
                <a:effectLst/>
                <a:uFillTx/>
                <a:latin typeface="Inter"/>
                <a:ea typeface="Inter"/>
              </a:rPr>
              <a:t>generator ramp bound</a:t>
            </a:r>
            <a:endParaRPr lang="en-US" sz="2000" b="0" u="none" strike="noStrike" dirty="0">
              <a:solidFill>
                <a:srgbClr val="000000"/>
              </a:solidFill>
              <a:effectLst/>
              <a:uFillTx/>
              <a:latin typeface="Arial"/>
            </a:endParaRPr>
          </a:p>
        </p:txBody>
      </p:sp>
    </p:spTree>
    <p:extLst>
      <p:ext uri="{BB962C8B-B14F-4D97-AF65-F5344CB8AC3E}">
        <p14:creationId xmlns:p14="http://schemas.microsoft.com/office/powerpoint/2010/main" val="3110716839"/>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decel="100000" fill="hold" grpId="0" nodeType="click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8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800" fill="hold"/>
                                        <p:tgtEl>
                                          <p:spTgt spid="18">
                                            <p:txEl>
                                              <p:pRg st="0" end="0"/>
                                            </p:txEl>
                                          </p:spTgt>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63" presetClass="path" presetSubtype="0" accel="50000" decel="50000" fill="hold" grpId="1" nodeType="withEffect">
                                  <p:stCondLst>
                                    <p:cond delay="0"/>
                                  </p:stCondLst>
                                  <p:childTnLst>
                                    <p:animMotion origin="layout" path="M -0.13932 -4.44444E-6 L -2.5E-6 -4.44444E-6 " pathEditMode="relative" rAng="0" ptsTypes="AA">
                                      <p:cBhvr>
                                        <p:cTn id="12" dur="500" fill="hold"/>
                                        <p:tgtEl>
                                          <p:spTgt spid="15"/>
                                        </p:tgtEl>
                                        <p:attrNameLst>
                                          <p:attrName>ppt_x</p:attrName>
                                          <p:attrName>ppt_y</p:attrName>
                                        </p:attrNameLst>
                                      </p:cBhvr>
                                      <p:rCtr x="696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p"/>
      <p:bldP spid="15" grpId="0" animBg="1"/>
      <p:bldP spid="15"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4855F-7CBB-0C6F-DF1C-CC0B24BF6EA5}"/>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3F193A0D-0E58-0949-FDB8-2C5AE171DAD5}"/>
              </a:ext>
            </a:extLst>
          </p:cNvPr>
          <p:cNvSpPr>
            <a:spLocks noGrp="1"/>
          </p:cNvSpPr>
          <p:nvPr>
            <p:ph type="title"/>
          </p:nvPr>
        </p:nvSpPr>
        <p:spPr/>
        <p:txBody>
          <a:bodyPr/>
          <a:lstStyle/>
          <a:p>
            <a:r>
              <a:rPr lang="en-US" dirty="0"/>
              <a:t>CONTEXT</a:t>
            </a:r>
          </a:p>
        </p:txBody>
      </p:sp>
      <p:sp>
        <p:nvSpPr>
          <p:cNvPr id="6" name="Text Placeholder 5">
            <a:extLst>
              <a:ext uri="{FF2B5EF4-FFF2-40B4-BE49-F238E27FC236}">
                <a16:creationId xmlns:a16="http://schemas.microsoft.com/office/drawing/2014/main" id="{A2ED4B8F-EEE2-07AF-7833-D1220CE42C9A}"/>
              </a:ext>
            </a:extLst>
          </p:cNvPr>
          <p:cNvSpPr>
            <a:spLocks noGrp="1"/>
          </p:cNvSpPr>
          <p:nvPr>
            <p:ph type="body" sz="quarter" idx="16"/>
          </p:nvPr>
        </p:nvSpPr>
        <p:spPr>
          <a:xfrm>
            <a:off x="2846917" y="392041"/>
            <a:ext cx="9084398" cy="590931"/>
          </a:xfrm>
        </p:spPr>
        <p:txBody>
          <a:bodyPr/>
          <a:lstStyle/>
          <a:p>
            <a:r>
              <a:rPr lang="en-US" sz="3600" dirty="0"/>
              <a:t>Physics Constraints</a:t>
            </a:r>
          </a:p>
        </p:txBody>
      </p:sp>
      <p:sp>
        <p:nvSpPr>
          <p:cNvPr id="42" name="Slide Number Placeholder 41">
            <a:extLst>
              <a:ext uri="{FF2B5EF4-FFF2-40B4-BE49-F238E27FC236}">
                <a16:creationId xmlns:a16="http://schemas.microsoft.com/office/drawing/2014/main" id="{FC66350A-5DCD-6C41-831D-C03DC3723327}"/>
              </a:ext>
            </a:extLst>
          </p:cNvPr>
          <p:cNvSpPr>
            <a:spLocks noGrp="1"/>
          </p:cNvSpPr>
          <p:nvPr>
            <p:ph type="sldNum" sz="quarter" idx="4"/>
          </p:nvPr>
        </p:nvSpPr>
        <p:spPr>
          <a:xfrm>
            <a:off x="11432913" y="6316156"/>
            <a:ext cx="498402" cy="365125"/>
          </a:xfrm>
        </p:spPr>
        <p:txBody>
          <a:bodyPr/>
          <a:lstStyle/>
          <a:p>
            <a:fld id="{5AE1514C-5E56-4738-A1FF-4B1CFD2A3E36}" type="slidenum">
              <a:rPr lang="en-US" smtClean="0"/>
              <a:t>4</a:t>
            </a:fld>
            <a:endParaRPr lang="en-US" dirty="0"/>
          </a:p>
        </p:txBody>
      </p:sp>
      <p:sp>
        <p:nvSpPr>
          <p:cNvPr id="37" name="text-3">
            <a:extLst>
              <a:ext uri="{FF2B5EF4-FFF2-40B4-BE49-F238E27FC236}">
                <a16:creationId xmlns:a16="http://schemas.microsoft.com/office/drawing/2014/main" id="{EFA46C10-7F20-C278-F82C-CDD3A4F19E6B}"/>
              </a:ext>
            </a:extLst>
          </p:cNvPr>
          <p:cNvSpPr>
            <a:spLocks noGrp="1"/>
          </p:cNvSpPr>
          <p:nvPr/>
        </p:nvSpPr>
        <p:spPr>
          <a:xfrm>
            <a:off x="485085" y="1637954"/>
            <a:ext cx="857250" cy="600075"/>
          </a:xfrm>
          <a:prstGeom prst="rect">
            <a:avLst/>
          </a:prstGeom>
          <a:noFill/>
          <a:ln w="0">
            <a:noFill/>
            <a:prstDash val="solid"/>
          </a:ln>
        </p:spPr>
        <p:txBody>
          <a:bodyPr wrap="square" lIns="0" tIns="0" rIns="0" bIns="0" anchor="t">
            <a:noAutofit/>
          </a:bodyPr>
          <a:lstStyle>
            <a:defPPr algn="l">
              <a:defRPr sz="3525" b="1">
                <a:solidFill>
                  <a:srgbClr val="244BD6"/>
                </a:solidFill>
                <a:latin typeface="Bitstream Charter"/>
                <a:ea typeface="Bitstream Charter"/>
                <a:cs typeface="Bitstream Charter"/>
              </a:defRPr>
            </a:defPPr>
            <a:lvl1pPr algn="l">
              <a:defRPr sz="3525" b="1">
                <a:solidFill>
                  <a:srgbClr val="244BD6"/>
                </a:solidFill>
                <a:latin typeface="Bitstream Charter"/>
                <a:ea typeface="Bitstream Charter"/>
                <a:cs typeface="Bitstream Charter"/>
              </a:defRPr>
            </a:lvl1pPr>
            <a:lvl2pPr algn="l">
              <a:defRPr sz="3525" b="1">
                <a:solidFill>
                  <a:srgbClr val="244BD6"/>
                </a:solidFill>
                <a:latin typeface="Bitstream Charter"/>
                <a:ea typeface="Bitstream Charter"/>
                <a:cs typeface="Bitstream Charter"/>
              </a:defRPr>
            </a:lvl2pPr>
            <a:lvl3pPr algn="l">
              <a:defRPr sz="3525" b="1">
                <a:solidFill>
                  <a:srgbClr val="244BD6"/>
                </a:solidFill>
                <a:latin typeface="Bitstream Charter"/>
                <a:ea typeface="Bitstream Charter"/>
                <a:cs typeface="Bitstream Charter"/>
              </a:defRPr>
            </a:lvl3pPr>
            <a:lvl4pPr algn="l">
              <a:defRPr sz="3525" b="1">
                <a:solidFill>
                  <a:srgbClr val="244BD6"/>
                </a:solidFill>
                <a:latin typeface="Bitstream Charter"/>
                <a:ea typeface="Bitstream Charter"/>
                <a:cs typeface="Bitstream Charter"/>
              </a:defRPr>
            </a:lvl4pPr>
            <a:lvl5pPr algn="l">
              <a:defRPr sz="3525" b="1">
                <a:solidFill>
                  <a:srgbClr val="244BD6"/>
                </a:solidFill>
                <a:latin typeface="Bitstream Charter"/>
                <a:ea typeface="Bitstream Charter"/>
                <a:cs typeface="Bitstream Charter"/>
              </a:defRPr>
            </a:lvl5pPr>
            <a:lvl6pPr algn="l">
              <a:defRPr sz="3525" b="1">
                <a:solidFill>
                  <a:srgbClr val="244BD6"/>
                </a:solidFill>
                <a:latin typeface="Bitstream Charter"/>
                <a:ea typeface="Bitstream Charter"/>
                <a:cs typeface="Bitstream Charter"/>
              </a:defRPr>
            </a:lvl6pPr>
            <a:lvl7pPr algn="l">
              <a:defRPr sz="3525" b="1">
                <a:solidFill>
                  <a:srgbClr val="244BD6"/>
                </a:solidFill>
                <a:latin typeface="Bitstream Charter"/>
                <a:ea typeface="Bitstream Charter"/>
                <a:cs typeface="Bitstream Charter"/>
              </a:defRPr>
            </a:lvl7pPr>
            <a:lvl8pPr algn="l">
              <a:defRPr sz="3525" b="1">
                <a:solidFill>
                  <a:srgbClr val="244BD6"/>
                </a:solidFill>
                <a:latin typeface="Bitstream Charter"/>
                <a:ea typeface="Bitstream Charter"/>
                <a:cs typeface="Bitstream Charter"/>
              </a:defRPr>
            </a:lvl8pPr>
            <a:lvl9pPr algn="l">
              <a:defRPr sz="3525" b="1">
                <a:solidFill>
                  <a:srgbClr val="244BD6"/>
                </a:solidFill>
                <a:latin typeface="Bitstream Charter"/>
                <a:ea typeface="Bitstream Charter"/>
                <a:cs typeface="Bitstream Charter"/>
              </a:defRPr>
            </a:lvl9pPr>
          </a:lstStyle>
          <a:p>
            <a:pPr algn="l">
              <a:defRPr sz="3525" b="1">
                <a:solidFill>
                  <a:srgbClr val="244BD6"/>
                </a:solidFill>
                <a:latin typeface="Bitstream Charter"/>
                <a:ea typeface="Bitstream Charter"/>
                <a:cs typeface="Bitstream Charter"/>
              </a:defRPr>
            </a:pPr>
            <a:r>
              <a:rPr sz="3525" b="1" dirty="0">
                <a:solidFill>
                  <a:schemeClr val="accent1">
                    <a:lumMod val="75000"/>
                  </a:schemeClr>
                </a:solidFill>
                <a:latin typeface="Bitstream Charter"/>
                <a:ea typeface="Bitstream Charter"/>
                <a:cs typeface="Bitstream Charter"/>
              </a:rPr>
              <a:t>01</a:t>
            </a:r>
          </a:p>
        </p:txBody>
      </p:sp>
      <p:sp>
        <p:nvSpPr>
          <p:cNvPr id="39" name="text-4">
            <a:extLst>
              <a:ext uri="{FF2B5EF4-FFF2-40B4-BE49-F238E27FC236}">
                <a16:creationId xmlns:a16="http://schemas.microsoft.com/office/drawing/2014/main" id="{2E8DE561-239B-B8FB-0F06-A342BABBD672}"/>
              </a:ext>
            </a:extLst>
          </p:cNvPr>
          <p:cNvSpPr>
            <a:spLocks noGrp="1"/>
          </p:cNvSpPr>
          <p:nvPr/>
        </p:nvSpPr>
        <p:spPr>
          <a:xfrm>
            <a:off x="1552575" y="1685925"/>
            <a:ext cx="9048750" cy="409575"/>
          </a:xfrm>
          <a:prstGeom prst="rect">
            <a:avLst/>
          </a:prstGeom>
          <a:noFill/>
          <a:ln w="0">
            <a:noFill/>
            <a:prstDash val="solid"/>
          </a:ln>
        </p:spPr>
        <p:txBody>
          <a:bodyPr wrap="square" lIns="0" tIns="0" rIns="0" bIns="0" anchor="t">
            <a:noAutofit/>
          </a:bodyPr>
          <a:lstStyle>
            <a:defPPr algn="l">
              <a:defRPr sz="2175" b="1">
                <a:solidFill>
                  <a:srgbClr val="244BD6"/>
                </a:solidFill>
                <a:latin typeface="Nimbus Sans"/>
                <a:ea typeface="Nimbus Sans"/>
                <a:cs typeface="Nimbus Sans"/>
              </a:defRPr>
            </a:defPPr>
            <a:lvl1pPr algn="l">
              <a:defRPr sz="2175" b="1">
                <a:solidFill>
                  <a:srgbClr val="244BD6"/>
                </a:solidFill>
                <a:latin typeface="Nimbus Sans"/>
                <a:ea typeface="Nimbus Sans"/>
                <a:cs typeface="Nimbus Sans"/>
              </a:defRPr>
            </a:lvl1pPr>
            <a:lvl2pPr algn="l">
              <a:defRPr sz="2175" b="1">
                <a:solidFill>
                  <a:srgbClr val="244BD6"/>
                </a:solidFill>
                <a:latin typeface="Nimbus Sans"/>
                <a:ea typeface="Nimbus Sans"/>
                <a:cs typeface="Nimbus Sans"/>
              </a:defRPr>
            </a:lvl2pPr>
            <a:lvl3pPr algn="l">
              <a:defRPr sz="2175" b="1">
                <a:solidFill>
                  <a:srgbClr val="244BD6"/>
                </a:solidFill>
                <a:latin typeface="Nimbus Sans"/>
                <a:ea typeface="Nimbus Sans"/>
                <a:cs typeface="Nimbus Sans"/>
              </a:defRPr>
            </a:lvl3pPr>
            <a:lvl4pPr algn="l">
              <a:defRPr sz="2175" b="1">
                <a:solidFill>
                  <a:srgbClr val="244BD6"/>
                </a:solidFill>
                <a:latin typeface="Nimbus Sans"/>
                <a:ea typeface="Nimbus Sans"/>
                <a:cs typeface="Nimbus Sans"/>
              </a:defRPr>
            </a:lvl4pPr>
            <a:lvl5pPr algn="l">
              <a:defRPr sz="2175" b="1">
                <a:solidFill>
                  <a:srgbClr val="244BD6"/>
                </a:solidFill>
                <a:latin typeface="Nimbus Sans"/>
                <a:ea typeface="Nimbus Sans"/>
                <a:cs typeface="Nimbus Sans"/>
              </a:defRPr>
            </a:lvl5pPr>
            <a:lvl6pPr algn="l">
              <a:defRPr sz="2175" b="1">
                <a:solidFill>
                  <a:srgbClr val="244BD6"/>
                </a:solidFill>
                <a:latin typeface="Nimbus Sans"/>
                <a:ea typeface="Nimbus Sans"/>
                <a:cs typeface="Nimbus Sans"/>
              </a:defRPr>
            </a:lvl6pPr>
            <a:lvl7pPr algn="l">
              <a:defRPr sz="2175" b="1">
                <a:solidFill>
                  <a:srgbClr val="244BD6"/>
                </a:solidFill>
                <a:latin typeface="Nimbus Sans"/>
                <a:ea typeface="Nimbus Sans"/>
                <a:cs typeface="Nimbus Sans"/>
              </a:defRPr>
            </a:lvl7pPr>
            <a:lvl8pPr algn="l">
              <a:defRPr sz="2175" b="1">
                <a:solidFill>
                  <a:srgbClr val="244BD6"/>
                </a:solidFill>
                <a:latin typeface="Nimbus Sans"/>
                <a:ea typeface="Nimbus Sans"/>
                <a:cs typeface="Nimbus Sans"/>
              </a:defRPr>
            </a:lvl8pPr>
            <a:lvl9pPr algn="l">
              <a:defRPr sz="2175" b="1">
                <a:solidFill>
                  <a:srgbClr val="244BD6"/>
                </a:solidFill>
                <a:latin typeface="Nimbus Sans"/>
                <a:ea typeface="Nimbus Sans"/>
                <a:cs typeface="Nimbus Sans"/>
              </a:defRPr>
            </a:lvl9pPr>
          </a:lstStyle>
          <a:p>
            <a:pPr algn="l">
              <a:defRPr sz="2175" b="1">
                <a:solidFill>
                  <a:srgbClr val="244BD6"/>
                </a:solidFill>
                <a:latin typeface="Nimbus Sans"/>
                <a:ea typeface="Nimbus Sans"/>
                <a:cs typeface="Nimbus Sans"/>
              </a:defRPr>
            </a:pPr>
            <a:r>
              <a:rPr sz="2175" b="1" dirty="0">
                <a:solidFill>
                  <a:schemeClr val="accent1">
                    <a:lumMod val="75000"/>
                  </a:schemeClr>
                </a:solidFill>
                <a:latin typeface="Nimbus Sans"/>
                <a:ea typeface="Nimbus Sans"/>
                <a:cs typeface="Nimbus Sans"/>
              </a:rPr>
              <a:t>Bus balance</a:t>
            </a:r>
          </a:p>
        </p:txBody>
      </p:sp>
      <p:sp>
        <p:nvSpPr>
          <p:cNvPr id="41" name="text-5">
            <a:extLst>
              <a:ext uri="{FF2B5EF4-FFF2-40B4-BE49-F238E27FC236}">
                <a16:creationId xmlns:a16="http://schemas.microsoft.com/office/drawing/2014/main" id="{95F444E1-B2E4-AF2E-B1B4-9E1012E0492D}"/>
              </a:ext>
            </a:extLst>
          </p:cNvPr>
          <p:cNvSpPr>
            <a:spLocks noGrp="1"/>
          </p:cNvSpPr>
          <p:nvPr/>
        </p:nvSpPr>
        <p:spPr>
          <a:xfrm>
            <a:off x="1552575" y="2247900"/>
            <a:ext cx="9620250" cy="723900"/>
          </a:xfrm>
          <a:prstGeom prst="rect">
            <a:avLst/>
          </a:prstGeom>
          <a:noFill/>
          <a:ln w="0">
            <a:noFill/>
            <a:prstDash val="solid"/>
          </a:ln>
        </p:spPr>
        <p:txBody>
          <a:bodyPr wrap="square" lIns="0" tIns="0" rIns="0" bIns="0" anchor="t">
            <a:noAutofit/>
          </a:bodyPr>
          <a:lstStyle>
            <a:defPPr algn="l">
              <a:defRPr sz="3225" b="0">
                <a:solidFill>
                  <a:srgbClr val="20252A"/>
                </a:solidFill>
                <a:latin typeface="DejaVu Serif"/>
                <a:ea typeface="DejaVu Serif"/>
                <a:cs typeface="DejaVu Serif"/>
              </a:defRPr>
            </a:defPPr>
            <a:lvl1pPr algn="l">
              <a:defRPr sz="3225" b="0">
                <a:solidFill>
                  <a:srgbClr val="20252A"/>
                </a:solidFill>
                <a:latin typeface="DejaVu Serif"/>
                <a:ea typeface="DejaVu Serif"/>
                <a:cs typeface="DejaVu Serif"/>
              </a:defRPr>
            </a:lvl1pPr>
            <a:lvl2pPr algn="l">
              <a:defRPr sz="3225" b="0">
                <a:solidFill>
                  <a:srgbClr val="20252A"/>
                </a:solidFill>
                <a:latin typeface="DejaVu Serif"/>
                <a:ea typeface="DejaVu Serif"/>
                <a:cs typeface="DejaVu Serif"/>
              </a:defRPr>
            </a:lvl2pPr>
            <a:lvl3pPr algn="l">
              <a:defRPr sz="3225" b="0">
                <a:solidFill>
                  <a:srgbClr val="20252A"/>
                </a:solidFill>
                <a:latin typeface="DejaVu Serif"/>
                <a:ea typeface="DejaVu Serif"/>
                <a:cs typeface="DejaVu Serif"/>
              </a:defRPr>
            </a:lvl3pPr>
            <a:lvl4pPr algn="l">
              <a:defRPr sz="3225" b="0">
                <a:solidFill>
                  <a:srgbClr val="20252A"/>
                </a:solidFill>
                <a:latin typeface="DejaVu Serif"/>
                <a:ea typeface="DejaVu Serif"/>
                <a:cs typeface="DejaVu Serif"/>
              </a:defRPr>
            </a:lvl4pPr>
            <a:lvl5pPr algn="l">
              <a:defRPr sz="3225" b="0">
                <a:solidFill>
                  <a:srgbClr val="20252A"/>
                </a:solidFill>
                <a:latin typeface="DejaVu Serif"/>
                <a:ea typeface="DejaVu Serif"/>
                <a:cs typeface="DejaVu Serif"/>
              </a:defRPr>
            </a:lvl5pPr>
            <a:lvl6pPr algn="l">
              <a:defRPr sz="3225" b="0">
                <a:solidFill>
                  <a:srgbClr val="20252A"/>
                </a:solidFill>
                <a:latin typeface="DejaVu Serif"/>
                <a:ea typeface="DejaVu Serif"/>
                <a:cs typeface="DejaVu Serif"/>
              </a:defRPr>
            </a:lvl6pPr>
            <a:lvl7pPr algn="l">
              <a:defRPr sz="3225" b="0">
                <a:solidFill>
                  <a:srgbClr val="20252A"/>
                </a:solidFill>
                <a:latin typeface="DejaVu Serif"/>
                <a:ea typeface="DejaVu Serif"/>
                <a:cs typeface="DejaVu Serif"/>
              </a:defRPr>
            </a:lvl7pPr>
            <a:lvl8pPr algn="l">
              <a:defRPr sz="3225" b="0">
                <a:solidFill>
                  <a:srgbClr val="20252A"/>
                </a:solidFill>
                <a:latin typeface="DejaVu Serif"/>
                <a:ea typeface="DejaVu Serif"/>
                <a:cs typeface="DejaVu Serif"/>
              </a:defRPr>
            </a:lvl8pPr>
            <a:lvl9pPr algn="l">
              <a:defRPr sz="3225" b="0">
                <a:solidFill>
                  <a:srgbClr val="20252A"/>
                </a:solidFill>
                <a:latin typeface="DejaVu Serif"/>
                <a:ea typeface="DejaVu Serif"/>
                <a:cs typeface="DejaVu Serif"/>
              </a:defRPr>
            </a:lvl9pPr>
          </a:lstStyle>
          <a:p>
            <a:pPr algn="l">
              <a:defRPr sz="3225" b="0">
                <a:solidFill>
                  <a:srgbClr val="20252A"/>
                </a:solidFill>
                <a:latin typeface="DejaVu Serif"/>
                <a:ea typeface="DejaVu Serif"/>
                <a:cs typeface="DejaVu Serif"/>
              </a:defRPr>
            </a:pPr>
            <a:r>
              <a:rPr sz="3225" b="0">
                <a:solidFill>
                  <a:srgbClr val="20252A"/>
                </a:solidFill>
                <a:latin typeface="DejaVu Serif"/>
                <a:ea typeface="DejaVu Serif"/>
                <a:cs typeface="DejaVu Serif"/>
              </a:rPr>
              <a:t>pᵍᵢ − pᵈᵢ + pˢᵢ = Σ pᵢⱼ − Σ pⱼᵢ</a:t>
            </a:r>
          </a:p>
        </p:txBody>
      </p:sp>
      <p:sp>
        <p:nvSpPr>
          <p:cNvPr id="46" name="line-7">
            <a:extLst>
              <a:ext uri="{FF2B5EF4-FFF2-40B4-BE49-F238E27FC236}">
                <a16:creationId xmlns:a16="http://schemas.microsoft.com/office/drawing/2014/main" id="{46A4E119-49AD-1EFD-FF2E-8102EC9928F0}"/>
              </a:ext>
            </a:extLst>
          </p:cNvPr>
          <p:cNvSpPr>
            <a:spLocks noGrp="1"/>
          </p:cNvSpPr>
          <p:nvPr/>
        </p:nvSpPr>
        <p:spPr>
          <a:xfrm flipV="1">
            <a:off x="449663" y="3457735"/>
            <a:ext cx="5433577" cy="19050"/>
          </a:xfrm>
          <a:prstGeom prst="line">
            <a:avLst/>
          </a:prstGeom>
          <a:ln/>
        </p:spPr>
        <p:style>
          <a:lnRef idx="2">
            <a:schemeClr val="accent4"/>
          </a:lnRef>
          <a:fillRef idx="0">
            <a:schemeClr val="accent4"/>
          </a:fillRef>
          <a:effectRef idx="1">
            <a:schemeClr val="accent4"/>
          </a:effectRef>
          <a:fontRef idx="minor">
            <a:schemeClr val="tx1"/>
          </a:fontRef>
        </p:style>
        <p:txBody>
          <a:bodyPr/>
          <a:lstStyle/>
          <a:p>
            <a:endParaRPr lang="en-IN"/>
          </a:p>
        </p:txBody>
      </p:sp>
      <p:sp>
        <p:nvSpPr>
          <p:cNvPr id="48" name="text-8">
            <a:extLst>
              <a:ext uri="{FF2B5EF4-FFF2-40B4-BE49-F238E27FC236}">
                <a16:creationId xmlns:a16="http://schemas.microsoft.com/office/drawing/2014/main" id="{BEA0BB13-C67F-F244-098E-E9102A3B7A92}"/>
              </a:ext>
            </a:extLst>
          </p:cNvPr>
          <p:cNvSpPr>
            <a:spLocks noGrp="1"/>
          </p:cNvSpPr>
          <p:nvPr/>
        </p:nvSpPr>
        <p:spPr>
          <a:xfrm>
            <a:off x="449663" y="3686334"/>
            <a:ext cx="857250" cy="600075"/>
          </a:xfrm>
          <a:prstGeom prst="rect">
            <a:avLst/>
          </a:prstGeom>
          <a:noFill/>
          <a:ln w="0">
            <a:noFill/>
            <a:prstDash val="solid"/>
          </a:ln>
        </p:spPr>
        <p:txBody>
          <a:bodyPr wrap="square" lIns="0" tIns="0" rIns="0" bIns="0" anchor="t">
            <a:noAutofit/>
          </a:bodyPr>
          <a:lstStyle>
            <a:defPPr algn="l">
              <a:defRPr sz="3525" b="1">
                <a:solidFill>
                  <a:srgbClr val="244BD6"/>
                </a:solidFill>
                <a:latin typeface="Bitstream Charter"/>
                <a:ea typeface="Bitstream Charter"/>
                <a:cs typeface="Bitstream Charter"/>
              </a:defRPr>
            </a:defPPr>
            <a:lvl1pPr algn="l">
              <a:defRPr sz="3525" b="1">
                <a:solidFill>
                  <a:srgbClr val="244BD6"/>
                </a:solidFill>
                <a:latin typeface="Bitstream Charter"/>
                <a:ea typeface="Bitstream Charter"/>
                <a:cs typeface="Bitstream Charter"/>
              </a:defRPr>
            </a:lvl1pPr>
            <a:lvl2pPr algn="l">
              <a:defRPr sz="3525" b="1">
                <a:solidFill>
                  <a:srgbClr val="244BD6"/>
                </a:solidFill>
                <a:latin typeface="Bitstream Charter"/>
                <a:ea typeface="Bitstream Charter"/>
                <a:cs typeface="Bitstream Charter"/>
              </a:defRPr>
            </a:lvl2pPr>
            <a:lvl3pPr algn="l">
              <a:defRPr sz="3525" b="1">
                <a:solidFill>
                  <a:srgbClr val="244BD6"/>
                </a:solidFill>
                <a:latin typeface="Bitstream Charter"/>
                <a:ea typeface="Bitstream Charter"/>
                <a:cs typeface="Bitstream Charter"/>
              </a:defRPr>
            </a:lvl3pPr>
            <a:lvl4pPr algn="l">
              <a:defRPr sz="3525" b="1">
                <a:solidFill>
                  <a:srgbClr val="244BD6"/>
                </a:solidFill>
                <a:latin typeface="Bitstream Charter"/>
                <a:ea typeface="Bitstream Charter"/>
                <a:cs typeface="Bitstream Charter"/>
              </a:defRPr>
            </a:lvl4pPr>
            <a:lvl5pPr algn="l">
              <a:defRPr sz="3525" b="1">
                <a:solidFill>
                  <a:srgbClr val="244BD6"/>
                </a:solidFill>
                <a:latin typeface="Bitstream Charter"/>
                <a:ea typeface="Bitstream Charter"/>
                <a:cs typeface="Bitstream Charter"/>
              </a:defRPr>
            </a:lvl5pPr>
            <a:lvl6pPr algn="l">
              <a:defRPr sz="3525" b="1">
                <a:solidFill>
                  <a:srgbClr val="244BD6"/>
                </a:solidFill>
                <a:latin typeface="Bitstream Charter"/>
                <a:ea typeface="Bitstream Charter"/>
                <a:cs typeface="Bitstream Charter"/>
              </a:defRPr>
            </a:lvl6pPr>
            <a:lvl7pPr algn="l">
              <a:defRPr sz="3525" b="1">
                <a:solidFill>
                  <a:srgbClr val="244BD6"/>
                </a:solidFill>
                <a:latin typeface="Bitstream Charter"/>
                <a:ea typeface="Bitstream Charter"/>
                <a:cs typeface="Bitstream Charter"/>
              </a:defRPr>
            </a:lvl7pPr>
            <a:lvl8pPr algn="l">
              <a:defRPr sz="3525" b="1">
                <a:solidFill>
                  <a:srgbClr val="244BD6"/>
                </a:solidFill>
                <a:latin typeface="Bitstream Charter"/>
                <a:ea typeface="Bitstream Charter"/>
                <a:cs typeface="Bitstream Charter"/>
              </a:defRPr>
            </a:lvl8pPr>
            <a:lvl9pPr algn="l">
              <a:defRPr sz="3525" b="1">
                <a:solidFill>
                  <a:srgbClr val="244BD6"/>
                </a:solidFill>
                <a:latin typeface="Bitstream Charter"/>
                <a:ea typeface="Bitstream Charter"/>
                <a:cs typeface="Bitstream Charter"/>
              </a:defRPr>
            </a:lvl9pPr>
          </a:lstStyle>
          <a:p>
            <a:pPr algn="l">
              <a:defRPr sz="3525" b="1">
                <a:solidFill>
                  <a:srgbClr val="244BD6"/>
                </a:solidFill>
                <a:latin typeface="Bitstream Charter"/>
                <a:ea typeface="Bitstream Charter"/>
                <a:cs typeface="Bitstream Charter"/>
              </a:defRPr>
            </a:pPr>
            <a:r>
              <a:rPr sz="3525" b="1" dirty="0">
                <a:solidFill>
                  <a:schemeClr val="accent1">
                    <a:lumMod val="75000"/>
                  </a:schemeClr>
                </a:solidFill>
                <a:latin typeface="Bitstream Charter"/>
                <a:ea typeface="Bitstream Charter"/>
                <a:cs typeface="Bitstream Charter"/>
              </a:rPr>
              <a:t>02</a:t>
            </a:r>
          </a:p>
        </p:txBody>
      </p:sp>
      <p:sp>
        <p:nvSpPr>
          <p:cNvPr id="50" name="text-9">
            <a:extLst>
              <a:ext uri="{FF2B5EF4-FFF2-40B4-BE49-F238E27FC236}">
                <a16:creationId xmlns:a16="http://schemas.microsoft.com/office/drawing/2014/main" id="{0619898A-FDD5-5DCE-A2A9-4FCFD42E4423}"/>
              </a:ext>
            </a:extLst>
          </p:cNvPr>
          <p:cNvSpPr>
            <a:spLocks noGrp="1"/>
          </p:cNvSpPr>
          <p:nvPr/>
        </p:nvSpPr>
        <p:spPr>
          <a:xfrm>
            <a:off x="1468838" y="3781585"/>
            <a:ext cx="5048250" cy="409575"/>
          </a:xfrm>
          <a:prstGeom prst="rect">
            <a:avLst/>
          </a:prstGeom>
          <a:noFill/>
          <a:ln w="0">
            <a:noFill/>
            <a:prstDash val="solid"/>
          </a:ln>
        </p:spPr>
        <p:txBody>
          <a:bodyPr wrap="square" lIns="0" tIns="0" rIns="0" bIns="0" anchor="t">
            <a:noAutofit/>
          </a:bodyPr>
          <a:lstStyle>
            <a:defPPr algn="l">
              <a:defRPr sz="2175" b="1">
                <a:solidFill>
                  <a:srgbClr val="244BD6"/>
                </a:solidFill>
                <a:latin typeface="Nimbus Sans"/>
                <a:ea typeface="Nimbus Sans"/>
                <a:cs typeface="Nimbus Sans"/>
              </a:defRPr>
            </a:defPPr>
            <a:lvl1pPr algn="l">
              <a:defRPr sz="2175" b="1">
                <a:solidFill>
                  <a:srgbClr val="244BD6"/>
                </a:solidFill>
                <a:latin typeface="Nimbus Sans"/>
                <a:ea typeface="Nimbus Sans"/>
                <a:cs typeface="Nimbus Sans"/>
              </a:defRPr>
            </a:lvl1pPr>
            <a:lvl2pPr algn="l">
              <a:defRPr sz="2175" b="1">
                <a:solidFill>
                  <a:srgbClr val="244BD6"/>
                </a:solidFill>
                <a:latin typeface="Nimbus Sans"/>
                <a:ea typeface="Nimbus Sans"/>
                <a:cs typeface="Nimbus Sans"/>
              </a:defRPr>
            </a:lvl2pPr>
            <a:lvl3pPr algn="l">
              <a:defRPr sz="2175" b="1">
                <a:solidFill>
                  <a:srgbClr val="244BD6"/>
                </a:solidFill>
                <a:latin typeface="Nimbus Sans"/>
                <a:ea typeface="Nimbus Sans"/>
                <a:cs typeface="Nimbus Sans"/>
              </a:defRPr>
            </a:lvl3pPr>
            <a:lvl4pPr algn="l">
              <a:defRPr sz="2175" b="1">
                <a:solidFill>
                  <a:srgbClr val="244BD6"/>
                </a:solidFill>
                <a:latin typeface="Nimbus Sans"/>
                <a:ea typeface="Nimbus Sans"/>
                <a:cs typeface="Nimbus Sans"/>
              </a:defRPr>
            </a:lvl4pPr>
            <a:lvl5pPr algn="l">
              <a:defRPr sz="2175" b="1">
                <a:solidFill>
                  <a:srgbClr val="244BD6"/>
                </a:solidFill>
                <a:latin typeface="Nimbus Sans"/>
                <a:ea typeface="Nimbus Sans"/>
                <a:cs typeface="Nimbus Sans"/>
              </a:defRPr>
            </a:lvl5pPr>
            <a:lvl6pPr algn="l">
              <a:defRPr sz="2175" b="1">
                <a:solidFill>
                  <a:srgbClr val="244BD6"/>
                </a:solidFill>
                <a:latin typeface="Nimbus Sans"/>
                <a:ea typeface="Nimbus Sans"/>
                <a:cs typeface="Nimbus Sans"/>
              </a:defRPr>
            </a:lvl6pPr>
            <a:lvl7pPr algn="l">
              <a:defRPr sz="2175" b="1">
                <a:solidFill>
                  <a:srgbClr val="244BD6"/>
                </a:solidFill>
                <a:latin typeface="Nimbus Sans"/>
                <a:ea typeface="Nimbus Sans"/>
                <a:cs typeface="Nimbus Sans"/>
              </a:defRPr>
            </a:lvl7pPr>
            <a:lvl8pPr algn="l">
              <a:defRPr sz="2175" b="1">
                <a:solidFill>
                  <a:srgbClr val="244BD6"/>
                </a:solidFill>
                <a:latin typeface="Nimbus Sans"/>
                <a:ea typeface="Nimbus Sans"/>
                <a:cs typeface="Nimbus Sans"/>
              </a:defRPr>
            </a:lvl8pPr>
            <a:lvl9pPr algn="l">
              <a:defRPr sz="2175" b="1">
                <a:solidFill>
                  <a:srgbClr val="244BD6"/>
                </a:solidFill>
                <a:latin typeface="Nimbus Sans"/>
                <a:ea typeface="Nimbus Sans"/>
                <a:cs typeface="Nimbus Sans"/>
              </a:defRPr>
            </a:lvl9pPr>
          </a:lstStyle>
          <a:p>
            <a:pPr algn="l">
              <a:defRPr sz="2175" b="1">
                <a:solidFill>
                  <a:srgbClr val="244BD6"/>
                </a:solidFill>
                <a:latin typeface="Nimbus Sans"/>
                <a:ea typeface="Nimbus Sans"/>
                <a:cs typeface="Nimbus Sans"/>
              </a:defRPr>
            </a:pPr>
            <a:r>
              <a:rPr sz="2175" b="1">
                <a:solidFill>
                  <a:schemeClr val="accent1">
                    <a:lumMod val="75000"/>
                  </a:schemeClr>
                </a:solidFill>
                <a:latin typeface="Nimbus Sans"/>
                <a:ea typeface="Nimbus Sans"/>
                <a:cs typeface="Nimbus Sans"/>
              </a:rPr>
              <a:t>DC line flow</a:t>
            </a:r>
          </a:p>
        </p:txBody>
      </p:sp>
      <p:sp>
        <p:nvSpPr>
          <p:cNvPr id="52" name="text-10">
            <a:extLst>
              <a:ext uri="{FF2B5EF4-FFF2-40B4-BE49-F238E27FC236}">
                <a16:creationId xmlns:a16="http://schemas.microsoft.com/office/drawing/2014/main" id="{F7B46B5B-4126-F107-69D8-B20FA6FE1E4E}"/>
              </a:ext>
            </a:extLst>
          </p:cNvPr>
          <p:cNvSpPr>
            <a:spLocks noGrp="1"/>
          </p:cNvSpPr>
          <p:nvPr/>
        </p:nvSpPr>
        <p:spPr>
          <a:xfrm>
            <a:off x="1504260" y="4358470"/>
            <a:ext cx="4591740" cy="619125"/>
          </a:xfrm>
          <a:prstGeom prst="rect">
            <a:avLst/>
          </a:prstGeom>
          <a:noFill/>
          <a:ln w="0">
            <a:noFill/>
            <a:prstDash val="solid"/>
          </a:ln>
        </p:spPr>
        <p:txBody>
          <a:bodyPr wrap="square" lIns="0" tIns="0" rIns="0" bIns="0" anchor="t">
            <a:noAutofit/>
          </a:bodyPr>
          <a:lstStyle>
            <a:defPPr algn="l">
              <a:defRPr sz="3075" b="0">
                <a:solidFill>
                  <a:srgbClr val="20252A"/>
                </a:solidFill>
                <a:latin typeface="DejaVu Serif"/>
                <a:ea typeface="DejaVu Serif"/>
                <a:cs typeface="DejaVu Serif"/>
              </a:defRPr>
            </a:defPPr>
            <a:lvl1pPr algn="l">
              <a:defRPr sz="3075" b="0">
                <a:solidFill>
                  <a:srgbClr val="20252A"/>
                </a:solidFill>
                <a:latin typeface="DejaVu Serif"/>
                <a:ea typeface="DejaVu Serif"/>
                <a:cs typeface="DejaVu Serif"/>
              </a:defRPr>
            </a:lvl1pPr>
            <a:lvl2pPr algn="l">
              <a:defRPr sz="3075" b="0">
                <a:solidFill>
                  <a:srgbClr val="20252A"/>
                </a:solidFill>
                <a:latin typeface="DejaVu Serif"/>
                <a:ea typeface="DejaVu Serif"/>
                <a:cs typeface="DejaVu Serif"/>
              </a:defRPr>
            </a:lvl2pPr>
            <a:lvl3pPr algn="l">
              <a:defRPr sz="3075" b="0">
                <a:solidFill>
                  <a:srgbClr val="20252A"/>
                </a:solidFill>
                <a:latin typeface="DejaVu Serif"/>
                <a:ea typeface="DejaVu Serif"/>
                <a:cs typeface="DejaVu Serif"/>
              </a:defRPr>
            </a:lvl3pPr>
            <a:lvl4pPr algn="l">
              <a:defRPr sz="3075" b="0">
                <a:solidFill>
                  <a:srgbClr val="20252A"/>
                </a:solidFill>
                <a:latin typeface="DejaVu Serif"/>
                <a:ea typeface="DejaVu Serif"/>
                <a:cs typeface="DejaVu Serif"/>
              </a:defRPr>
            </a:lvl4pPr>
            <a:lvl5pPr algn="l">
              <a:defRPr sz="3075" b="0">
                <a:solidFill>
                  <a:srgbClr val="20252A"/>
                </a:solidFill>
                <a:latin typeface="DejaVu Serif"/>
                <a:ea typeface="DejaVu Serif"/>
                <a:cs typeface="DejaVu Serif"/>
              </a:defRPr>
            </a:lvl5pPr>
            <a:lvl6pPr algn="l">
              <a:defRPr sz="3075" b="0">
                <a:solidFill>
                  <a:srgbClr val="20252A"/>
                </a:solidFill>
                <a:latin typeface="DejaVu Serif"/>
                <a:ea typeface="DejaVu Serif"/>
                <a:cs typeface="DejaVu Serif"/>
              </a:defRPr>
            </a:lvl6pPr>
            <a:lvl7pPr algn="l">
              <a:defRPr sz="3075" b="0">
                <a:solidFill>
                  <a:srgbClr val="20252A"/>
                </a:solidFill>
                <a:latin typeface="DejaVu Serif"/>
                <a:ea typeface="DejaVu Serif"/>
                <a:cs typeface="DejaVu Serif"/>
              </a:defRPr>
            </a:lvl7pPr>
            <a:lvl8pPr algn="l">
              <a:defRPr sz="3075" b="0">
                <a:solidFill>
                  <a:srgbClr val="20252A"/>
                </a:solidFill>
                <a:latin typeface="DejaVu Serif"/>
                <a:ea typeface="DejaVu Serif"/>
                <a:cs typeface="DejaVu Serif"/>
              </a:defRPr>
            </a:lvl8pPr>
            <a:lvl9pPr algn="l">
              <a:defRPr sz="3075" b="0">
                <a:solidFill>
                  <a:srgbClr val="20252A"/>
                </a:solidFill>
                <a:latin typeface="DejaVu Serif"/>
                <a:ea typeface="DejaVu Serif"/>
                <a:cs typeface="DejaVu Serif"/>
              </a:defRPr>
            </a:lvl9pPr>
          </a:lstStyle>
          <a:p>
            <a:pPr algn="l">
              <a:defRPr sz="3075" b="0">
                <a:solidFill>
                  <a:srgbClr val="20252A"/>
                </a:solidFill>
                <a:latin typeface="DejaVu Serif"/>
                <a:ea typeface="DejaVu Serif"/>
                <a:cs typeface="DejaVu Serif"/>
              </a:defRPr>
            </a:pPr>
            <a:r>
              <a:rPr sz="3075" b="0" dirty="0">
                <a:solidFill>
                  <a:srgbClr val="20252A"/>
                </a:solidFill>
                <a:latin typeface="DejaVu Serif"/>
                <a:ea typeface="DejaVu Serif"/>
                <a:cs typeface="DejaVu Serif"/>
              </a:rPr>
              <a:t>pᵢⱼ = bᵢⱼ(θᵢ − θⱼ)</a:t>
            </a:r>
          </a:p>
        </p:txBody>
      </p:sp>
      <p:sp>
        <p:nvSpPr>
          <p:cNvPr id="56" name="text-12">
            <a:extLst>
              <a:ext uri="{FF2B5EF4-FFF2-40B4-BE49-F238E27FC236}">
                <a16:creationId xmlns:a16="http://schemas.microsoft.com/office/drawing/2014/main" id="{E94CB688-BFEB-7766-C94B-F4F923C4E212}"/>
              </a:ext>
            </a:extLst>
          </p:cNvPr>
          <p:cNvSpPr>
            <a:spLocks noGrp="1"/>
          </p:cNvSpPr>
          <p:nvPr/>
        </p:nvSpPr>
        <p:spPr>
          <a:xfrm>
            <a:off x="1468838" y="4954521"/>
            <a:ext cx="3333750" cy="619125"/>
          </a:xfrm>
          <a:prstGeom prst="rect">
            <a:avLst/>
          </a:prstGeom>
          <a:noFill/>
          <a:ln w="0">
            <a:noFill/>
            <a:prstDash val="solid"/>
          </a:ln>
        </p:spPr>
        <p:txBody>
          <a:bodyPr wrap="square" lIns="0" tIns="0" rIns="0" bIns="0" anchor="t">
            <a:noAutofit/>
          </a:bodyPr>
          <a:lstStyle>
            <a:defPPr algn="l">
              <a:defRPr sz="3075" b="0">
                <a:solidFill>
                  <a:srgbClr val="20252A"/>
                </a:solidFill>
                <a:latin typeface="DejaVu Serif"/>
                <a:ea typeface="DejaVu Serif"/>
                <a:cs typeface="DejaVu Serif"/>
              </a:defRPr>
            </a:defPPr>
            <a:lvl1pPr algn="l">
              <a:defRPr sz="3075" b="0">
                <a:solidFill>
                  <a:srgbClr val="20252A"/>
                </a:solidFill>
                <a:latin typeface="DejaVu Serif"/>
                <a:ea typeface="DejaVu Serif"/>
                <a:cs typeface="DejaVu Serif"/>
              </a:defRPr>
            </a:lvl1pPr>
            <a:lvl2pPr algn="l">
              <a:defRPr sz="3075" b="0">
                <a:solidFill>
                  <a:srgbClr val="20252A"/>
                </a:solidFill>
                <a:latin typeface="DejaVu Serif"/>
                <a:ea typeface="DejaVu Serif"/>
                <a:cs typeface="DejaVu Serif"/>
              </a:defRPr>
            </a:lvl2pPr>
            <a:lvl3pPr algn="l">
              <a:defRPr sz="3075" b="0">
                <a:solidFill>
                  <a:srgbClr val="20252A"/>
                </a:solidFill>
                <a:latin typeface="DejaVu Serif"/>
                <a:ea typeface="DejaVu Serif"/>
                <a:cs typeface="DejaVu Serif"/>
              </a:defRPr>
            </a:lvl3pPr>
            <a:lvl4pPr algn="l">
              <a:defRPr sz="3075" b="0">
                <a:solidFill>
                  <a:srgbClr val="20252A"/>
                </a:solidFill>
                <a:latin typeface="DejaVu Serif"/>
                <a:ea typeface="DejaVu Serif"/>
                <a:cs typeface="DejaVu Serif"/>
              </a:defRPr>
            </a:lvl4pPr>
            <a:lvl5pPr algn="l">
              <a:defRPr sz="3075" b="0">
                <a:solidFill>
                  <a:srgbClr val="20252A"/>
                </a:solidFill>
                <a:latin typeface="DejaVu Serif"/>
                <a:ea typeface="DejaVu Serif"/>
                <a:cs typeface="DejaVu Serif"/>
              </a:defRPr>
            </a:lvl5pPr>
            <a:lvl6pPr algn="l">
              <a:defRPr sz="3075" b="0">
                <a:solidFill>
                  <a:srgbClr val="20252A"/>
                </a:solidFill>
                <a:latin typeface="DejaVu Serif"/>
                <a:ea typeface="DejaVu Serif"/>
                <a:cs typeface="DejaVu Serif"/>
              </a:defRPr>
            </a:lvl6pPr>
            <a:lvl7pPr algn="l">
              <a:defRPr sz="3075" b="0">
                <a:solidFill>
                  <a:srgbClr val="20252A"/>
                </a:solidFill>
                <a:latin typeface="DejaVu Serif"/>
                <a:ea typeface="DejaVu Serif"/>
                <a:cs typeface="DejaVu Serif"/>
              </a:defRPr>
            </a:lvl7pPr>
            <a:lvl8pPr algn="l">
              <a:defRPr sz="3075" b="0">
                <a:solidFill>
                  <a:srgbClr val="20252A"/>
                </a:solidFill>
                <a:latin typeface="DejaVu Serif"/>
                <a:ea typeface="DejaVu Serif"/>
                <a:cs typeface="DejaVu Serif"/>
              </a:defRPr>
            </a:lvl8pPr>
            <a:lvl9pPr algn="l">
              <a:defRPr sz="3075" b="0">
                <a:solidFill>
                  <a:srgbClr val="20252A"/>
                </a:solidFill>
                <a:latin typeface="DejaVu Serif"/>
                <a:ea typeface="DejaVu Serif"/>
                <a:cs typeface="DejaVu Serif"/>
              </a:defRPr>
            </a:lvl9pPr>
          </a:lstStyle>
          <a:p>
            <a:pPr algn="l">
              <a:defRPr sz="3075" b="0">
                <a:solidFill>
                  <a:srgbClr val="20252A"/>
                </a:solidFill>
                <a:latin typeface="DejaVu Serif"/>
                <a:ea typeface="DejaVu Serif"/>
                <a:cs typeface="DejaVu Serif"/>
              </a:defRPr>
            </a:pPr>
            <a:r>
              <a:rPr sz="3075" b="0" dirty="0">
                <a:solidFill>
                  <a:srgbClr val="20252A"/>
                </a:solidFill>
                <a:latin typeface="DejaVu Serif"/>
                <a:ea typeface="DejaVu Serif"/>
                <a:cs typeface="DejaVu Serif"/>
              </a:rPr>
              <a:t>|pᵢⱼ| ≤ tᵢⱼ</a:t>
            </a:r>
          </a:p>
        </p:txBody>
      </p:sp>
      <p:sp>
        <p:nvSpPr>
          <p:cNvPr id="58" name="Shape 0">
            <a:extLst>
              <a:ext uri="{FF2B5EF4-FFF2-40B4-BE49-F238E27FC236}">
                <a16:creationId xmlns:a16="http://schemas.microsoft.com/office/drawing/2014/main" id="{FC70DAA0-35BC-C856-C962-48EE945F4D2B}"/>
              </a:ext>
            </a:extLst>
          </p:cNvPr>
          <p:cNvSpPr/>
          <p:nvPr/>
        </p:nvSpPr>
        <p:spPr>
          <a:xfrm>
            <a:off x="7863840" y="731520"/>
            <a:ext cx="1005840" cy="64008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0" name="Shape 1">
            <a:extLst>
              <a:ext uri="{FF2B5EF4-FFF2-40B4-BE49-F238E27FC236}">
                <a16:creationId xmlns:a16="http://schemas.microsoft.com/office/drawing/2014/main" id="{052D1398-4DCD-A0E7-CAFC-176FF6644AB3}"/>
              </a:ext>
            </a:extLst>
          </p:cNvPr>
          <p:cNvSpPr/>
          <p:nvPr/>
        </p:nvSpPr>
        <p:spPr>
          <a:xfrm flipV="1">
            <a:off x="8869680" y="914400"/>
            <a:ext cx="1188720" cy="45720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2" name="Shape 2">
            <a:extLst>
              <a:ext uri="{FF2B5EF4-FFF2-40B4-BE49-F238E27FC236}">
                <a16:creationId xmlns:a16="http://schemas.microsoft.com/office/drawing/2014/main" id="{7D9A8998-E075-E4CC-BC7F-479F11858027}"/>
              </a:ext>
            </a:extLst>
          </p:cNvPr>
          <p:cNvSpPr/>
          <p:nvPr/>
        </p:nvSpPr>
        <p:spPr>
          <a:xfrm>
            <a:off x="10058400" y="914400"/>
            <a:ext cx="1188720" cy="73152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4" name="Shape 3">
            <a:extLst>
              <a:ext uri="{FF2B5EF4-FFF2-40B4-BE49-F238E27FC236}">
                <a16:creationId xmlns:a16="http://schemas.microsoft.com/office/drawing/2014/main" id="{B2C02636-A390-B7C1-6AA9-8E7B5588C5F2}"/>
              </a:ext>
            </a:extLst>
          </p:cNvPr>
          <p:cNvSpPr/>
          <p:nvPr/>
        </p:nvSpPr>
        <p:spPr>
          <a:xfrm>
            <a:off x="7863840" y="731520"/>
            <a:ext cx="457200" cy="182880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6" name="Shape 4">
            <a:extLst>
              <a:ext uri="{FF2B5EF4-FFF2-40B4-BE49-F238E27FC236}">
                <a16:creationId xmlns:a16="http://schemas.microsoft.com/office/drawing/2014/main" id="{160E6423-949B-10AC-F1A9-65D301F47896}"/>
              </a:ext>
            </a:extLst>
          </p:cNvPr>
          <p:cNvSpPr/>
          <p:nvPr/>
        </p:nvSpPr>
        <p:spPr>
          <a:xfrm flipH="1">
            <a:off x="8321040" y="1371600"/>
            <a:ext cx="548640" cy="118872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8" name="Shape 5">
            <a:extLst>
              <a:ext uri="{FF2B5EF4-FFF2-40B4-BE49-F238E27FC236}">
                <a16:creationId xmlns:a16="http://schemas.microsoft.com/office/drawing/2014/main" id="{45E22DFD-D0C5-2C27-CCCC-9135FC7BCA94}"/>
              </a:ext>
            </a:extLst>
          </p:cNvPr>
          <p:cNvSpPr/>
          <p:nvPr/>
        </p:nvSpPr>
        <p:spPr>
          <a:xfrm>
            <a:off x="8869680" y="1371600"/>
            <a:ext cx="731520" cy="173736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0" name="Shape 6">
            <a:extLst>
              <a:ext uri="{FF2B5EF4-FFF2-40B4-BE49-F238E27FC236}">
                <a16:creationId xmlns:a16="http://schemas.microsoft.com/office/drawing/2014/main" id="{29BD634A-4E05-5C6D-DA27-3207321C4575}"/>
              </a:ext>
            </a:extLst>
          </p:cNvPr>
          <p:cNvSpPr/>
          <p:nvPr/>
        </p:nvSpPr>
        <p:spPr>
          <a:xfrm flipH="1">
            <a:off x="9601200" y="914400"/>
            <a:ext cx="457200" cy="219456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2" name="Shape 7">
            <a:extLst>
              <a:ext uri="{FF2B5EF4-FFF2-40B4-BE49-F238E27FC236}">
                <a16:creationId xmlns:a16="http://schemas.microsoft.com/office/drawing/2014/main" id="{43000861-7C23-277B-1127-5EB2035C4934}"/>
              </a:ext>
            </a:extLst>
          </p:cNvPr>
          <p:cNvSpPr/>
          <p:nvPr/>
        </p:nvSpPr>
        <p:spPr>
          <a:xfrm flipH="1">
            <a:off x="10972800" y="1645920"/>
            <a:ext cx="274320" cy="109728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4" name="Shape 8">
            <a:extLst>
              <a:ext uri="{FF2B5EF4-FFF2-40B4-BE49-F238E27FC236}">
                <a16:creationId xmlns:a16="http://schemas.microsoft.com/office/drawing/2014/main" id="{CC43D8C2-6EC5-AAAB-8DDE-E242A325CA24}"/>
              </a:ext>
            </a:extLst>
          </p:cNvPr>
          <p:cNvSpPr/>
          <p:nvPr/>
        </p:nvSpPr>
        <p:spPr>
          <a:xfrm>
            <a:off x="8321040" y="2560320"/>
            <a:ext cx="1280160" cy="54864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6" name="Shape 9">
            <a:extLst>
              <a:ext uri="{FF2B5EF4-FFF2-40B4-BE49-F238E27FC236}">
                <a16:creationId xmlns:a16="http://schemas.microsoft.com/office/drawing/2014/main" id="{C7D8DAC9-8808-9BEB-144A-51C40410FCDB}"/>
              </a:ext>
            </a:extLst>
          </p:cNvPr>
          <p:cNvSpPr/>
          <p:nvPr/>
        </p:nvSpPr>
        <p:spPr>
          <a:xfrm flipV="1">
            <a:off x="9601200" y="2743200"/>
            <a:ext cx="1371600" cy="36576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8" name="Shape 10">
            <a:extLst>
              <a:ext uri="{FF2B5EF4-FFF2-40B4-BE49-F238E27FC236}">
                <a16:creationId xmlns:a16="http://schemas.microsoft.com/office/drawing/2014/main" id="{1DC4B47D-6CF9-C396-57E1-02C72FCDFA39}"/>
              </a:ext>
            </a:extLst>
          </p:cNvPr>
          <p:cNvSpPr/>
          <p:nvPr/>
        </p:nvSpPr>
        <p:spPr>
          <a:xfrm flipH="1">
            <a:off x="7498080" y="2560320"/>
            <a:ext cx="822960" cy="146304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0" name="Shape 11">
            <a:extLst>
              <a:ext uri="{FF2B5EF4-FFF2-40B4-BE49-F238E27FC236}">
                <a16:creationId xmlns:a16="http://schemas.microsoft.com/office/drawing/2014/main" id="{7AB3532C-4973-C625-FDA4-39167585EB3A}"/>
              </a:ext>
            </a:extLst>
          </p:cNvPr>
          <p:cNvSpPr/>
          <p:nvPr/>
        </p:nvSpPr>
        <p:spPr>
          <a:xfrm>
            <a:off x="8321040" y="2560320"/>
            <a:ext cx="640080" cy="182880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2" name="Shape 12">
            <a:extLst>
              <a:ext uri="{FF2B5EF4-FFF2-40B4-BE49-F238E27FC236}">
                <a16:creationId xmlns:a16="http://schemas.microsoft.com/office/drawing/2014/main" id="{114768EB-FD71-0854-84BC-ADD2530D96F1}"/>
              </a:ext>
            </a:extLst>
          </p:cNvPr>
          <p:cNvSpPr/>
          <p:nvPr/>
        </p:nvSpPr>
        <p:spPr>
          <a:xfrm flipH="1">
            <a:off x="8961120" y="3108960"/>
            <a:ext cx="640080" cy="128016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4" name="Shape 13">
            <a:extLst>
              <a:ext uri="{FF2B5EF4-FFF2-40B4-BE49-F238E27FC236}">
                <a16:creationId xmlns:a16="http://schemas.microsoft.com/office/drawing/2014/main" id="{CE8CD66D-8527-1932-CC7B-0DA95A820A70}"/>
              </a:ext>
            </a:extLst>
          </p:cNvPr>
          <p:cNvSpPr/>
          <p:nvPr/>
        </p:nvSpPr>
        <p:spPr>
          <a:xfrm flipH="1">
            <a:off x="10424160" y="2743200"/>
            <a:ext cx="548640" cy="109728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6" name="Shape 14">
            <a:extLst>
              <a:ext uri="{FF2B5EF4-FFF2-40B4-BE49-F238E27FC236}">
                <a16:creationId xmlns:a16="http://schemas.microsoft.com/office/drawing/2014/main" id="{5ABE73B3-613E-37A9-B9F9-326D5E80CDEF}"/>
              </a:ext>
            </a:extLst>
          </p:cNvPr>
          <p:cNvSpPr/>
          <p:nvPr/>
        </p:nvSpPr>
        <p:spPr>
          <a:xfrm>
            <a:off x="7498080" y="4023360"/>
            <a:ext cx="1463040" cy="36576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8" name="Shape 15">
            <a:extLst>
              <a:ext uri="{FF2B5EF4-FFF2-40B4-BE49-F238E27FC236}">
                <a16:creationId xmlns:a16="http://schemas.microsoft.com/office/drawing/2014/main" id="{8BC0F6B7-221C-EFBA-8B82-71EAC9AD80AF}"/>
              </a:ext>
            </a:extLst>
          </p:cNvPr>
          <p:cNvSpPr/>
          <p:nvPr/>
        </p:nvSpPr>
        <p:spPr>
          <a:xfrm flipV="1">
            <a:off x="8961120" y="3840480"/>
            <a:ext cx="1463040" cy="54864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0" name="Shape 16">
            <a:extLst>
              <a:ext uri="{FF2B5EF4-FFF2-40B4-BE49-F238E27FC236}">
                <a16:creationId xmlns:a16="http://schemas.microsoft.com/office/drawing/2014/main" id="{F6FF6D95-D866-DAD7-7E62-1674F904945D}"/>
              </a:ext>
            </a:extLst>
          </p:cNvPr>
          <p:cNvSpPr/>
          <p:nvPr/>
        </p:nvSpPr>
        <p:spPr>
          <a:xfrm>
            <a:off x="10424160" y="3840480"/>
            <a:ext cx="1097280" cy="73152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2" name="Shape 17">
            <a:extLst>
              <a:ext uri="{FF2B5EF4-FFF2-40B4-BE49-F238E27FC236}">
                <a16:creationId xmlns:a16="http://schemas.microsoft.com/office/drawing/2014/main" id="{3D288363-9DDB-1BF8-83A1-DBA00E60E037}"/>
              </a:ext>
            </a:extLst>
          </p:cNvPr>
          <p:cNvSpPr/>
          <p:nvPr/>
        </p:nvSpPr>
        <p:spPr>
          <a:xfrm>
            <a:off x="7498080" y="4023360"/>
            <a:ext cx="548640" cy="155448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4" name="Shape 18">
            <a:extLst>
              <a:ext uri="{FF2B5EF4-FFF2-40B4-BE49-F238E27FC236}">
                <a16:creationId xmlns:a16="http://schemas.microsoft.com/office/drawing/2014/main" id="{C819EF2E-2E71-388C-26C0-5FEC339A7242}"/>
              </a:ext>
            </a:extLst>
          </p:cNvPr>
          <p:cNvSpPr/>
          <p:nvPr/>
        </p:nvSpPr>
        <p:spPr>
          <a:xfrm flipH="1">
            <a:off x="8046720" y="4389120"/>
            <a:ext cx="914400" cy="118872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6" name="Shape 19">
            <a:extLst>
              <a:ext uri="{FF2B5EF4-FFF2-40B4-BE49-F238E27FC236}">
                <a16:creationId xmlns:a16="http://schemas.microsoft.com/office/drawing/2014/main" id="{EA212947-72FD-3E79-ADB7-12DEA44D2400}"/>
              </a:ext>
            </a:extLst>
          </p:cNvPr>
          <p:cNvSpPr/>
          <p:nvPr/>
        </p:nvSpPr>
        <p:spPr>
          <a:xfrm>
            <a:off x="8961120" y="4389120"/>
            <a:ext cx="914400" cy="137160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8" name="Shape 20">
            <a:extLst>
              <a:ext uri="{FF2B5EF4-FFF2-40B4-BE49-F238E27FC236}">
                <a16:creationId xmlns:a16="http://schemas.microsoft.com/office/drawing/2014/main" id="{D6F90040-3369-C13B-C2E4-0B0A60DE98EF}"/>
              </a:ext>
            </a:extLst>
          </p:cNvPr>
          <p:cNvSpPr/>
          <p:nvPr/>
        </p:nvSpPr>
        <p:spPr>
          <a:xfrm flipH="1">
            <a:off x="9875520" y="3840480"/>
            <a:ext cx="548640" cy="192024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100" name="Shape 21">
            <a:extLst>
              <a:ext uri="{FF2B5EF4-FFF2-40B4-BE49-F238E27FC236}">
                <a16:creationId xmlns:a16="http://schemas.microsoft.com/office/drawing/2014/main" id="{71FB9A4B-250C-C9C0-C128-47734403DB10}"/>
              </a:ext>
            </a:extLst>
          </p:cNvPr>
          <p:cNvSpPr/>
          <p:nvPr/>
        </p:nvSpPr>
        <p:spPr>
          <a:xfrm flipH="1">
            <a:off x="11064240" y="4572000"/>
            <a:ext cx="457200" cy="91440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102" name="Shape 22">
            <a:extLst>
              <a:ext uri="{FF2B5EF4-FFF2-40B4-BE49-F238E27FC236}">
                <a16:creationId xmlns:a16="http://schemas.microsoft.com/office/drawing/2014/main" id="{4C6EF480-51FA-0839-5685-424D9DC2B33B}"/>
              </a:ext>
            </a:extLst>
          </p:cNvPr>
          <p:cNvSpPr/>
          <p:nvPr/>
        </p:nvSpPr>
        <p:spPr>
          <a:xfrm flipV="1">
            <a:off x="9875520" y="5486400"/>
            <a:ext cx="1188720" cy="274320"/>
          </a:xfrm>
          <a:prstGeom prst="line">
            <a:avLst/>
          </a:prstGeom>
          <a:ln w="12700">
            <a:solidFill>
              <a:srgbClr val="2A4A60">
                <a:alpha val="72000"/>
              </a:srgbClr>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104" name="Shape 23">
            <a:extLst>
              <a:ext uri="{FF2B5EF4-FFF2-40B4-BE49-F238E27FC236}">
                <a16:creationId xmlns:a16="http://schemas.microsoft.com/office/drawing/2014/main" id="{C09853F0-0FAC-B0BB-2785-E5DE1255F547}"/>
              </a:ext>
            </a:extLst>
          </p:cNvPr>
          <p:cNvSpPr/>
          <p:nvPr/>
        </p:nvSpPr>
        <p:spPr>
          <a:xfrm>
            <a:off x="7813440" y="681120"/>
            <a:ext cx="100080" cy="10008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000000"/>
              </a:solidFill>
              <a:effectLst/>
              <a:uFillTx/>
              <a:latin typeface="Arial"/>
            </a:endParaRPr>
          </a:p>
        </p:txBody>
      </p:sp>
      <p:sp>
        <p:nvSpPr>
          <p:cNvPr id="106" name="Shape 24">
            <a:extLst>
              <a:ext uri="{FF2B5EF4-FFF2-40B4-BE49-F238E27FC236}">
                <a16:creationId xmlns:a16="http://schemas.microsoft.com/office/drawing/2014/main" id="{D99E75CF-5024-C48E-926C-195E9AD43A16}"/>
              </a:ext>
            </a:extLst>
          </p:cNvPr>
          <p:cNvSpPr/>
          <p:nvPr/>
        </p:nvSpPr>
        <p:spPr>
          <a:xfrm>
            <a:off x="8819280" y="132120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08" name="Shape 25">
            <a:extLst>
              <a:ext uri="{FF2B5EF4-FFF2-40B4-BE49-F238E27FC236}">
                <a16:creationId xmlns:a16="http://schemas.microsoft.com/office/drawing/2014/main" id="{C73FDF73-CCC2-739A-6147-5F74E2F110A5}"/>
              </a:ext>
            </a:extLst>
          </p:cNvPr>
          <p:cNvSpPr/>
          <p:nvPr/>
        </p:nvSpPr>
        <p:spPr>
          <a:xfrm>
            <a:off x="10008000" y="86400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10" name="Shape 26">
            <a:extLst>
              <a:ext uri="{FF2B5EF4-FFF2-40B4-BE49-F238E27FC236}">
                <a16:creationId xmlns:a16="http://schemas.microsoft.com/office/drawing/2014/main" id="{592C6C1C-E7B5-1BEF-5CF0-5FC95D799654}"/>
              </a:ext>
            </a:extLst>
          </p:cNvPr>
          <p:cNvSpPr/>
          <p:nvPr/>
        </p:nvSpPr>
        <p:spPr>
          <a:xfrm>
            <a:off x="11196720" y="159552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12" name="Shape 27">
            <a:extLst>
              <a:ext uri="{FF2B5EF4-FFF2-40B4-BE49-F238E27FC236}">
                <a16:creationId xmlns:a16="http://schemas.microsoft.com/office/drawing/2014/main" id="{AA4E5A68-5BEE-2EDA-A788-22FFBB088F59}"/>
              </a:ext>
            </a:extLst>
          </p:cNvPr>
          <p:cNvSpPr/>
          <p:nvPr/>
        </p:nvSpPr>
        <p:spPr>
          <a:xfrm>
            <a:off x="8270640" y="2509920"/>
            <a:ext cx="100080" cy="10008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000000"/>
              </a:solidFill>
              <a:effectLst/>
              <a:uFillTx/>
              <a:latin typeface="Arial"/>
            </a:endParaRPr>
          </a:p>
        </p:txBody>
      </p:sp>
      <p:sp>
        <p:nvSpPr>
          <p:cNvPr id="114" name="Shape 28">
            <a:extLst>
              <a:ext uri="{FF2B5EF4-FFF2-40B4-BE49-F238E27FC236}">
                <a16:creationId xmlns:a16="http://schemas.microsoft.com/office/drawing/2014/main" id="{AC0FB891-EB53-0EE1-0B1D-13EEC8885A80}"/>
              </a:ext>
            </a:extLst>
          </p:cNvPr>
          <p:cNvSpPr/>
          <p:nvPr/>
        </p:nvSpPr>
        <p:spPr>
          <a:xfrm>
            <a:off x="9550800" y="305856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16" name="Shape 29">
            <a:extLst>
              <a:ext uri="{FF2B5EF4-FFF2-40B4-BE49-F238E27FC236}">
                <a16:creationId xmlns:a16="http://schemas.microsoft.com/office/drawing/2014/main" id="{28E915E4-332B-EBB8-1B64-A4FCD58B619F}"/>
              </a:ext>
            </a:extLst>
          </p:cNvPr>
          <p:cNvSpPr/>
          <p:nvPr/>
        </p:nvSpPr>
        <p:spPr>
          <a:xfrm>
            <a:off x="10922400" y="269280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18" name="Shape 30">
            <a:extLst>
              <a:ext uri="{FF2B5EF4-FFF2-40B4-BE49-F238E27FC236}">
                <a16:creationId xmlns:a16="http://schemas.microsoft.com/office/drawing/2014/main" id="{20DB95A2-6B2D-8DE5-DB08-3DC63025D746}"/>
              </a:ext>
            </a:extLst>
          </p:cNvPr>
          <p:cNvSpPr/>
          <p:nvPr/>
        </p:nvSpPr>
        <p:spPr>
          <a:xfrm>
            <a:off x="7447680" y="397296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20" name="Shape 31">
            <a:extLst>
              <a:ext uri="{FF2B5EF4-FFF2-40B4-BE49-F238E27FC236}">
                <a16:creationId xmlns:a16="http://schemas.microsoft.com/office/drawing/2014/main" id="{8BEB55B1-1308-A8AA-3397-BD195E1BF3BB}"/>
              </a:ext>
            </a:extLst>
          </p:cNvPr>
          <p:cNvSpPr/>
          <p:nvPr/>
        </p:nvSpPr>
        <p:spPr>
          <a:xfrm>
            <a:off x="8910720" y="4338720"/>
            <a:ext cx="100080" cy="10008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000000"/>
              </a:solidFill>
              <a:effectLst/>
              <a:uFillTx/>
              <a:latin typeface="Arial"/>
            </a:endParaRPr>
          </a:p>
        </p:txBody>
      </p:sp>
      <p:sp>
        <p:nvSpPr>
          <p:cNvPr id="122" name="Shape 32">
            <a:extLst>
              <a:ext uri="{FF2B5EF4-FFF2-40B4-BE49-F238E27FC236}">
                <a16:creationId xmlns:a16="http://schemas.microsoft.com/office/drawing/2014/main" id="{DBDB1F71-FFEB-74A1-DC84-91A58978B8DE}"/>
              </a:ext>
            </a:extLst>
          </p:cNvPr>
          <p:cNvSpPr/>
          <p:nvPr/>
        </p:nvSpPr>
        <p:spPr>
          <a:xfrm>
            <a:off x="10373760" y="379008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24" name="Shape 33">
            <a:extLst>
              <a:ext uri="{FF2B5EF4-FFF2-40B4-BE49-F238E27FC236}">
                <a16:creationId xmlns:a16="http://schemas.microsoft.com/office/drawing/2014/main" id="{A828E688-09D1-2F8B-0721-3FD0287D7A0A}"/>
              </a:ext>
            </a:extLst>
          </p:cNvPr>
          <p:cNvSpPr/>
          <p:nvPr/>
        </p:nvSpPr>
        <p:spPr>
          <a:xfrm>
            <a:off x="11471040" y="452160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26" name="Shape 34">
            <a:extLst>
              <a:ext uri="{FF2B5EF4-FFF2-40B4-BE49-F238E27FC236}">
                <a16:creationId xmlns:a16="http://schemas.microsoft.com/office/drawing/2014/main" id="{C1EAFC68-B276-717F-0E33-55BFD6A5C0CB}"/>
              </a:ext>
            </a:extLst>
          </p:cNvPr>
          <p:cNvSpPr/>
          <p:nvPr/>
        </p:nvSpPr>
        <p:spPr>
          <a:xfrm>
            <a:off x="7996320" y="552744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28" name="Shape 35">
            <a:extLst>
              <a:ext uri="{FF2B5EF4-FFF2-40B4-BE49-F238E27FC236}">
                <a16:creationId xmlns:a16="http://schemas.microsoft.com/office/drawing/2014/main" id="{F64E05AD-D0A4-E521-FA99-600EC0E7B559}"/>
              </a:ext>
            </a:extLst>
          </p:cNvPr>
          <p:cNvSpPr/>
          <p:nvPr/>
        </p:nvSpPr>
        <p:spPr>
          <a:xfrm>
            <a:off x="9825120" y="5710320"/>
            <a:ext cx="100080" cy="10008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000000"/>
              </a:solidFill>
              <a:effectLst/>
              <a:uFillTx/>
              <a:latin typeface="Arial"/>
            </a:endParaRPr>
          </a:p>
        </p:txBody>
      </p:sp>
      <p:sp>
        <p:nvSpPr>
          <p:cNvPr id="130" name="Shape 36">
            <a:extLst>
              <a:ext uri="{FF2B5EF4-FFF2-40B4-BE49-F238E27FC236}">
                <a16:creationId xmlns:a16="http://schemas.microsoft.com/office/drawing/2014/main" id="{ABD02BD1-CB32-6029-CF9F-C94195555697}"/>
              </a:ext>
            </a:extLst>
          </p:cNvPr>
          <p:cNvSpPr/>
          <p:nvPr/>
        </p:nvSpPr>
        <p:spPr>
          <a:xfrm>
            <a:off x="11013840" y="5436000"/>
            <a:ext cx="100080" cy="100080"/>
          </a:xfrm>
          <a:prstGeom prst="ellipse">
            <a:avLst/>
          </a:prstGeom>
          <a:solidFill>
            <a:srgbClr val="3C6178"/>
          </a:solidFill>
          <a:ln w="12700">
            <a:solidFill>
              <a:srgbClr val="3C6178"/>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en-US" sz="1800" b="0" u="none" strike="noStrike">
              <a:solidFill>
                <a:srgbClr val="FFFFFF"/>
              </a:solidFill>
              <a:effectLst/>
              <a:uFillTx/>
              <a:latin typeface="Arial"/>
            </a:endParaRPr>
          </a:p>
        </p:txBody>
      </p:sp>
      <p:sp>
        <p:nvSpPr>
          <p:cNvPr id="132" name="Text 43">
            <a:extLst>
              <a:ext uri="{FF2B5EF4-FFF2-40B4-BE49-F238E27FC236}">
                <a16:creationId xmlns:a16="http://schemas.microsoft.com/office/drawing/2014/main" id="{88C7C933-80AB-3A03-16B9-BC3A8F667F95}"/>
              </a:ext>
            </a:extLst>
          </p:cNvPr>
          <p:cNvSpPr/>
          <p:nvPr/>
        </p:nvSpPr>
        <p:spPr>
          <a:xfrm>
            <a:off x="7863840" y="5344200"/>
            <a:ext cx="10512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00" b="1" u="none" strike="noStrike">
                <a:solidFill>
                  <a:srgbClr val="FFFFFF"/>
                </a:solidFill>
                <a:effectLst/>
                <a:uFillTx/>
                <a:latin typeface="Inter"/>
                <a:ea typeface="Inter"/>
              </a:rPr>
              <a:t>Line 7</a:t>
            </a:r>
            <a:endParaRPr lang="en-US" sz="1100" b="0" u="none" strike="noStrike">
              <a:solidFill>
                <a:srgbClr val="FFFFFF"/>
              </a:solidFill>
              <a:effectLst/>
              <a:uFillTx/>
              <a:latin typeface="Arial"/>
            </a:endParaRPr>
          </a:p>
        </p:txBody>
      </p:sp>
      <p:sp>
        <p:nvSpPr>
          <p:cNvPr id="134" name="Text 46">
            <a:extLst>
              <a:ext uri="{FF2B5EF4-FFF2-40B4-BE49-F238E27FC236}">
                <a16:creationId xmlns:a16="http://schemas.microsoft.com/office/drawing/2014/main" id="{A2B44B3B-4927-35E6-1650-2D28C95C9F9C}"/>
              </a:ext>
            </a:extLst>
          </p:cNvPr>
          <p:cNvSpPr/>
          <p:nvPr/>
        </p:nvSpPr>
        <p:spPr>
          <a:xfrm>
            <a:off x="9326880" y="5294520"/>
            <a:ext cx="10512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00" b="1" u="none" strike="noStrike">
                <a:solidFill>
                  <a:srgbClr val="FFFFFF"/>
                </a:solidFill>
                <a:effectLst/>
                <a:uFillTx/>
                <a:latin typeface="Inter"/>
                <a:ea typeface="Inter"/>
              </a:rPr>
              <a:t>Line 3</a:t>
            </a:r>
            <a:endParaRPr lang="en-US" sz="1100" b="0" u="none" strike="noStrike">
              <a:solidFill>
                <a:srgbClr val="FFFFFF"/>
              </a:solidFill>
              <a:effectLst/>
              <a:uFillTx/>
              <a:latin typeface="Arial"/>
            </a:endParaRPr>
          </a:p>
        </p:txBody>
      </p:sp>
      <p:sp>
        <p:nvSpPr>
          <p:cNvPr id="136" name="Text 19">
            <a:extLst>
              <a:ext uri="{FF2B5EF4-FFF2-40B4-BE49-F238E27FC236}">
                <a16:creationId xmlns:a16="http://schemas.microsoft.com/office/drawing/2014/main" id="{B2E79441-2DA2-A346-5618-FD91594EE598}"/>
              </a:ext>
            </a:extLst>
          </p:cNvPr>
          <p:cNvSpPr/>
          <p:nvPr/>
        </p:nvSpPr>
        <p:spPr>
          <a:xfrm>
            <a:off x="1042658" y="5599991"/>
            <a:ext cx="479506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b="0" u="none" strike="noStrike" dirty="0">
                <a:effectLst/>
                <a:uFillTx/>
                <a:latin typeface="Inter"/>
                <a:ea typeface="Inter"/>
              </a:rPr>
              <a:t>Capacity tᵢⱼ bounds the flow pᵢⱼ.</a:t>
            </a:r>
            <a:endParaRPr lang="en-US" b="0" u="none" strike="noStrike" dirty="0">
              <a:effectLst/>
              <a:uFillTx/>
              <a:latin typeface="Arial"/>
            </a:endParaRPr>
          </a:p>
        </p:txBody>
      </p:sp>
      <p:sp>
        <p:nvSpPr>
          <p:cNvPr id="138" name="Text 6">
            <a:extLst>
              <a:ext uri="{FF2B5EF4-FFF2-40B4-BE49-F238E27FC236}">
                <a16:creationId xmlns:a16="http://schemas.microsoft.com/office/drawing/2014/main" id="{17FF684B-CEEC-645A-D562-B3212704393B}"/>
              </a:ext>
            </a:extLst>
          </p:cNvPr>
          <p:cNvSpPr/>
          <p:nvPr/>
        </p:nvSpPr>
        <p:spPr>
          <a:xfrm>
            <a:off x="1245090" y="2806171"/>
            <a:ext cx="479506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b="0" u="none" strike="noStrike" dirty="0">
                <a:effectLst/>
                <a:uFillTx/>
                <a:latin typeface="Inter"/>
                <a:ea typeface="Inter"/>
              </a:rPr>
              <a:t>Power cannot appear or disappear at a bus.</a:t>
            </a:r>
            <a:endParaRPr lang="en-US" b="0" u="none" strike="noStrike" dirty="0">
              <a:effectLst/>
              <a:uFillTx/>
              <a:latin typeface="Arial"/>
            </a:endParaRPr>
          </a:p>
        </p:txBody>
      </p:sp>
    </p:spTree>
    <p:extLst>
      <p:ext uri="{BB962C8B-B14F-4D97-AF65-F5344CB8AC3E}">
        <p14:creationId xmlns:p14="http://schemas.microsoft.com/office/powerpoint/2010/main" val="4020135143"/>
      </p:ext>
    </p:extLst>
  </p:cSld>
  <p:clrMapOvr>
    <a:masterClrMapping/>
  </p:clrMapOvr>
  <p:transition spd="slow">
    <p:push/>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Rectangle: Rounded Corners 92">
            <a:extLst>
              <a:ext uri="{FF2B5EF4-FFF2-40B4-BE49-F238E27FC236}">
                <a16:creationId xmlns:a16="http://schemas.microsoft.com/office/drawing/2014/main" id="{B76C1D81-F893-1D34-BE6B-EDBDC62F724F}"/>
              </a:ext>
            </a:extLst>
          </p:cNvPr>
          <p:cNvSpPr/>
          <p:nvPr/>
        </p:nvSpPr>
        <p:spPr>
          <a:xfrm>
            <a:off x="571153" y="2754154"/>
            <a:ext cx="3254150" cy="346425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itle 31"/>
          <p:cNvSpPr>
            <a:spLocks noGrp="1"/>
          </p:cNvSpPr>
          <p:nvPr>
            <p:ph type="title"/>
          </p:nvPr>
        </p:nvSpPr>
        <p:spPr>
          <a:xfrm>
            <a:off x="840349" y="69423"/>
            <a:ext cx="4083304" cy="1357295"/>
          </a:xfrm>
        </p:spPr>
        <p:txBody>
          <a:bodyPr/>
          <a:lstStyle/>
          <a:p>
            <a:r>
              <a:rPr lang="en-US" b="1" dirty="0">
                <a:gradFill>
                  <a:gsLst>
                    <a:gs pos="15000">
                      <a:schemeClr val="bg1"/>
                    </a:gs>
                    <a:gs pos="47000">
                      <a:schemeClr val="bg1"/>
                    </a:gs>
                  </a:gsLst>
                  <a:lin ang="5400000" scaled="1"/>
                </a:gradFill>
              </a:rPr>
              <a:t>MOTIVATION</a:t>
            </a:r>
            <a:br>
              <a:rPr lang="en-US" b="1" dirty="0">
                <a:gradFill>
                  <a:gsLst>
                    <a:gs pos="15000">
                      <a:schemeClr val="bg1"/>
                    </a:gs>
                    <a:gs pos="47000">
                      <a:schemeClr val="bg1"/>
                    </a:gs>
                  </a:gsLst>
                  <a:lin ang="5400000" scaled="1"/>
                </a:gradFill>
              </a:rPr>
            </a:br>
            <a:r>
              <a:rPr lang="en-US" b="1" dirty="0">
                <a:gradFill>
                  <a:gsLst>
                    <a:gs pos="15000">
                      <a:schemeClr val="bg1"/>
                    </a:gs>
                    <a:gs pos="47000">
                      <a:schemeClr val="bg1"/>
                    </a:gs>
                  </a:gsLst>
                  <a:lin ang="5400000" scaled="1"/>
                </a:gradFill>
              </a:rPr>
              <a:t>	FOR SEQUIN</a:t>
            </a:r>
          </a:p>
        </p:txBody>
      </p:sp>
      <p:sp>
        <p:nvSpPr>
          <p:cNvPr id="58" name="Text Placeholder 5">
            <a:extLst>
              <a:ext uri="{FF2B5EF4-FFF2-40B4-BE49-F238E27FC236}">
                <a16:creationId xmlns:a16="http://schemas.microsoft.com/office/drawing/2014/main" id="{D3976B5B-EFCB-6B77-6ED0-A49C908C5691}"/>
              </a:ext>
            </a:extLst>
          </p:cNvPr>
          <p:cNvSpPr txBox="1">
            <a:spLocks/>
          </p:cNvSpPr>
          <p:nvPr/>
        </p:nvSpPr>
        <p:spPr>
          <a:xfrm>
            <a:off x="5274233" y="372237"/>
            <a:ext cx="9084398" cy="590931"/>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2400" b="1" kern="1200">
                <a:gradFill>
                  <a:gsLst>
                    <a:gs pos="15000">
                      <a:schemeClr val="tx1"/>
                    </a:gs>
                    <a:gs pos="47000">
                      <a:schemeClr val="tx1"/>
                    </a:gs>
                  </a:gsLst>
                  <a:lin ang="5400000" scaled="1"/>
                </a:gradFill>
                <a:latin typeface="+mn-lt"/>
                <a:ea typeface="+mn-ea"/>
                <a:cs typeface="+mn-cs"/>
              </a:defRPr>
            </a:lvl1pPr>
            <a:lvl2pPr marL="0" indent="0" algn="l" defTabSz="914400" rtl="0" eaLnBrk="1" latinLnBrk="0" hangingPunct="1">
              <a:lnSpc>
                <a:spcPct val="90000"/>
              </a:lnSpc>
              <a:spcBef>
                <a:spcPts val="500"/>
              </a:spcBef>
              <a:buFont typeface="Arial" panose="020B0604020202020204" pitchFamily="34" charset="0"/>
              <a:buNone/>
              <a:defRPr sz="2000" kern="1200">
                <a:solidFill>
                  <a:schemeClr val="tx1">
                    <a:lumMod val="65000"/>
                    <a:lumOff val="35000"/>
                  </a:schemeClr>
                </a:solidFill>
                <a:latin typeface="+mn-lt"/>
                <a:ea typeface="+mn-ea"/>
                <a:cs typeface="+mn-cs"/>
              </a:defRPr>
            </a:lvl2pPr>
            <a:lvl3pPr marL="0" indent="0" algn="l" defTabSz="914400" rtl="0" eaLnBrk="1" latinLnBrk="0" hangingPunct="1">
              <a:lnSpc>
                <a:spcPct val="90000"/>
              </a:lnSpc>
              <a:spcBef>
                <a:spcPts val="1200"/>
              </a:spcBef>
              <a:spcAft>
                <a:spcPts val="1200"/>
              </a:spcAft>
              <a:buFont typeface="Arial" panose="020B0604020202020204" pitchFamily="34" charset="0"/>
              <a:buNone/>
              <a:defRPr sz="2000" b="1" kern="1200">
                <a:solidFill>
                  <a:schemeClr val="tx2"/>
                </a:solidFill>
                <a:latin typeface="+mn-lt"/>
                <a:ea typeface="+mn-ea"/>
                <a:cs typeface="+mn-cs"/>
              </a:defRPr>
            </a:lvl3pPr>
            <a:lvl4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1">
                    <a:lumMod val="85000"/>
                    <a:lumOff val="15000"/>
                  </a:schemeClr>
                </a:solidFill>
                <a:latin typeface="+mn-lt"/>
                <a:ea typeface="+mn-ea"/>
                <a:cs typeface="+mn-cs"/>
              </a:defRPr>
            </a:lvl4pPr>
            <a:lvl5pPr marL="0" indent="0" algn="l" defTabSz="914400" rtl="0" eaLnBrk="1" latinLnBrk="0" hangingPunct="1">
              <a:lnSpc>
                <a:spcPct val="90000"/>
              </a:lnSpc>
              <a:spcBef>
                <a:spcPts val="0"/>
              </a:spcBef>
              <a:spcAft>
                <a:spcPts val="1200"/>
              </a:spcAft>
              <a:buFont typeface="Arial" panose="020B0604020202020204" pitchFamily="34" charset="0"/>
              <a:buNone/>
              <a:defRPr sz="16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Traditional vs Sequential</a:t>
            </a:r>
          </a:p>
        </p:txBody>
      </p:sp>
      <p:cxnSp>
        <p:nvCxnSpPr>
          <p:cNvPr id="59" name="Connector: Curved 58">
            <a:extLst>
              <a:ext uri="{FF2B5EF4-FFF2-40B4-BE49-F238E27FC236}">
                <a16:creationId xmlns:a16="http://schemas.microsoft.com/office/drawing/2014/main" id="{97BDEC5C-A945-B000-78BE-259B2ED2F8F3}"/>
              </a:ext>
            </a:extLst>
          </p:cNvPr>
          <p:cNvCxnSpPr>
            <a:stCxn id="79" idx="4"/>
            <a:endCxn id="80" idx="0"/>
          </p:cNvCxnSpPr>
          <p:nvPr/>
        </p:nvCxnSpPr>
        <p:spPr>
          <a:xfrm>
            <a:off x="10782300" y="3067050"/>
            <a:ext cx="0" cy="542925"/>
          </a:xfrm>
          <a:prstGeom prst="curvedConnector2">
            <a:avLst/>
          </a:prstGeom>
          <a:ln w="23813">
            <a:solidFill>
              <a:srgbClr val="244BD6"/>
            </a:solidFill>
            <a:prstDash val="solid"/>
            <a:tailEnd type="triangle" w="sm" len="sm"/>
          </a:ln>
        </p:spPr>
      </p:cxnSp>
      <p:cxnSp>
        <p:nvCxnSpPr>
          <p:cNvPr id="60" name="Straight Arrow Connector 59">
            <a:extLst>
              <a:ext uri="{FF2B5EF4-FFF2-40B4-BE49-F238E27FC236}">
                <a16:creationId xmlns:a16="http://schemas.microsoft.com/office/drawing/2014/main" id="{33C8EF12-0CAC-4A3C-DBE6-377EB440C6CA}"/>
              </a:ext>
            </a:extLst>
          </p:cNvPr>
          <p:cNvCxnSpPr>
            <a:stCxn id="78" idx="6"/>
            <a:endCxn id="79" idx="2"/>
          </p:cNvCxnSpPr>
          <p:nvPr/>
        </p:nvCxnSpPr>
        <p:spPr>
          <a:xfrm>
            <a:off x="9144000" y="2676525"/>
            <a:ext cx="1247775" cy="0"/>
          </a:xfrm>
          <a:prstGeom prst="straightConnector1">
            <a:avLst/>
          </a:prstGeom>
          <a:ln w="23813">
            <a:solidFill>
              <a:srgbClr val="244BD6"/>
            </a:solidFill>
            <a:prstDash val="solid"/>
            <a:tailEnd type="triangle" w="sm" len="sm"/>
          </a:ln>
        </p:spPr>
      </p:cxnSp>
      <p:sp>
        <p:nvSpPr>
          <p:cNvPr id="61" name="text-4">
            <a:extLst>
              <a:ext uri="{FF2B5EF4-FFF2-40B4-BE49-F238E27FC236}">
                <a16:creationId xmlns:a16="http://schemas.microsoft.com/office/drawing/2014/main" id="{718FCAE2-D7B0-98C8-E6A7-9FF5B7D1D173}"/>
              </a:ext>
            </a:extLst>
          </p:cNvPr>
          <p:cNvSpPr>
            <a:spLocks noGrp="1"/>
          </p:cNvSpPr>
          <p:nvPr/>
        </p:nvSpPr>
        <p:spPr>
          <a:xfrm>
            <a:off x="4448175" y="1581150"/>
            <a:ext cx="3476625" cy="438150"/>
          </a:xfrm>
          <a:prstGeom prst="rect">
            <a:avLst/>
          </a:prstGeom>
          <a:noFill/>
          <a:ln w="0">
            <a:noFill/>
            <a:prstDash val="solid"/>
          </a:ln>
        </p:spPr>
        <p:txBody>
          <a:bodyPr wrap="square" lIns="0" tIns="0" rIns="0" bIns="0" anchor="t">
            <a:noAutofit/>
          </a:bodyPr>
          <a:lstStyle>
            <a:defPPr algn="l">
              <a:defRPr sz="2550" b="1">
                <a:solidFill>
                  <a:srgbClr val="20252A"/>
                </a:solidFill>
                <a:latin typeface="Nimbus Sans"/>
                <a:ea typeface="Nimbus Sans"/>
                <a:cs typeface="Nimbus Sans"/>
              </a:defRPr>
            </a:defPPr>
            <a:lvl1pPr algn="l">
              <a:defRPr sz="2550" b="1">
                <a:solidFill>
                  <a:srgbClr val="20252A"/>
                </a:solidFill>
                <a:latin typeface="Nimbus Sans"/>
                <a:ea typeface="Nimbus Sans"/>
                <a:cs typeface="Nimbus Sans"/>
              </a:defRPr>
            </a:lvl1pPr>
            <a:lvl2pPr algn="l">
              <a:defRPr sz="2550" b="1">
                <a:solidFill>
                  <a:srgbClr val="20252A"/>
                </a:solidFill>
                <a:latin typeface="Nimbus Sans"/>
                <a:ea typeface="Nimbus Sans"/>
                <a:cs typeface="Nimbus Sans"/>
              </a:defRPr>
            </a:lvl2pPr>
            <a:lvl3pPr algn="l">
              <a:defRPr sz="2550" b="1">
                <a:solidFill>
                  <a:srgbClr val="20252A"/>
                </a:solidFill>
                <a:latin typeface="Nimbus Sans"/>
                <a:ea typeface="Nimbus Sans"/>
                <a:cs typeface="Nimbus Sans"/>
              </a:defRPr>
            </a:lvl3pPr>
            <a:lvl4pPr algn="l">
              <a:defRPr sz="2550" b="1">
                <a:solidFill>
                  <a:srgbClr val="20252A"/>
                </a:solidFill>
                <a:latin typeface="Nimbus Sans"/>
                <a:ea typeface="Nimbus Sans"/>
                <a:cs typeface="Nimbus Sans"/>
              </a:defRPr>
            </a:lvl4pPr>
            <a:lvl5pPr algn="l">
              <a:defRPr sz="2550" b="1">
                <a:solidFill>
                  <a:srgbClr val="20252A"/>
                </a:solidFill>
                <a:latin typeface="Nimbus Sans"/>
                <a:ea typeface="Nimbus Sans"/>
                <a:cs typeface="Nimbus Sans"/>
              </a:defRPr>
            </a:lvl5pPr>
            <a:lvl6pPr algn="l">
              <a:defRPr sz="2550" b="1">
                <a:solidFill>
                  <a:srgbClr val="20252A"/>
                </a:solidFill>
                <a:latin typeface="Nimbus Sans"/>
                <a:ea typeface="Nimbus Sans"/>
                <a:cs typeface="Nimbus Sans"/>
              </a:defRPr>
            </a:lvl6pPr>
            <a:lvl7pPr algn="l">
              <a:defRPr sz="2550" b="1">
                <a:solidFill>
                  <a:srgbClr val="20252A"/>
                </a:solidFill>
                <a:latin typeface="Nimbus Sans"/>
                <a:ea typeface="Nimbus Sans"/>
                <a:cs typeface="Nimbus Sans"/>
              </a:defRPr>
            </a:lvl7pPr>
            <a:lvl8pPr algn="l">
              <a:defRPr sz="2550" b="1">
                <a:solidFill>
                  <a:srgbClr val="20252A"/>
                </a:solidFill>
                <a:latin typeface="Nimbus Sans"/>
                <a:ea typeface="Nimbus Sans"/>
                <a:cs typeface="Nimbus Sans"/>
              </a:defRPr>
            </a:lvl8pPr>
            <a:lvl9pPr algn="l">
              <a:defRPr sz="2550" b="1">
                <a:solidFill>
                  <a:srgbClr val="20252A"/>
                </a:solidFill>
                <a:latin typeface="Nimbus Sans"/>
                <a:ea typeface="Nimbus Sans"/>
                <a:cs typeface="Nimbus Sans"/>
              </a:defRPr>
            </a:lvl9pPr>
          </a:lstStyle>
          <a:p>
            <a:pPr algn="l">
              <a:defRPr sz="2550" b="1">
                <a:solidFill>
                  <a:srgbClr val="20252A"/>
                </a:solidFill>
                <a:latin typeface="Nimbus Sans"/>
                <a:ea typeface="Nimbus Sans"/>
                <a:cs typeface="Nimbus Sans"/>
              </a:defRPr>
            </a:pPr>
            <a:r>
              <a:rPr sz="2550" b="1" dirty="0">
                <a:solidFill>
                  <a:srgbClr val="20252A"/>
                </a:solidFill>
                <a:latin typeface="Nimbus Sans"/>
                <a:ea typeface="Nimbus Sans"/>
                <a:cs typeface="Nimbus Sans"/>
              </a:rPr>
              <a:t>Simultaneous N-k</a:t>
            </a:r>
          </a:p>
        </p:txBody>
      </p:sp>
      <p:sp>
        <p:nvSpPr>
          <p:cNvPr id="62" name="text-5">
            <a:extLst>
              <a:ext uri="{FF2B5EF4-FFF2-40B4-BE49-F238E27FC236}">
                <a16:creationId xmlns:a16="http://schemas.microsoft.com/office/drawing/2014/main" id="{BD19D314-3C9D-8D31-C8C8-05C8E34E75D3}"/>
              </a:ext>
            </a:extLst>
          </p:cNvPr>
          <p:cNvSpPr>
            <a:spLocks noGrp="1"/>
          </p:cNvSpPr>
          <p:nvPr/>
        </p:nvSpPr>
        <p:spPr>
          <a:xfrm>
            <a:off x="8353425" y="1581150"/>
            <a:ext cx="3333750" cy="438150"/>
          </a:xfrm>
          <a:prstGeom prst="rect">
            <a:avLst/>
          </a:prstGeom>
          <a:noFill/>
          <a:ln w="0">
            <a:noFill/>
            <a:prstDash val="solid"/>
          </a:ln>
        </p:spPr>
        <p:txBody>
          <a:bodyPr wrap="square" lIns="0" tIns="0" rIns="0" bIns="0" anchor="t">
            <a:noAutofit/>
          </a:bodyPr>
          <a:lstStyle>
            <a:defPPr algn="l">
              <a:defRPr sz="2550" b="1">
                <a:solidFill>
                  <a:srgbClr val="244BD6"/>
                </a:solidFill>
                <a:latin typeface="Nimbus Sans"/>
                <a:ea typeface="Nimbus Sans"/>
                <a:cs typeface="Nimbus Sans"/>
              </a:defRPr>
            </a:defPPr>
            <a:lvl1pPr algn="l">
              <a:defRPr sz="2550" b="1">
                <a:solidFill>
                  <a:srgbClr val="244BD6"/>
                </a:solidFill>
                <a:latin typeface="Nimbus Sans"/>
                <a:ea typeface="Nimbus Sans"/>
                <a:cs typeface="Nimbus Sans"/>
              </a:defRPr>
            </a:lvl1pPr>
            <a:lvl2pPr algn="l">
              <a:defRPr sz="2550" b="1">
                <a:solidFill>
                  <a:srgbClr val="244BD6"/>
                </a:solidFill>
                <a:latin typeface="Nimbus Sans"/>
                <a:ea typeface="Nimbus Sans"/>
                <a:cs typeface="Nimbus Sans"/>
              </a:defRPr>
            </a:lvl2pPr>
            <a:lvl3pPr algn="l">
              <a:defRPr sz="2550" b="1">
                <a:solidFill>
                  <a:srgbClr val="244BD6"/>
                </a:solidFill>
                <a:latin typeface="Nimbus Sans"/>
                <a:ea typeface="Nimbus Sans"/>
                <a:cs typeface="Nimbus Sans"/>
              </a:defRPr>
            </a:lvl3pPr>
            <a:lvl4pPr algn="l">
              <a:defRPr sz="2550" b="1">
                <a:solidFill>
                  <a:srgbClr val="244BD6"/>
                </a:solidFill>
                <a:latin typeface="Nimbus Sans"/>
                <a:ea typeface="Nimbus Sans"/>
                <a:cs typeface="Nimbus Sans"/>
              </a:defRPr>
            </a:lvl4pPr>
            <a:lvl5pPr algn="l">
              <a:defRPr sz="2550" b="1">
                <a:solidFill>
                  <a:srgbClr val="244BD6"/>
                </a:solidFill>
                <a:latin typeface="Nimbus Sans"/>
                <a:ea typeface="Nimbus Sans"/>
                <a:cs typeface="Nimbus Sans"/>
              </a:defRPr>
            </a:lvl5pPr>
            <a:lvl6pPr algn="l">
              <a:defRPr sz="2550" b="1">
                <a:solidFill>
                  <a:srgbClr val="244BD6"/>
                </a:solidFill>
                <a:latin typeface="Nimbus Sans"/>
                <a:ea typeface="Nimbus Sans"/>
                <a:cs typeface="Nimbus Sans"/>
              </a:defRPr>
            </a:lvl6pPr>
            <a:lvl7pPr algn="l">
              <a:defRPr sz="2550" b="1">
                <a:solidFill>
                  <a:srgbClr val="244BD6"/>
                </a:solidFill>
                <a:latin typeface="Nimbus Sans"/>
                <a:ea typeface="Nimbus Sans"/>
                <a:cs typeface="Nimbus Sans"/>
              </a:defRPr>
            </a:lvl7pPr>
            <a:lvl8pPr algn="l">
              <a:defRPr sz="2550" b="1">
                <a:solidFill>
                  <a:srgbClr val="244BD6"/>
                </a:solidFill>
                <a:latin typeface="Nimbus Sans"/>
                <a:ea typeface="Nimbus Sans"/>
                <a:cs typeface="Nimbus Sans"/>
              </a:defRPr>
            </a:lvl8pPr>
            <a:lvl9pPr algn="l">
              <a:defRPr sz="2550" b="1">
                <a:solidFill>
                  <a:srgbClr val="244BD6"/>
                </a:solidFill>
                <a:latin typeface="Nimbus Sans"/>
                <a:ea typeface="Nimbus Sans"/>
                <a:cs typeface="Nimbus Sans"/>
              </a:defRPr>
            </a:lvl9pPr>
          </a:lstStyle>
          <a:p>
            <a:pPr algn="l">
              <a:defRPr sz="2550" b="1">
                <a:solidFill>
                  <a:srgbClr val="244BD6"/>
                </a:solidFill>
                <a:latin typeface="Nimbus Sans"/>
                <a:ea typeface="Nimbus Sans"/>
                <a:cs typeface="Nimbus Sans"/>
              </a:defRPr>
            </a:pPr>
            <a:r>
              <a:rPr sz="2550" b="1">
                <a:solidFill>
                  <a:srgbClr val="244BD6"/>
                </a:solidFill>
                <a:latin typeface="Nimbus Sans"/>
                <a:ea typeface="Nimbus Sans"/>
                <a:cs typeface="Nimbus Sans"/>
              </a:rPr>
              <a:t>Sequential N-k</a:t>
            </a:r>
          </a:p>
        </p:txBody>
      </p:sp>
      <p:sp>
        <p:nvSpPr>
          <p:cNvPr id="63" name="line-20">
            <a:extLst>
              <a:ext uri="{FF2B5EF4-FFF2-40B4-BE49-F238E27FC236}">
                <a16:creationId xmlns:a16="http://schemas.microsoft.com/office/drawing/2014/main" id="{A32919F9-8B62-F313-285B-3E5793AF5E27}"/>
              </a:ext>
            </a:extLst>
          </p:cNvPr>
          <p:cNvSpPr>
            <a:spLocks noGrp="1"/>
          </p:cNvSpPr>
          <p:nvPr/>
        </p:nvSpPr>
        <p:spPr>
          <a:xfrm flipV="1">
            <a:off x="4743450" y="2535079"/>
            <a:ext cx="709422" cy="612934"/>
          </a:xfrm>
          <a:prstGeom prst="line">
            <a:avLst/>
          </a:prstGeom>
          <a:noFill/>
          <a:ln w="23813">
            <a:solidFill>
              <a:srgbClr val="244BD6"/>
            </a:solidFill>
            <a:prstDash val="solid"/>
          </a:ln>
        </p:spPr>
        <p:txBody>
          <a:bodyPr/>
          <a:lstStyle/>
          <a:p>
            <a:endParaRPr lang="en-IN"/>
          </a:p>
        </p:txBody>
      </p:sp>
      <p:sp>
        <p:nvSpPr>
          <p:cNvPr id="64" name="line-21">
            <a:extLst>
              <a:ext uri="{FF2B5EF4-FFF2-40B4-BE49-F238E27FC236}">
                <a16:creationId xmlns:a16="http://schemas.microsoft.com/office/drawing/2014/main" id="{97B808DF-0193-6798-5945-2E341C449F3D}"/>
              </a:ext>
            </a:extLst>
          </p:cNvPr>
          <p:cNvSpPr>
            <a:spLocks noGrp="1"/>
          </p:cNvSpPr>
          <p:nvPr/>
        </p:nvSpPr>
        <p:spPr>
          <a:xfrm>
            <a:off x="4743450" y="3148013"/>
            <a:ext cx="709422" cy="544830"/>
          </a:xfrm>
          <a:prstGeom prst="line">
            <a:avLst/>
          </a:prstGeom>
          <a:noFill/>
          <a:ln w="33338">
            <a:solidFill>
              <a:srgbClr val="D8533F"/>
            </a:solidFill>
            <a:prstDash val="dash"/>
          </a:ln>
        </p:spPr>
        <p:txBody>
          <a:bodyPr/>
          <a:lstStyle/>
          <a:p>
            <a:endParaRPr lang="en-IN"/>
          </a:p>
        </p:txBody>
      </p:sp>
      <p:sp>
        <p:nvSpPr>
          <p:cNvPr id="66" name="line-22">
            <a:extLst>
              <a:ext uri="{FF2B5EF4-FFF2-40B4-BE49-F238E27FC236}">
                <a16:creationId xmlns:a16="http://schemas.microsoft.com/office/drawing/2014/main" id="{E6286D59-692A-3CB0-6D0C-F13A3F6E7202}"/>
              </a:ext>
            </a:extLst>
          </p:cNvPr>
          <p:cNvSpPr>
            <a:spLocks noGrp="1"/>
          </p:cNvSpPr>
          <p:nvPr/>
        </p:nvSpPr>
        <p:spPr>
          <a:xfrm>
            <a:off x="5452872" y="2535079"/>
            <a:ext cx="0" cy="1157764"/>
          </a:xfrm>
          <a:prstGeom prst="line">
            <a:avLst/>
          </a:prstGeom>
          <a:noFill/>
          <a:ln w="23813">
            <a:solidFill>
              <a:srgbClr val="244BD6"/>
            </a:solidFill>
            <a:prstDash val="solid"/>
          </a:ln>
        </p:spPr>
        <p:txBody>
          <a:bodyPr/>
          <a:lstStyle/>
          <a:p>
            <a:endParaRPr lang="en-IN"/>
          </a:p>
        </p:txBody>
      </p:sp>
      <p:sp>
        <p:nvSpPr>
          <p:cNvPr id="67" name="line-23">
            <a:extLst>
              <a:ext uri="{FF2B5EF4-FFF2-40B4-BE49-F238E27FC236}">
                <a16:creationId xmlns:a16="http://schemas.microsoft.com/office/drawing/2014/main" id="{FA4D2971-25C0-8D34-2A6D-E39745B0B26A}"/>
              </a:ext>
            </a:extLst>
          </p:cNvPr>
          <p:cNvSpPr>
            <a:spLocks noGrp="1"/>
          </p:cNvSpPr>
          <p:nvPr/>
        </p:nvSpPr>
        <p:spPr>
          <a:xfrm>
            <a:off x="5452872" y="2535079"/>
            <a:ext cx="1064133" cy="0"/>
          </a:xfrm>
          <a:prstGeom prst="line">
            <a:avLst/>
          </a:prstGeom>
          <a:noFill/>
          <a:ln w="23813">
            <a:solidFill>
              <a:srgbClr val="244BD6"/>
            </a:solidFill>
            <a:prstDash val="solid"/>
          </a:ln>
        </p:spPr>
        <p:txBody>
          <a:bodyPr/>
          <a:lstStyle/>
          <a:p>
            <a:endParaRPr lang="en-IN"/>
          </a:p>
        </p:txBody>
      </p:sp>
      <p:sp>
        <p:nvSpPr>
          <p:cNvPr id="68" name="line-24">
            <a:extLst>
              <a:ext uri="{FF2B5EF4-FFF2-40B4-BE49-F238E27FC236}">
                <a16:creationId xmlns:a16="http://schemas.microsoft.com/office/drawing/2014/main" id="{F302595E-EDAA-1CC2-CE2D-502B0C6F7629}"/>
              </a:ext>
            </a:extLst>
          </p:cNvPr>
          <p:cNvSpPr>
            <a:spLocks noGrp="1"/>
          </p:cNvSpPr>
          <p:nvPr/>
        </p:nvSpPr>
        <p:spPr>
          <a:xfrm>
            <a:off x="5452872" y="3692843"/>
            <a:ext cx="1064133" cy="0"/>
          </a:xfrm>
          <a:prstGeom prst="line">
            <a:avLst/>
          </a:prstGeom>
          <a:noFill/>
          <a:ln w="23813">
            <a:solidFill>
              <a:srgbClr val="244BD6"/>
            </a:solidFill>
            <a:prstDash val="solid"/>
          </a:ln>
        </p:spPr>
        <p:txBody>
          <a:bodyPr/>
          <a:lstStyle/>
          <a:p>
            <a:endParaRPr lang="en-IN"/>
          </a:p>
        </p:txBody>
      </p:sp>
      <p:sp>
        <p:nvSpPr>
          <p:cNvPr id="69" name="line-25">
            <a:extLst>
              <a:ext uri="{FF2B5EF4-FFF2-40B4-BE49-F238E27FC236}">
                <a16:creationId xmlns:a16="http://schemas.microsoft.com/office/drawing/2014/main" id="{67BFF3E4-F774-2F52-6C03-5C6A6DA07E28}"/>
              </a:ext>
            </a:extLst>
          </p:cNvPr>
          <p:cNvSpPr>
            <a:spLocks noGrp="1"/>
          </p:cNvSpPr>
          <p:nvPr/>
        </p:nvSpPr>
        <p:spPr>
          <a:xfrm>
            <a:off x="6517005" y="2535079"/>
            <a:ext cx="0" cy="1157764"/>
          </a:xfrm>
          <a:prstGeom prst="line">
            <a:avLst/>
          </a:prstGeom>
          <a:noFill/>
          <a:ln w="33338">
            <a:solidFill>
              <a:srgbClr val="D8533F"/>
            </a:solidFill>
            <a:prstDash val="dash"/>
          </a:ln>
        </p:spPr>
        <p:txBody>
          <a:bodyPr/>
          <a:lstStyle/>
          <a:p>
            <a:endParaRPr lang="en-IN"/>
          </a:p>
        </p:txBody>
      </p:sp>
      <p:sp>
        <p:nvSpPr>
          <p:cNvPr id="70" name="line-26">
            <a:extLst>
              <a:ext uri="{FF2B5EF4-FFF2-40B4-BE49-F238E27FC236}">
                <a16:creationId xmlns:a16="http://schemas.microsoft.com/office/drawing/2014/main" id="{96DCE309-DBE1-E4D2-6B7F-AE60F6B98793}"/>
              </a:ext>
            </a:extLst>
          </p:cNvPr>
          <p:cNvSpPr>
            <a:spLocks noGrp="1"/>
          </p:cNvSpPr>
          <p:nvPr/>
        </p:nvSpPr>
        <p:spPr>
          <a:xfrm>
            <a:off x="6517005" y="2535079"/>
            <a:ext cx="760095" cy="612934"/>
          </a:xfrm>
          <a:prstGeom prst="line">
            <a:avLst/>
          </a:prstGeom>
          <a:noFill/>
          <a:ln w="23813">
            <a:solidFill>
              <a:srgbClr val="244BD6"/>
            </a:solidFill>
            <a:prstDash val="solid"/>
          </a:ln>
        </p:spPr>
        <p:txBody>
          <a:bodyPr/>
          <a:lstStyle/>
          <a:p>
            <a:endParaRPr lang="en-IN"/>
          </a:p>
        </p:txBody>
      </p:sp>
      <p:sp>
        <p:nvSpPr>
          <p:cNvPr id="71" name="line-27">
            <a:extLst>
              <a:ext uri="{FF2B5EF4-FFF2-40B4-BE49-F238E27FC236}">
                <a16:creationId xmlns:a16="http://schemas.microsoft.com/office/drawing/2014/main" id="{59A7A3ED-E4F8-6FFB-04D2-B0CF2C452127}"/>
              </a:ext>
            </a:extLst>
          </p:cNvPr>
          <p:cNvSpPr>
            <a:spLocks noGrp="1"/>
          </p:cNvSpPr>
          <p:nvPr/>
        </p:nvSpPr>
        <p:spPr>
          <a:xfrm flipV="1">
            <a:off x="6517005" y="3148013"/>
            <a:ext cx="760095" cy="544830"/>
          </a:xfrm>
          <a:prstGeom prst="line">
            <a:avLst/>
          </a:prstGeom>
          <a:noFill/>
          <a:ln w="23813">
            <a:solidFill>
              <a:srgbClr val="244BD6"/>
            </a:solidFill>
            <a:prstDash val="solid"/>
          </a:ln>
        </p:spPr>
        <p:txBody>
          <a:bodyPr/>
          <a:lstStyle/>
          <a:p>
            <a:endParaRPr lang="en-IN"/>
          </a:p>
        </p:txBody>
      </p:sp>
      <p:sp>
        <p:nvSpPr>
          <p:cNvPr id="72" name="node-">
            <a:extLst>
              <a:ext uri="{FF2B5EF4-FFF2-40B4-BE49-F238E27FC236}">
                <a16:creationId xmlns:a16="http://schemas.microsoft.com/office/drawing/2014/main" id="{6F669E57-2F71-F91D-3308-7FE4ACA65720}"/>
              </a:ext>
            </a:extLst>
          </p:cNvPr>
          <p:cNvSpPr>
            <a:spLocks noGrp="1"/>
          </p:cNvSpPr>
          <p:nvPr/>
        </p:nvSpPr>
        <p:spPr>
          <a:xfrm>
            <a:off x="4524375" y="2928938"/>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3" name="node-">
            <a:extLst>
              <a:ext uri="{FF2B5EF4-FFF2-40B4-BE49-F238E27FC236}">
                <a16:creationId xmlns:a16="http://schemas.microsoft.com/office/drawing/2014/main" id="{223C56A9-1AAE-7615-7BFE-BC1883CD6841}"/>
              </a:ext>
            </a:extLst>
          </p:cNvPr>
          <p:cNvSpPr>
            <a:spLocks noGrp="1"/>
          </p:cNvSpPr>
          <p:nvPr/>
        </p:nvSpPr>
        <p:spPr>
          <a:xfrm>
            <a:off x="5233797" y="2316004"/>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4" name="node-">
            <a:extLst>
              <a:ext uri="{FF2B5EF4-FFF2-40B4-BE49-F238E27FC236}">
                <a16:creationId xmlns:a16="http://schemas.microsoft.com/office/drawing/2014/main" id="{5E31B4C7-FCC6-E276-F8A4-4566BF05E2EF}"/>
              </a:ext>
            </a:extLst>
          </p:cNvPr>
          <p:cNvSpPr>
            <a:spLocks noGrp="1"/>
          </p:cNvSpPr>
          <p:nvPr/>
        </p:nvSpPr>
        <p:spPr>
          <a:xfrm>
            <a:off x="5233797" y="3473768"/>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5" name="node-">
            <a:extLst>
              <a:ext uri="{FF2B5EF4-FFF2-40B4-BE49-F238E27FC236}">
                <a16:creationId xmlns:a16="http://schemas.microsoft.com/office/drawing/2014/main" id="{2868AFEA-5D9A-385A-14BB-7520C9508544}"/>
              </a:ext>
            </a:extLst>
          </p:cNvPr>
          <p:cNvSpPr>
            <a:spLocks noGrp="1"/>
          </p:cNvSpPr>
          <p:nvPr/>
        </p:nvSpPr>
        <p:spPr>
          <a:xfrm>
            <a:off x="6297930" y="2316004"/>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6" name="node-">
            <a:extLst>
              <a:ext uri="{FF2B5EF4-FFF2-40B4-BE49-F238E27FC236}">
                <a16:creationId xmlns:a16="http://schemas.microsoft.com/office/drawing/2014/main" id="{B5633F6E-C354-E14F-99E6-44588392D4FF}"/>
              </a:ext>
            </a:extLst>
          </p:cNvPr>
          <p:cNvSpPr>
            <a:spLocks noGrp="1"/>
          </p:cNvSpPr>
          <p:nvPr/>
        </p:nvSpPr>
        <p:spPr>
          <a:xfrm>
            <a:off x="6297930" y="3473768"/>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7" name="node-">
            <a:extLst>
              <a:ext uri="{FF2B5EF4-FFF2-40B4-BE49-F238E27FC236}">
                <a16:creationId xmlns:a16="http://schemas.microsoft.com/office/drawing/2014/main" id="{91772C80-1BBC-7883-35DF-96D9884F0EAE}"/>
              </a:ext>
            </a:extLst>
          </p:cNvPr>
          <p:cNvSpPr>
            <a:spLocks noGrp="1"/>
          </p:cNvSpPr>
          <p:nvPr/>
        </p:nvSpPr>
        <p:spPr>
          <a:xfrm>
            <a:off x="7058025" y="2928938"/>
            <a:ext cx="438150" cy="438150"/>
          </a:xfrm>
          <a:prstGeom prst="ellipse">
            <a:avLst/>
          </a:prstGeom>
          <a:solidFill>
            <a:srgbClr val="FFFFFF"/>
          </a:solidFill>
          <a:ln w="19050">
            <a:solidFill>
              <a:srgbClr val="244BD6"/>
            </a:solidFill>
            <a:prstDash val="solid"/>
          </a:ln>
        </p:spPr>
        <p:txBody>
          <a:bodyPr lIns="0" tIns="0" rIns="0" bIns="0" anchor="ctr">
            <a:noAutofit/>
          </a:bodyPr>
          <a:lstStyle>
            <a:defPPr algn="ctr">
              <a:defRPr sz="1725" b="1">
                <a:solidFill>
                  <a:srgbClr val="244BD6"/>
                </a:solidFill>
                <a:latin typeface="Nimbus Sans"/>
                <a:ea typeface="Nimbus Sans"/>
                <a:cs typeface="Nimbus Sans"/>
              </a:defRPr>
            </a:defPPr>
            <a:lvl1pPr algn="ctr">
              <a:defRPr sz="1725" b="1">
                <a:solidFill>
                  <a:srgbClr val="244BD6"/>
                </a:solidFill>
                <a:latin typeface="Nimbus Sans"/>
                <a:ea typeface="Nimbus Sans"/>
                <a:cs typeface="Nimbus Sans"/>
              </a:defRPr>
            </a:lvl1pPr>
            <a:lvl2pPr algn="ctr">
              <a:defRPr sz="1725" b="1">
                <a:solidFill>
                  <a:srgbClr val="244BD6"/>
                </a:solidFill>
                <a:latin typeface="Nimbus Sans"/>
                <a:ea typeface="Nimbus Sans"/>
                <a:cs typeface="Nimbus Sans"/>
              </a:defRPr>
            </a:lvl2pPr>
            <a:lvl3pPr algn="ctr">
              <a:defRPr sz="1725" b="1">
                <a:solidFill>
                  <a:srgbClr val="244BD6"/>
                </a:solidFill>
                <a:latin typeface="Nimbus Sans"/>
                <a:ea typeface="Nimbus Sans"/>
                <a:cs typeface="Nimbus Sans"/>
              </a:defRPr>
            </a:lvl3pPr>
            <a:lvl4pPr algn="ctr">
              <a:defRPr sz="1725" b="1">
                <a:solidFill>
                  <a:srgbClr val="244BD6"/>
                </a:solidFill>
                <a:latin typeface="Nimbus Sans"/>
                <a:ea typeface="Nimbus Sans"/>
                <a:cs typeface="Nimbus Sans"/>
              </a:defRPr>
            </a:lvl4pPr>
            <a:lvl5pPr algn="ctr">
              <a:defRPr sz="1725" b="1">
                <a:solidFill>
                  <a:srgbClr val="244BD6"/>
                </a:solidFill>
                <a:latin typeface="Nimbus Sans"/>
                <a:ea typeface="Nimbus Sans"/>
                <a:cs typeface="Nimbus Sans"/>
              </a:defRPr>
            </a:lvl5pPr>
            <a:lvl6pPr algn="ctr">
              <a:defRPr sz="1725" b="1">
                <a:solidFill>
                  <a:srgbClr val="244BD6"/>
                </a:solidFill>
                <a:latin typeface="Nimbus Sans"/>
                <a:ea typeface="Nimbus Sans"/>
                <a:cs typeface="Nimbus Sans"/>
              </a:defRPr>
            </a:lvl6pPr>
            <a:lvl7pPr algn="ctr">
              <a:defRPr sz="1725" b="1">
                <a:solidFill>
                  <a:srgbClr val="244BD6"/>
                </a:solidFill>
                <a:latin typeface="Nimbus Sans"/>
                <a:ea typeface="Nimbus Sans"/>
                <a:cs typeface="Nimbus Sans"/>
              </a:defRPr>
            </a:lvl7pPr>
            <a:lvl8pPr algn="ctr">
              <a:defRPr sz="1725" b="1">
                <a:solidFill>
                  <a:srgbClr val="244BD6"/>
                </a:solidFill>
                <a:latin typeface="Nimbus Sans"/>
                <a:ea typeface="Nimbus Sans"/>
                <a:cs typeface="Nimbus Sans"/>
              </a:defRPr>
            </a:lvl8pPr>
            <a:lvl9pPr algn="ctr">
              <a:defRPr sz="1725" b="1">
                <a:solidFill>
                  <a:srgbClr val="244BD6"/>
                </a:solidFill>
                <a:latin typeface="Nimbus Sans"/>
                <a:ea typeface="Nimbus Sans"/>
                <a:cs typeface="Nimbus Sans"/>
              </a:defRPr>
            </a:lvl9pPr>
          </a:lstStyle>
          <a:p>
            <a:endParaRPr/>
          </a:p>
        </p:txBody>
      </p:sp>
      <p:sp>
        <p:nvSpPr>
          <p:cNvPr id="78" name="node-cut">
            <a:extLst>
              <a:ext uri="{FF2B5EF4-FFF2-40B4-BE49-F238E27FC236}">
                <a16:creationId xmlns:a16="http://schemas.microsoft.com/office/drawing/2014/main" id="{F5D6CEC8-C442-5718-3C4F-897F8C9C2CE4}"/>
              </a:ext>
            </a:extLst>
          </p:cNvPr>
          <p:cNvSpPr>
            <a:spLocks noGrp="1"/>
          </p:cNvSpPr>
          <p:nvPr/>
        </p:nvSpPr>
        <p:spPr>
          <a:xfrm>
            <a:off x="8477250" y="2343150"/>
            <a:ext cx="666750" cy="666750"/>
          </a:xfrm>
          <a:prstGeom prst="ellipse">
            <a:avLst/>
          </a:prstGeom>
          <a:solidFill>
            <a:srgbClr val="244BD6"/>
          </a:solidFill>
          <a:ln w="19050">
            <a:solidFill>
              <a:srgbClr val="244BD6"/>
            </a:solidFill>
            <a:prstDash val="solid"/>
          </a:ln>
        </p:spPr>
        <p:txBody>
          <a:bodyPr lIns="0" tIns="0" rIns="0" bIns="0" anchor="ctr">
            <a:noAutofit/>
          </a:bodyPr>
          <a:lstStyle>
            <a:defPPr algn="ctr">
              <a:defRPr sz="1725" b="1">
                <a:solidFill>
                  <a:srgbClr val="FFFFFF"/>
                </a:solidFill>
                <a:latin typeface="Nimbus Sans"/>
                <a:ea typeface="Nimbus Sans"/>
                <a:cs typeface="Nimbus Sans"/>
              </a:defRPr>
            </a:defPPr>
            <a:lvl1pPr algn="ctr">
              <a:defRPr sz="1725" b="1">
                <a:solidFill>
                  <a:srgbClr val="FFFFFF"/>
                </a:solidFill>
                <a:latin typeface="Nimbus Sans"/>
                <a:ea typeface="Nimbus Sans"/>
                <a:cs typeface="Nimbus Sans"/>
              </a:defRPr>
            </a:lvl1pPr>
            <a:lvl2pPr algn="ctr">
              <a:defRPr sz="1725" b="1">
                <a:solidFill>
                  <a:srgbClr val="FFFFFF"/>
                </a:solidFill>
                <a:latin typeface="Nimbus Sans"/>
                <a:ea typeface="Nimbus Sans"/>
                <a:cs typeface="Nimbus Sans"/>
              </a:defRPr>
            </a:lvl2pPr>
            <a:lvl3pPr algn="ctr">
              <a:defRPr sz="1725" b="1">
                <a:solidFill>
                  <a:srgbClr val="FFFFFF"/>
                </a:solidFill>
                <a:latin typeface="Nimbus Sans"/>
                <a:ea typeface="Nimbus Sans"/>
                <a:cs typeface="Nimbus Sans"/>
              </a:defRPr>
            </a:lvl3pPr>
            <a:lvl4pPr algn="ctr">
              <a:defRPr sz="1725" b="1">
                <a:solidFill>
                  <a:srgbClr val="FFFFFF"/>
                </a:solidFill>
                <a:latin typeface="Nimbus Sans"/>
                <a:ea typeface="Nimbus Sans"/>
                <a:cs typeface="Nimbus Sans"/>
              </a:defRPr>
            </a:lvl4pPr>
            <a:lvl5pPr algn="ctr">
              <a:defRPr sz="1725" b="1">
                <a:solidFill>
                  <a:srgbClr val="FFFFFF"/>
                </a:solidFill>
                <a:latin typeface="Nimbus Sans"/>
                <a:ea typeface="Nimbus Sans"/>
                <a:cs typeface="Nimbus Sans"/>
              </a:defRPr>
            </a:lvl5pPr>
            <a:lvl6pPr algn="ctr">
              <a:defRPr sz="1725" b="1">
                <a:solidFill>
                  <a:srgbClr val="FFFFFF"/>
                </a:solidFill>
                <a:latin typeface="Nimbus Sans"/>
                <a:ea typeface="Nimbus Sans"/>
                <a:cs typeface="Nimbus Sans"/>
              </a:defRPr>
            </a:lvl6pPr>
            <a:lvl7pPr algn="ctr">
              <a:defRPr sz="1725" b="1">
                <a:solidFill>
                  <a:srgbClr val="FFFFFF"/>
                </a:solidFill>
                <a:latin typeface="Nimbus Sans"/>
                <a:ea typeface="Nimbus Sans"/>
                <a:cs typeface="Nimbus Sans"/>
              </a:defRPr>
            </a:lvl7pPr>
            <a:lvl8pPr algn="ctr">
              <a:defRPr sz="1725" b="1">
                <a:solidFill>
                  <a:srgbClr val="FFFFFF"/>
                </a:solidFill>
                <a:latin typeface="Nimbus Sans"/>
                <a:ea typeface="Nimbus Sans"/>
                <a:cs typeface="Nimbus Sans"/>
              </a:defRPr>
            </a:lvl8pPr>
            <a:lvl9pPr algn="ctr">
              <a:defRPr sz="1725" b="1">
                <a:solidFill>
                  <a:srgbClr val="FFFFFF"/>
                </a:solidFill>
                <a:latin typeface="Nimbus Sans"/>
                <a:ea typeface="Nimbus Sans"/>
                <a:cs typeface="Nimbus Sans"/>
              </a:defRPr>
            </a:lvl9pPr>
          </a:lstStyle>
          <a:p>
            <a:pPr algn="ctr">
              <a:defRPr sz="1725" b="1">
                <a:solidFill>
                  <a:srgbClr val="FFFFFF"/>
                </a:solidFill>
                <a:latin typeface="Nimbus Sans"/>
                <a:ea typeface="Nimbus Sans"/>
                <a:cs typeface="Nimbus Sans"/>
              </a:defRPr>
            </a:pPr>
            <a:r>
              <a:rPr sz="1725" b="1">
                <a:solidFill>
                  <a:srgbClr val="FFFFFF"/>
                </a:solidFill>
                <a:latin typeface="Nimbus Sans"/>
                <a:ea typeface="Nimbus Sans"/>
                <a:cs typeface="Nimbus Sans"/>
              </a:rPr>
              <a:t>cut</a:t>
            </a:r>
          </a:p>
        </p:txBody>
      </p:sp>
      <p:sp>
        <p:nvSpPr>
          <p:cNvPr id="79" name="node-state">
            <a:extLst>
              <a:ext uri="{FF2B5EF4-FFF2-40B4-BE49-F238E27FC236}">
                <a16:creationId xmlns:a16="http://schemas.microsoft.com/office/drawing/2014/main" id="{14834425-0C82-A49E-CFBC-270DFDA89F18}"/>
              </a:ext>
            </a:extLst>
          </p:cNvPr>
          <p:cNvSpPr>
            <a:spLocks noGrp="1"/>
          </p:cNvSpPr>
          <p:nvPr/>
        </p:nvSpPr>
        <p:spPr>
          <a:xfrm>
            <a:off x="10391775" y="2286000"/>
            <a:ext cx="781050" cy="781050"/>
          </a:xfrm>
          <a:prstGeom prst="ellipse">
            <a:avLst/>
          </a:prstGeom>
          <a:solidFill>
            <a:srgbClr val="E7ECFC"/>
          </a:solidFill>
          <a:ln w="19050">
            <a:solidFill>
              <a:srgbClr val="244BD6"/>
            </a:solidFill>
            <a:prstDash val="solid"/>
          </a:ln>
        </p:spPr>
        <p:txBody>
          <a:bodyPr lIns="0" tIns="0" rIns="0" bIns="0" anchor="ctr">
            <a:noAutofit/>
          </a:bodyPr>
          <a:lstStyle>
            <a:defPPr algn="ctr">
              <a:defRPr sz="1500" b="1">
                <a:solidFill>
                  <a:srgbClr val="244BD6"/>
                </a:solidFill>
                <a:latin typeface="Nimbus Sans"/>
                <a:ea typeface="Nimbus Sans"/>
                <a:cs typeface="Nimbus Sans"/>
              </a:defRPr>
            </a:defPPr>
            <a:lvl1pPr algn="ctr">
              <a:defRPr sz="1500" b="1">
                <a:solidFill>
                  <a:srgbClr val="244BD6"/>
                </a:solidFill>
                <a:latin typeface="Nimbus Sans"/>
                <a:ea typeface="Nimbus Sans"/>
                <a:cs typeface="Nimbus Sans"/>
              </a:defRPr>
            </a:lvl1pPr>
            <a:lvl2pPr algn="ctr">
              <a:defRPr sz="1500" b="1">
                <a:solidFill>
                  <a:srgbClr val="244BD6"/>
                </a:solidFill>
                <a:latin typeface="Nimbus Sans"/>
                <a:ea typeface="Nimbus Sans"/>
                <a:cs typeface="Nimbus Sans"/>
              </a:defRPr>
            </a:lvl2pPr>
            <a:lvl3pPr algn="ctr">
              <a:defRPr sz="1500" b="1">
                <a:solidFill>
                  <a:srgbClr val="244BD6"/>
                </a:solidFill>
                <a:latin typeface="Nimbus Sans"/>
                <a:ea typeface="Nimbus Sans"/>
                <a:cs typeface="Nimbus Sans"/>
              </a:defRPr>
            </a:lvl3pPr>
            <a:lvl4pPr algn="ctr">
              <a:defRPr sz="1500" b="1">
                <a:solidFill>
                  <a:srgbClr val="244BD6"/>
                </a:solidFill>
                <a:latin typeface="Nimbus Sans"/>
                <a:ea typeface="Nimbus Sans"/>
                <a:cs typeface="Nimbus Sans"/>
              </a:defRPr>
            </a:lvl4pPr>
            <a:lvl5pPr algn="ctr">
              <a:defRPr sz="1500" b="1">
                <a:solidFill>
                  <a:srgbClr val="244BD6"/>
                </a:solidFill>
                <a:latin typeface="Nimbus Sans"/>
                <a:ea typeface="Nimbus Sans"/>
                <a:cs typeface="Nimbus Sans"/>
              </a:defRPr>
            </a:lvl5pPr>
            <a:lvl6pPr algn="ctr">
              <a:defRPr sz="1500" b="1">
                <a:solidFill>
                  <a:srgbClr val="244BD6"/>
                </a:solidFill>
                <a:latin typeface="Nimbus Sans"/>
                <a:ea typeface="Nimbus Sans"/>
                <a:cs typeface="Nimbus Sans"/>
              </a:defRPr>
            </a:lvl6pPr>
            <a:lvl7pPr algn="ctr">
              <a:defRPr sz="1500" b="1">
                <a:solidFill>
                  <a:srgbClr val="244BD6"/>
                </a:solidFill>
                <a:latin typeface="Nimbus Sans"/>
                <a:ea typeface="Nimbus Sans"/>
                <a:cs typeface="Nimbus Sans"/>
              </a:defRPr>
            </a:lvl7pPr>
            <a:lvl8pPr algn="ctr">
              <a:defRPr sz="1500" b="1">
                <a:solidFill>
                  <a:srgbClr val="244BD6"/>
                </a:solidFill>
                <a:latin typeface="Nimbus Sans"/>
                <a:ea typeface="Nimbus Sans"/>
                <a:cs typeface="Nimbus Sans"/>
              </a:defRPr>
            </a:lvl8pPr>
            <a:lvl9pPr algn="ctr">
              <a:defRPr sz="1500" b="1">
                <a:solidFill>
                  <a:srgbClr val="244BD6"/>
                </a:solidFill>
                <a:latin typeface="Nimbus Sans"/>
                <a:ea typeface="Nimbus Sans"/>
                <a:cs typeface="Nimbus Sans"/>
              </a:defRPr>
            </a:lvl9pPr>
          </a:lstStyle>
          <a:p>
            <a:pPr algn="ctr">
              <a:defRPr sz="1500" b="1">
                <a:solidFill>
                  <a:srgbClr val="244BD6"/>
                </a:solidFill>
                <a:latin typeface="Nimbus Sans"/>
                <a:ea typeface="Nimbus Sans"/>
                <a:cs typeface="Nimbus Sans"/>
              </a:defRPr>
            </a:pPr>
            <a:r>
              <a:rPr sz="1500" b="1">
                <a:solidFill>
                  <a:srgbClr val="244BD6"/>
                </a:solidFill>
                <a:latin typeface="Nimbus Sans"/>
                <a:ea typeface="Nimbus Sans"/>
                <a:cs typeface="Nimbus Sans"/>
              </a:rPr>
              <a:t>state</a:t>
            </a:r>
          </a:p>
        </p:txBody>
      </p:sp>
      <p:sp>
        <p:nvSpPr>
          <p:cNvPr id="80" name="node-cut">
            <a:extLst>
              <a:ext uri="{FF2B5EF4-FFF2-40B4-BE49-F238E27FC236}">
                <a16:creationId xmlns:a16="http://schemas.microsoft.com/office/drawing/2014/main" id="{1F388A5F-9F9D-AC51-ABAF-A1665123CC2F}"/>
              </a:ext>
            </a:extLst>
          </p:cNvPr>
          <p:cNvSpPr>
            <a:spLocks noGrp="1"/>
          </p:cNvSpPr>
          <p:nvPr/>
        </p:nvSpPr>
        <p:spPr>
          <a:xfrm>
            <a:off x="10448925" y="3609975"/>
            <a:ext cx="666750" cy="666750"/>
          </a:xfrm>
          <a:prstGeom prst="ellipse">
            <a:avLst/>
          </a:prstGeom>
          <a:solidFill>
            <a:srgbClr val="D8533F"/>
          </a:solidFill>
          <a:ln w="19050">
            <a:solidFill>
              <a:srgbClr val="D8533F"/>
            </a:solidFill>
            <a:prstDash val="solid"/>
          </a:ln>
        </p:spPr>
        <p:txBody>
          <a:bodyPr lIns="0" tIns="0" rIns="0" bIns="0" anchor="ctr">
            <a:noAutofit/>
          </a:bodyPr>
          <a:lstStyle>
            <a:defPPr algn="ctr">
              <a:defRPr sz="1725" b="1">
                <a:solidFill>
                  <a:srgbClr val="FFFFFF"/>
                </a:solidFill>
                <a:latin typeface="Nimbus Sans"/>
                <a:ea typeface="Nimbus Sans"/>
                <a:cs typeface="Nimbus Sans"/>
              </a:defRPr>
            </a:defPPr>
            <a:lvl1pPr algn="ctr">
              <a:defRPr sz="1725" b="1">
                <a:solidFill>
                  <a:srgbClr val="FFFFFF"/>
                </a:solidFill>
                <a:latin typeface="Nimbus Sans"/>
                <a:ea typeface="Nimbus Sans"/>
                <a:cs typeface="Nimbus Sans"/>
              </a:defRPr>
            </a:lvl1pPr>
            <a:lvl2pPr algn="ctr">
              <a:defRPr sz="1725" b="1">
                <a:solidFill>
                  <a:srgbClr val="FFFFFF"/>
                </a:solidFill>
                <a:latin typeface="Nimbus Sans"/>
                <a:ea typeface="Nimbus Sans"/>
                <a:cs typeface="Nimbus Sans"/>
              </a:defRPr>
            </a:lvl2pPr>
            <a:lvl3pPr algn="ctr">
              <a:defRPr sz="1725" b="1">
                <a:solidFill>
                  <a:srgbClr val="FFFFFF"/>
                </a:solidFill>
                <a:latin typeface="Nimbus Sans"/>
                <a:ea typeface="Nimbus Sans"/>
                <a:cs typeface="Nimbus Sans"/>
              </a:defRPr>
            </a:lvl3pPr>
            <a:lvl4pPr algn="ctr">
              <a:defRPr sz="1725" b="1">
                <a:solidFill>
                  <a:srgbClr val="FFFFFF"/>
                </a:solidFill>
                <a:latin typeface="Nimbus Sans"/>
                <a:ea typeface="Nimbus Sans"/>
                <a:cs typeface="Nimbus Sans"/>
              </a:defRPr>
            </a:lvl4pPr>
            <a:lvl5pPr algn="ctr">
              <a:defRPr sz="1725" b="1">
                <a:solidFill>
                  <a:srgbClr val="FFFFFF"/>
                </a:solidFill>
                <a:latin typeface="Nimbus Sans"/>
                <a:ea typeface="Nimbus Sans"/>
                <a:cs typeface="Nimbus Sans"/>
              </a:defRPr>
            </a:lvl5pPr>
            <a:lvl6pPr algn="ctr">
              <a:defRPr sz="1725" b="1">
                <a:solidFill>
                  <a:srgbClr val="FFFFFF"/>
                </a:solidFill>
                <a:latin typeface="Nimbus Sans"/>
                <a:ea typeface="Nimbus Sans"/>
                <a:cs typeface="Nimbus Sans"/>
              </a:defRPr>
            </a:lvl6pPr>
            <a:lvl7pPr algn="ctr">
              <a:defRPr sz="1725" b="1">
                <a:solidFill>
                  <a:srgbClr val="FFFFFF"/>
                </a:solidFill>
                <a:latin typeface="Nimbus Sans"/>
                <a:ea typeface="Nimbus Sans"/>
                <a:cs typeface="Nimbus Sans"/>
              </a:defRPr>
            </a:lvl7pPr>
            <a:lvl8pPr algn="ctr">
              <a:defRPr sz="1725" b="1">
                <a:solidFill>
                  <a:srgbClr val="FFFFFF"/>
                </a:solidFill>
                <a:latin typeface="Nimbus Sans"/>
                <a:ea typeface="Nimbus Sans"/>
                <a:cs typeface="Nimbus Sans"/>
              </a:defRPr>
            </a:lvl8pPr>
            <a:lvl9pPr algn="ctr">
              <a:defRPr sz="1725" b="1">
                <a:solidFill>
                  <a:srgbClr val="FFFFFF"/>
                </a:solidFill>
                <a:latin typeface="Nimbus Sans"/>
                <a:ea typeface="Nimbus Sans"/>
                <a:cs typeface="Nimbus Sans"/>
              </a:defRPr>
            </a:lvl9pPr>
          </a:lstStyle>
          <a:p>
            <a:pPr algn="ctr">
              <a:defRPr sz="1725" b="1">
                <a:solidFill>
                  <a:srgbClr val="FFFFFF"/>
                </a:solidFill>
                <a:latin typeface="Nimbus Sans"/>
                <a:ea typeface="Nimbus Sans"/>
                <a:cs typeface="Nimbus Sans"/>
              </a:defRPr>
            </a:pPr>
            <a:r>
              <a:rPr sz="1725" b="1">
                <a:solidFill>
                  <a:srgbClr val="FFFFFF"/>
                </a:solidFill>
                <a:latin typeface="Nimbus Sans"/>
                <a:ea typeface="Nimbus Sans"/>
                <a:cs typeface="Nimbus Sans"/>
              </a:rPr>
              <a:t>cut</a:t>
            </a:r>
          </a:p>
        </p:txBody>
      </p:sp>
      <p:sp>
        <p:nvSpPr>
          <p:cNvPr id="81" name="text-40">
            <a:extLst>
              <a:ext uri="{FF2B5EF4-FFF2-40B4-BE49-F238E27FC236}">
                <a16:creationId xmlns:a16="http://schemas.microsoft.com/office/drawing/2014/main" id="{0F1EC7AC-2CFD-52DD-A84F-713B3CA28FAA}"/>
              </a:ext>
            </a:extLst>
          </p:cNvPr>
          <p:cNvSpPr>
            <a:spLocks noGrp="1"/>
          </p:cNvSpPr>
          <p:nvPr/>
        </p:nvSpPr>
        <p:spPr>
          <a:xfrm>
            <a:off x="4448175" y="4419600"/>
            <a:ext cx="3333750" cy="841533"/>
          </a:xfrm>
          <a:prstGeom prst="rect">
            <a:avLst/>
          </a:prstGeom>
          <a:noFill/>
          <a:ln w="0">
            <a:noFill/>
            <a:prstDash val="solid"/>
          </a:ln>
        </p:spPr>
        <p:txBody>
          <a:bodyPr wrap="square" lIns="0" tIns="0" rIns="0" bIns="0" anchor="t">
            <a:noAutofit/>
          </a:bodyPr>
          <a:lstStyle>
            <a:defPPr algn="l">
              <a:defRPr sz="1875" b="0">
                <a:solidFill>
                  <a:srgbClr val="646C73"/>
                </a:solidFill>
                <a:latin typeface="Nimbus Sans"/>
                <a:ea typeface="Nimbus Sans"/>
                <a:cs typeface="Nimbus Sans"/>
              </a:defRPr>
            </a:defPPr>
            <a:lvl1pPr algn="l">
              <a:defRPr sz="1875" b="0">
                <a:solidFill>
                  <a:srgbClr val="646C73"/>
                </a:solidFill>
                <a:latin typeface="Nimbus Sans"/>
                <a:ea typeface="Nimbus Sans"/>
                <a:cs typeface="Nimbus Sans"/>
              </a:defRPr>
            </a:lvl1pPr>
            <a:lvl2pPr algn="l">
              <a:defRPr sz="1875" b="0">
                <a:solidFill>
                  <a:srgbClr val="646C73"/>
                </a:solidFill>
                <a:latin typeface="Nimbus Sans"/>
                <a:ea typeface="Nimbus Sans"/>
                <a:cs typeface="Nimbus Sans"/>
              </a:defRPr>
            </a:lvl2pPr>
            <a:lvl3pPr algn="l">
              <a:defRPr sz="1875" b="0">
                <a:solidFill>
                  <a:srgbClr val="646C73"/>
                </a:solidFill>
                <a:latin typeface="Nimbus Sans"/>
                <a:ea typeface="Nimbus Sans"/>
                <a:cs typeface="Nimbus Sans"/>
              </a:defRPr>
            </a:lvl3pPr>
            <a:lvl4pPr algn="l">
              <a:defRPr sz="1875" b="0">
                <a:solidFill>
                  <a:srgbClr val="646C73"/>
                </a:solidFill>
                <a:latin typeface="Nimbus Sans"/>
                <a:ea typeface="Nimbus Sans"/>
                <a:cs typeface="Nimbus Sans"/>
              </a:defRPr>
            </a:lvl4pPr>
            <a:lvl5pPr algn="l">
              <a:defRPr sz="1875" b="0">
                <a:solidFill>
                  <a:srgbClr val="646C73"/>
                </a:solidFill>
                <a:latin typeface="Nimbus Sans"/>
                <a:ea typeface="Nimbus Sans"/>
                <a:cs typeface="Nimbus Sans"/>
              </a:defRPr>
            </a:lvl5pPr>
            <a:lvl6pPr algn="l">
              <a:defRPr sz="1875" b="0">
                <a:solidFill>
                  <a:srgbClr val="646C73"/>
                </a:solidFill>
                <a:latin typeface="Nimbus Sans"/>
                <a:ea typeface="Nimbus Sans"/>
                <a:cs typeface="Nimbus Sans"/>
              </a:defRPr>
            </a:lvl6pPr>
            <a:lvl7pPr algn="l">
              <a:defRPr sz="1875" b="0">
                <a:solidFill>
                  <a:srgbClr val="646C73"/>
                </a:solidFill>
                <a:latin typeface="Nimbus Sans"/>
                <a:ea typeface="Nimbus Sans"/>
                <a:cs typeface="Nimbus Sans"/>
              </a:defRPr>
            </a:lvl7pPr>
            <a:lvl8pPr algn="l">
              <a:defRPr sz="1875" b="0">
                <a:solidFill>
                  <a:srgbClr val="646C73"/>
                </a:solidFill>
                <a:latin typeface="Nimbus Sans"/>
                <a:ea typeface="Nimbus Sans"/>
                <a:cs typeface="Nimbus Sans"/>
              </a:defRPr>
            </a:lvl8pPr>
            <a:lvl9pPr algn="l">
              <a:defRPr sz="1875" b="0">
                <a:solidFill>
                  <a:srgbClr val="646C73"/>
                </a:solidFill>
                <a:latin typeface="Nimbus Sans"/>
                <a:ea typeface="Nimbus Sans"/>
                <a:cs typeface="Nimbus Sans"/>
              </a:defRPr>
            </a:lvl9pPr>
          </a:lstStyle>
          <a:p>
            <a:pPr algn="l">
              <a:defRPr sz="1875" b="0">
                <a:solidFill>
                  <a:srgbClr val="646C73"/>
                </a:solidFill>
                <a:latin typeface="Nimbus Sans"/>
                <a:ea typeface="Nimbus Sans"/>
                <a:cs typeface="Nimbus Sans"/>
              </a:defRPr>
            </a:pPr>
            <a:r>
              <a:rPr sz="1875" b="0" dirty="0">
                <a:solidFill>
                  <a:srgbClr val="646C73"/>
                </a:solidFill>
                <a:latin typeface="Nimbus Sans"/>
                <a:ea typeface="Nimbus Sans"/>
                <a:cs typeface="Nimbus Sans"/>
              </a:rPr>
              <a:t>Fail a set of k components</a:t>
            </a:r>
          </a:p>
          <a:p>
            <a:pPr algn="l">
              <a:defRPr sz="1875" b="0">
                <a:solidFill>
                  <a:srgbClr val="646C73"/>
                </a:solidFill>
                <a:latin typeface="Nimbus Sans"/>
                <a:ea typeface="Nimbus Sans"/>
                <a:cs typeface="Nimbus Sans"/>
              </a:defRPr>
            </a:pPr>
            <a:r>
              <a:rPr sz="1875" b="0" dirty="0">
                <a:solidFill>
                  <a:srgbClr val="646C73"/>
                </a:solidFill>
                <a:latin typeface="Nimbus Sans"/>
                <a:ea typeface="Nimbus Sans"/>
                <a:cs typeface="Nimbus Sans"/>
              </a:rPr>
              <a:t>Then solve one response</a:t>
            </a:r>
          </a:p>
        </p:txBody>
      </p:sp>
      <p:sp>
        <p:nvSpPr>
          <p:cNvPr id="82" name="text-41">
            <a:extLst>
              <a:ext uri="{FF2B5EF4-FFF2-40B4-BE49-F238E27FC236}">
                <a16:creationId xmlns:a16="http://schemas.microsoft.com/office/drawing/2014/main" id="{BB2754CE-291D-38C6-D0D1-7623B7C8DBC6}"/>
              </a:ext>
            </a:extLst>
          </p:cNvPr>
          <p:cNvSpPr>
            <a:spLocks noGrp="1"/>
          </p:cNvSpPr>
          <p:nvPr/>
        </p:nvSpPr>
        <p:spPr>
          <a:xfrm>
            <a:off x="8353425" y="4419600"/>
            <a:ext cx="3333750" cy="1066800"/>
          </a:xfrm>
          <a:prstGeom prst="rect">
            <a:avLst/>
          </a:prstGeom>
          <a:noFill/>
          <a:ln w="0">
            <a:noFill/>
            <a:prstDash val="solid"/>
          </a:ln>
        </p:spPr>
        <p:txBody>
          <a:bodyPr wrap="square" lIns="0" tIns="0" rIns="0" bIns="0" anchor="t">
            <a:noAutofit/>
          </a:bodyPr>
          <a:lstStyle>
            <a:defPPr algn="l">
              <a:defRPr sz="1875" b="0">
                <a:solidFill>
                  <a:srgbClr val="646C73"/>
                </a:solidFill>
                <a:latin typeface="Nimbus Sans"/>
                <a:ea typeface="Nimbus Sans"/>
                <a:cs typeface="Nimbus Sans"/>
              </a:defRPr>
            </a:defPPr>
            <a:lvl1pPr algn="l">
              <a:defRPr sz="1875" b="0">
                <a:solidFill>
                  <a:srgbClr val="646C73"/>
                </a:solidFill>
                <a:latin typeface="Nimbus Sans"/>
                <a:ea typeface="Nimbus Sans"/>
                <a:cs typeface="Nimbus Sans"/>
              </a:defRPr>
            </a:lvl1pPr>
            <a:lvl2pPr algn="l">
              <a:defRPr sz="1875" b="0">
                <a:solidFill>
                  <a:srgbClr val="646C73"/>
                </a:solidFill>
                <a:latin typeface="Nimbus Sans"/>
                <a:ea typeface="Nimbus Sans"/>
                <a:cs typeface="Nimbus Sans"/>
              </a:defRPr>
            </a:lvl2pPr>
            <a:lvl3pPr algn="l">
              <a:defRPr sz="1875" b="0">
                <a:solidFill>
                  <a:srgbClr val="646C73"/>
                </a:solidFill>
                <a:latin typeface="Nimbus Sans"/>
                <a:ea typeface="Nimbus Sans"/>
                <a:cs typeface="Nimbus Sans"/>
              </a:defRPr>
            </a:lvl3pPr>
            <a:lvl4pPr algn="l">
              <a:defRPr sz="1875" b="0">
                <a:solidFill>
                  <a:srgbClr val="646C73"/>
                </a:solidFill>
                <a:latin typeface="Nimbus Sans"/>
                <a:ea typeface="Nimbus Sans"/>
                <a:cs typeface="Nimbus Sans"/>
              </a:defRPr>
            </a:lvl4pPr>
            <a:lvl5pPr algn="l">
              <a:defRPr sz="1875" b="0">
                <a:solidFill>
                  <a:srgbClr val="646C73"/>
                </a:solidFill>
                <a:latin typeface="Nimbus Sans"/>
                <a:ea typeface="Nimbus Sans"/>
                <a:cs typeface="Nimbus Sans"/>
              </a:defRPr>
            </a:lvl5pPr>
            <a:lvl6pPr algn="l">
              <a:defRPr sz="1875" b="0">
                <a:solidFill>
                  <a:srgbClr val="646C73"/>
                </a:solidFill>
                <a:latin typeface="Nimbus Sans"/>
                <a:ea typeface="Nimbus Sans"/>
                <a:cs typeface="Nimbus Sans"/>
              </a:defRPr>
            </a:lvl6pPr>
            <a:lvl7pPr algn="l">
              <a:defRPr sz="1875" b="0">
                <a:solidFill>
                  <a:srgbClr val="646C73"/>
                </a:solidFill>
                <a:latin typeface="Nimbus Sans"/>
                <a:ea typeface="Nimbus Sans"/>
                <a:cs typeface="Nimbus Sans"/>
              </a:defRPr>
            </a:lvl7pPr>
            <a:lvl8pPr algn="l">
              <a:defRPr sz="1875" b="0">
                <a:solidFill>
                  <a:srgbClr val="646C73"/>
                </a:solidFill>
                <a:latin typeface="Nimbus Sans"/>
                <a:ea typeface="Nimbus Sans"/>
                <a:cs typeface="Nimbus Sans"/>
              </a:defRPr>
            </a:lvl8pPr>
            <a:lvl9pPr algn="l">
              <a:defRPr sz="1875" b="0">
                <a:solidFill>
                  <a:srgbClr val="646C73"/>
                </a:solidFill>
                <a:latin typeface="Nimbus Sans"/>
                <a:ea typeface="Nimbus Sans"/>
                <a:cs typeface="Nimbus Sans"/>
              </a:defRPr>
            </a:lvl9pPr>
          </a:lstStyle>
          <a:p>
            <a:pPr algn="l">
              <a:defRPr sz="1875" b="0">
                <a:solidFill>
                  <a:srgbClr val="646C73"/>
                </a:solidFill>
                <a:latin typeface="Nimbus Sans"/>
                <a:ea typeface="Nimbus Sans"/>
                <a:cs typeface="Nimbus Sans"/>
              </a:defRPr>
            </a:pPr>
            <a:r>
              <a:rPr sz="1875" b="0">
                <a:solidFill>
                  <a:srgbClr val="646C73"/>
                </a:solidFill>
                <a:latin typeface="Nimbus Sans"/>
                <a:ea typeface="Nimbus Sans"/>
                <a:cs typeface="Nimbus Sans"/>
              </a:rPr>
              <a:t>Fail a component</a:t>
            </a:r>
          </a:p>
          <a:p>
            <a:pPr algn="l">
              <a:defRPr sz="1875" b="0">
                <a:solidFill>
                  <a:srgbClr val="646C73"/>
                </a:solidFill>
                <a:latin typeface="Nimbus Sans"/>
                <a:ea typeface="Nimbus Sans"/>
                <a:cs typeface="Nimbus Sans"/>
              </a:defRPr>
            </a:pPr>
            <a:r>
              <a:rPr sz="1875" b="0">
                <a:solidFill>
                  <a:srgbClr val="646C73"/>
                </a:solidFill>
                <a:latin typeface="Nimbus Sans"/>
                <a:ea typeface="Nimbus Sans"/>
                <a:cs typeface="Nimbus Sans"/>
              </a:rPr>
              <a:t>Respond before the next failure</a:t>
            </a:r>
          </a:p>
        </p:txBody>
      </p:sp>
      <p:sp>
        <p:nvSpPr>
          <p:cNvPr id="86" name="text-8">
            <a:extLst>
              <a:ext uri="{FF2B5EF4-FFF2-40B4-BE49-F238E27FC236}">
                <a16:creationId xmlns:a16="http://schemas.microsoft.com/office/drawing/2014/main" id="{088A1E1F-A7C5-2DB0-C561-E9B41CCEA844}"/>
              </a:ext>
            </a:extLst>
          </p:cNvPr>
          <p:cNvSpPr>
            <a:spLocks noGrp="1"/>
          </p:cNvSpPr>
          <p:nvPr/>
        </p:nvSpPr>
        <p:spPr>
          <a:xfrm>
            <a:off x="954644" y="3052871"/>
            <a:ext cx="2964703" cy="1382288"/>
          </a:xfrm>
          <a:prstGeom prst="rect">
            <a:avLst/>
          </a:prstGeom>
          <a:noFill/>
          <a:ln w="0">
            <a:noFill/>
            <a:prstDash val="solid"/>
          </a:ln>
        </p:spPr>
        <p:txBody>
          <a:bodyPr wrap="square" lIns="0" tIns="0" rIns="0" bIns="0" anchor="t">
            <a:noAutofit/>
          </a:bodyPr>
          <a:lstStyle>
            <a:defPPr algn="l">
              <a:defRPr sz="2850" b="1">
                <a:solidFill>
                  <a:srgbClr val="FFFFFF"/>
                </a:solidFill>
                <a:latin typeface="Nimbus Sans"/>
                <a:ea typeface="Nimbus Sans"/>
                <a:cs typeface="Nimbus Sans"/>
              </a:defRPr>
            </a:defPPr>
            <a:lvl1pPr algn="l">
              <a:defRPr sz="2850" b="1">
                <a:solidFill>
                  <a:srgbClr val="FFFFFF"/>
                </a:solidFill>
                <a:latin typeface="Nimbus Sans"/>
                <a:ea typeface="Nimbus Sans"/>
                <a:cs typeface="Nimbus Sans"/>
              </a:defRPr>
            </a:lvl1pPr>
            <a:lvl2pPr algn="l">
              <a:defRPr sz="2850" b="1">
                <a:solidFill>
                  <a:srgbClr val="FFFFFF"/>
                </a:solidFill>
                <a:latin typeface="Nimbus Sans"/>
                <a:ea typeface="Nimbus Sans"/>
                <a:cs typeface="Nimbus Sans"/>
              </a:defRPr>
            </a:lvl2pPr>
            <a:lvl3pPr algn="l">
              <a:defRPr sz="2850" b="1">
                <a:solidFill>
                  <a:srgbClr val="FFFFFF"/>
                </a:solidFill>
                <a:latin typeface="Nimbus Sans"/>
                <a:ea typeface="Nimbus Sans"/>
                <a:cs typeface="Nimbus Sans"/>
              </a:defRPr>
            </a:lvl3pPr>
            <a:lvl4pPr algn="l">
              <a:defRPr sz="2850" b="1">
                <a:solidFill>
                  <a:srgbClr val="FFFFFF"/>
                </a:solidFill>
                <a:latin typeface="Nimbus Sans"/>
                <a:ea typeface="Nimbus Sans"/>
                <a:cs typeface="Nimbus Sans"/>
              </a:defRPr>
            </a:lvl4pPr>
            <a:lvl5pPr algn="l">
              <a:defRPr sz="2850" b="1">
                <a:solidFill>
                  <a:srgbClr val="FFFFFF"/>
                </a:solidFill>
                <a:latin typeface="Nimbus Sans"/>
                <a:ea typeface="Nimbus Sans"/>
                <a:cs typeface="Nimbus Sans"/>
              </a:defRPr>
            </a:lvl5pPr>
            <a:lvl6pPr algn="l">
              <a:defRPr sz="2850" b="1">
                <a:solidFill>
                  <a:srgbClr val="FFFFFF"/>
                </a:solidFill>
                <a:latin typeface="Nimbus Sans"/>
                <a:ea typeface="Nimbus Sans"/>
                <a:cs typeface="Nimbus Sans"/>
              </a:defRPr>
            </a:lvl6pPr>
            <a:lvl7pPr algn="l">
              <a:defRPr sz="2850" b="1">
                <a:solidFill>
                  <a:srgbClr val="FFFFFF"/>
                </a:solidFill>
                <a:latin typeface="Nimbus Sans"/>
                <a:ea typeface="Nimbus Sans"/>
                <a:cs typeface="Nimbus Sans"/>
              </a:defRPr>
            </a:lvl7pPr>
            <a:lvl8pPr algn="l">
              <a:defRPr sz="2850" b="1">
                <a:solidFill>
                  <a:srgbClr val="FFFFFF"/>
                </a:solidFill>
                <a:latin typeface="Nimbus Sans"/>
                <a:ea typeface="Nimbus Sans"/>
                <a:cs typeface="Nimbus Sans"/>
              </a:defRPr>
            </a:lvl8pPr>
            <a:lvl9pPr algn="l">
              <a:defRPr sz="2850" b="1">
                <a:solidFill>
                  <a:srgbClr val="FFFFFF"/>
                </a:solidFill>
                <a:latin typeface="Nimbus Sans"/>
                <a:ea typeface="Nimbus Sans"/>
                <a:cs typeface="Nimbus Sans"/>
              </a:defRPr>
            </a:lvl9pPr>
          </a:lstStyle>
          <a:p>
            <a:pPr algn="l">
              <a:defRPr sz="2850" b="1">
                <a:solidFill>
                  <a:srgbClr val="FFFFFF"/>
                </a:solidFill>
                <a:latin typeface="Nimbus Sans"/>
                <a:ea typeface="Nimbus Sans"/>
                <a:cs typeface="Nimbus Sans"/>
              </a:defRPr>
            </a:pPr>
            <a:r>
              <a:rPr sz="2850" b="1" dirty="0">
                <a:solidFill>
                  <a:srgbClr val="FFFFFF"/>
                </a:solidFill>
                <a:latin typeface="Nimbus Sans"/>
                <a:ea typeface="Nimbus Sans"/>
                <a:cs typeface="Nimbus Sans"/>
              </a:rPr>
              <a:t>Failures unfold</a:t>
            </a:r>
          </a:p>
          <a:p>
            <a:pPr algn="l">
              <a:defRPr sz="2850" b="1">
                <a:solidFill>
                  <a:srgbClr val="FFFFFF"/>
                </a:solidFill>
                <a:latin typeface="Nimbus Sans"/>
                <a:ea typeface="Nimbus Sans"/>
                <a:cs typeface="Nimbus Sans"/>
              </a:defRPr>
            </a:pPr>
            <a:r>
              <a:rPr sz="2850" b="1" dirty="0">
                <a:solidFill>
                  <a:srgbClr val="FFFFFF"/>
                </a:solidFill>
                <a:latin typeface="Nimbus Sans"/>
                <a:ea typeface="Nimbus Sans"/>
                <a:cs typeface="Nimbus Sans"/>
              </a:rPr>
              <a:t>while the grid</a:t>
            </a:r>
          </a:p>
          <a:p>
            <a:pPr algn="l">
              <a:defRPr sz="2850" b="1">
                <a:solidFill>
                  <a:srgbClr val="FFFFFF"/>
                </a:solidFill>
                <a:latin typeface="Nimbus Sans"/>
                <a:ea typeface="Nimbus Sans"/>
                <a:cs typeface="Nimbus Sans"/>
              </a:defRPr>
            </a:pPr>
            <a:r>
              <a:rPr sz="2850" b="1" dirty="0">
                <a:solidFill>
                  <a:srgbClr val="FFFFFF"/>
                </a:solidFill>
                <a:latin typeface="Nimbus Sans"/>
                <a:ea typeface="Nimbus Sans"/>
                <a:cs typeface="Nimbus Sans"/>
              </a:rPr>
              <a:t>is responding.</a:t>
            </a:r>
          </a:p>
        </p:txBody>
      </p:sp>
      <p:sp>
        <p:nvSpPr>
          <p:cNvPr id="88" name="text-9">
            <a:extLst>
              <a:ext uri="{FF2B5EF4-FFF2-40B4-BE49-F238E27FC236}">
                <a16:creationId xmlns:a16="http://schemas.microsoft.com/office/drawing/2014/main" id="{7B81BB97-5393-7685-5F4B-503AE0C86DF4}"/>
              </a:ext>
            </a:extLst>
          </p:cNvPr>
          <p:cNvSpPr>
            <a:spLocks noGrp="1"/>
          </p:cNvSpPr>
          <p:nvPr/>
        </p:nvSpPr>
        <p:spPr>
          <a:xfrm>
            <a:off x="883752" y="5338766"/>
            <a:ext cx="2930820" cy="879638"/>
          </a:xfrm>
          <a:prstGeom prst="rect">
            <a:avLst/>
          </a:prstGeom>
          <a:noFill/>
          <a:ln w="0">
            <a:noFill/>
            <a:prstDash val="solid"/>
          </a:ln>
        </p:spPr>
        <p:txBody>
          <a:bodyPr wrap="square" lIns="0" tIns="0" rIns="0" bIns="0" anchor="t">
            <a:noAutofit/>
          </a:bodyPr>
          <a:lstStyle>
            <a:defPPr algn="l">
              <a:defRPr sz="1875" b="0">
                <a:solidFill>
                  <a:srgbClr val="DCEC9A"/>
                </a:solidFill>
                <a:latin typeface="Nimbus Sans"/>
                <a:ea typeface="Nimbus Sans"/>
                <a:cs typeface="Nimbus Sans"/>
              </a:defRPr>
            </a:defPPr>
            <a:lvl1pPr algn="l">
              <a:defRPr sz="1875" b="0">
                <a:solidFill>
                  <a:srgbClr val="DCEC9A"/>
                </a:solidFill>
                <a:latin typeface="Nimbus Sans"/>
                <a:ea typeface="Nimbus Sans"/>
                <a:cs typeface="Nimbus Sans"/>
              </a:defRPr>
            </a:lvl1pPr>
            <a:lvl2pPr algn="l">
              <a:defRPr sz="1875" b="0">
                <a:solidFill>
                  <a:srgbClr val="DCEC9A"/>
                </a:solidFill>
                <a:latin typeface="Nimbus Sans"/>
                <a:ea typeface="Nimbus Sans"/>
                <a:cs typeface="Nimbus Sans"/>
              </a:defRPr>
            </a:lvl2pPr>
            <a:lvl3pPr algn="l">
              <a:defRPr sz="1875" b="0">
                <a:solidFill>
                  <a:srgbClr val="DCEC9A"/>
                </a:solidFill>
                <a:latin typeface="Nimbus Sans"/>
                <a:ea typeface="Nimbus Sans"/>
                <a:cs typeface="Nimbus Sans"/>
              </a:defRPr>
            </a:lvl3pPr>
            <a:lvl4pPr algn="l">
              <a:defRPr sz="1875" b="0">
                <a:solidFill>
                  <a:srgbClr val="DCEC9A"/>
                </a:solidFill>
                <a:latin typeface="Nimbus Sans"/>
                <a:ea typeface="Nimbus Sans"/>
                <a:cs typeface="Nimbus Sans"/>
              </a:defRPr>
            </a:lvl4pPr>
            <a:lvl5pPr algn="l">
              <a:defRPr sz="1875" b="0">
                <a:solidFill>
                  <a:srgbClr val="DCEC9A"/>
                </a:solidFill>
                <a:latin typeface="Nimbus Sans"/>
                <a:ea typeface="Nimbus Sans"/>
                <a:cs typeface="Nimbus Sans"/>
              </a:defRPr>
            </a:lvl5pPr>
            <a:lvl6pPr algn="l">
              <a:defRPr sz="1875" b="0">
                <a:solidFill>
                  <a:srgbClr val="DCEC9A"/>
                </a:solidFill>
                <a:latin typeface="Nimbus Sans"/>
                <a:ea typeface="Nimbus Sans"/>
                <a:cs typeface="Nimbus Sans"/>
              </a:defRPr>
            </a:lvl6pPr>
            <a:lvl7pPr algn="l">
              <a:defRPr sz="1875" b="0">
                <a:solidFill>
                  <a:srgbClr val="DCEC9A"/>
                </a:solidFill>
                <a:latin typeface="Nimbus Sans"/>
                <a:ea typeface="Nimbus Sans"/>
                <a:cs typeface="Nimbus Sans"/>
              </a:defRPr>
            </a:lvl7pPr>
            <a:lvl8pPr algn="l">
              <a:defRPr sz="1875" b="0">
                <a:solidFill>
                  <a:srgbClr val="DCEC9A"/>
                </a:solidFill>
                <a:latin typeface="Nimbus Sans"/>
                <a:ea typeface="Nimbus Sans"/>
                <a:cs typeface="Nimbus Sans"/>
              </a:defRPr>
            </a:lvl8pPr>
            <a:lvl9pPr algn="l">
              <a:defRPr sz="1875" b="0">
                <a:solidFill>
                  <a:srgbClr val="DCEC9A"/>
                </a:solidFill>
                <a:latin typeface="Nimbus Sans"/>
                <a:ea typeface="Nimbus Sans"/>
                <a:cs typeface="Nimbus Sans"/>
              </a:defRPr>
            </a:lvl9pPr>
          </a:lstStyle>
          <a:p>
            <a:pPr algn="l">
              <a:defRPr sz="1875" b="0">
                <a:solidFill>
                  <a:srgbClr val="DCEC9A"/>
                </a:solidFill>
                <a:latin typeface="Nimbus Sans"/>
                <a:ea typeface="Nimbus Sans"/>
                <a:cs typeface="Nimbus Sans"/>
              </a:defRPr>
            </a:pPr>
            <a:r>
              <a:rPr sz="1875" b="0" dirty="0">
                <a:solidFill>
                  <a:srgbClr val="DCEC9A"/>
                </a:solidFill>
                <a:latin typeface="Nimbus Sans"/>
                <a:ea typeface="Nimbus Sans"/>
                <a:cs typeface="Nimbus Sans"/>
              </a:rPr>
              <a:t>Hurricane Harvey, 2017</a:t>
            </a:r>
          </a:p>
          <a:p>
            <a:pPr algn="l">
              <a:defRPr sz="1875" b="0">
                <a:solidFill>
                  <a:srgbClr val="DCEC9A"/>
                </a:solidFill>
                <a:latin typeface="Nimbus Sans"/>
                <a:ea typeface="Nimbus Sans"/>
                <a:cs typeface="Nimbus Sans"/>
              </a:defRPr>
            </a:pPr>
            <a:r>
              <a:rPr sz="1875" b="0" dirty="0">
                <a:solidFill>
                  <a:srgbClr val="DCEC9A"/>
                </a:solidFill>
                <a:latin typeface="Nimbus Sans"/>
                <a:ea typeface="Nimbus Sans"/>
                <a:cs typeface="Nimbus Sans"/>
              </a:rPr>
              <a:t>Moore County attack, 2022</a:t>
            </a:r>
          </a:p>
        </p:txBody>
      </p:sp>
      <p:sp>
        <p:nvSpPr>
          <p:cNvPr id="95" name="Text 46">
            <a:extLst>
              <a:ext uri="{FF2B5EF4-FFF2-40B4-BE49-F238E27FC236}">
                <a16:creationId xmlns:a16="http://schemas.microsoft.com/office/drawing/2014/main" id="{D0316C66-0FFC-3562-69AD-D8E3FE94C8BD}"/>
              </a:ext>
            </a:extLst>
          </p:cNvPr>
          <p:cNvSpPr/>
          <p:nvPr/>
        </p:nvSpPr>
        <p:spPr>
          <a:xfrm>
            <a:off x="4137902" y="6093143"/>
            <a:ext cx="731484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700" b="1" u="none" strike="noStrike" dirty="0">
                <a:solidFill>
                  <a:srgbClr val="FFB56B"/>
                </a:solidFill>
                <a:effectLst/>
                <a:uFillTx/>
                <a:latin typeface="Inter Display"/>
                <a:ea typeface="Inter Display"/>
              </a:rPr>
              <a:t>CPS intuition: the plant is changing while the adversary is still acting.</a:t>
            </a:r>
            <a:endParaRPr lang="en-US" sz="1700" b="0" u="none" strike="noStrike" dirty="0">
              <a:solidFill>
                <a:srgbClr val="FFFFFF"/>
              </a:solidFill>
              <a:effectLst/>
              <a:uFillTx/>
              <a:latin typeface="Arial"/>
            </a:endParaRPr>
          </a:p>
        </p:txBody>
      </p:sp>
      <p:sp>
        <p:nvSpPr>
          <p:cNvPr id="97" name="Text 27">
            <a:extLst>
              <a:ext uri="{FF2B5EF4-FFF2-40B4-BE49-F238E27FC236}">
                <a16:creationId xmlns:a16="http://schemas.microsoft.com/office/drawing/2014/main" id="{ADF94858-7AF0-1273-EA65-662ACAF6C784}"/>
              </a:ext>
            </a:extLst>
          </p:cNvPr>
          <p:cNvSpPr/>
          <p:nvPr/>
        </p:nvSpPr>
        <p:spPr>
          <a:xfrm>
            <a:off x="5452872" y="5321618"/>
            <a:ext cx="196560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2200" b="1" dirty="0">
                <a:solidFill>
                  <a:srgbClr val="7BD7CE"/>
                </a:solidFill>
                <a:latin typeface="Inter"/>
              </a:rPr>
              <a:t>A + B + C</a:t>
            </a:r>
          </a:p>
        </p:txBody>
      </p:sp>
      <p:sp>
        <p:nvSpPr>
          <p:cNvPr id="99" name="Text 28">
            <a:extLst>
              <a:ext uri="{FF2B5EF4-FFF2-40B4-BE49-F238E27FC236}">
                <a16:creationId xmlns:a16="http://schemas.microsoft.com/office/drawing/2014/main" id="{EC76D815-63C4-7A9B-E2F7-419F88FACC63}"/>
              </a:ext>
            </a:extLst>
          </p:cNvPr>
          <p:cNvSpPr/>
          <p:nvPr/>
        </p:nvSpPr>
        <p:spPr>
          <a:xfrm>
            <a:off x="7510272" y="5321618"/>
            <a:ext cx="4568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2800" b="1" u="none" strike="noStrike" dirty="0">
                <a:effectLst/>
                <a:uFillTx/>
                <a:latin typeface="Inter"/>
                <a:ea typeface="Inter"/>
              </a:rPr>
              <a:t>≠</a:t>
            </a:r>
            <a:endParaRPr lang="en-US" sz="2800" b="0" u="none" strike="noStrike" dirty="0">
              <a:effectLst/>
              <a:uFillTx/>
              <a:latin typeface="Arial"/>
            </a:endParaRPr>
          </a:p>
        </p:txBody>
      </p:sp>
      <p:sp>
        <p:nvSpPr>
          <p:cNvPr id="101" name="Text 29">
            <a:extLst>
              <a:ext uri="{FF2B5EF4-FFF2-40B4-BE49-F238E27FC236}">
                <a16:creationId xmlns:a16="http://schemas.microsoft.com/office/drawing/2014/main" id="{D3D498E1-A57A-46A6-E113-2831065CB248}"/>
              </a:ext>
            </a:extLst>
          </p:cNvPr>
          <p:cNvSpPr/>
          <p:nvPr/>
        </p:nvSpPr>
        <p:spPr>
          <a:xfrm>
            <a:off x="8040552" y="5321618"/>
            <a:ext cx="1874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2200" b="1" u="none" strike="noStrike" dirty="0">
                <a:solidFill>
                  <a:srgbClr val="7BD7CE"/>
                </a:solidFill>
                <a:effectLst/>
                <a:uFillTx/>
                <a:latin typeface="Inter"/>
                <a:ea typeface="Inter"/>
              </a:rPr>
              <a:t>A → B → C</a:t>
            </a:r>
            <a:endParaRPr lang="en-US" sz="2200" b="0" u="none" strike="noStrike" dirty="0">
              <a:solidFill>
                <a:srgbClr val="FFFFFF"/>
              </a:solidFill>
              <a:effectLst/>
              <a:uFillTx/>
              <a:latin typeface="Arial"/>
            </a:endParaRPr>
          </a:p>
        </p:txBody>
      </p:sp>
    </p:spTree>
    <p:extLst>
      <p:ext uri="{BB962C8B-B14F-4D97-AF65-F5344CB8AC3E}">
        <p14:creationId xmlns:p14="http://schemas.microsoft.com/office/powerpoint/2010/main" val="2218049895"/>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F2FC-A4BF-333D-EA53-A43751F98C54}"/>
            </a:ext>
          </a:extLst>
        </p:cNvPr>
        <p:cNvGrpSpPr/>
        <p:nvPr/>
      </p:nvGrpSpPr>
      <p:grpSpPr>
        <a:xfrm>
          <a:off x="0" y="0"/>
          <a:ext cx="0" cy="0"/>
          <a:chOff x="0" y="0"/>
          <a:chExt cx="0" cy="0"/>
        </a:xfrm>
      </p:grpSpPr>
      <p:sp>
        <p:nvSpPr>
          <p:cNvPr id="65" name="Freeform: Shape 64">
            <a:extLst>
              <a:ext uri="{FF2B5EF4-FFF2-40B4-BE49-F238E27FC236}">
                <a16:creationId xmlns:a16="http://schemas.microsoft.com/office/drawing/2014/main" id="{90EE6A9E-A54E-1C6C-2519-506DF3521BDB}"/>
              </a:ext>
            </a:extLst>
          </p:cNvPr>
          <p:cNvSpPr>
            <a:spLocks noChangeAspect="1"/>
          </p:cNvSpPr>
          <p:nvPr/>
        </p:nvSpPr>
        <p:spPr>
          <a:xfrm>
            <a:off x="232519" y="-2693505"/>
            <a:ext cx="4728754" cy="4728754"/>
          </a:xfrm>
          <a:custGeom>
            <a:avLst/>
            <a:gdLst>
              <a:gd name="connsiteX0" fmla="*/ 244064 w 488128"/>
              <a:gd name="connsiteY0" fmla="*/ 0 h 488128"/>
              <a:gd name="connsiteX1" fmla="*/ 488128 w 488128"/>
              <a:gd name="connsiteY1" fmla="*/ 244064 h 488128"/>
              <a:gd name="connsiteX2" fmla="*/ 244064 w 488128"/>
              <a:gd name="connsiteY2" fmla="*/ 488128 h 488128"/>
              <a:gd name="connsiteX3" fmla="*/ 0 w 488128"/>
              <a:gd name="connsiteY3" fmla="*/ 244064 h 488128"/>
              <a:gd name="connsiteX4" fmla="*/ 244064 w 488128"/>
              <a:gd name="connsiteY4" fmla="*/ 0 h 488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128" h="488128">
                <a:moveTo>
                  <a:pt x="244064" y="0"/>
                </a:moveTo>
                <a:cubicBezTo>
                  <a:pt x="378857" y="0"/>
                  <a:pt x="488128" y="109271"/>
                  <a:pt x="488128" y="244064"/>
                </a:cubicBezTo>
                <a:cubicBezTo>
                  <a:pt x="488128" y="378857"/>
                  <a:pt x="378857" y="488128"/>
                  <a:pt x="244064" y="488128"/>
                </a:cubicBezTo>
                <a:cubicBezTo>
                  <a:pt x="109271" y="488128"/>
                  <a:pt x="0" y="378857"/>
                  <a:pt x="0" y="244064"/>
                </a:cubicBezTo>
                <a:cubicBezTo>
                  <a:pt x="0" y="109271"/>
                  <a:pt x="109271" y="0"/>
                  <a:pt x="24406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4" name="Text Placeholder 13">
            <a:extLst>
              <a:ext uri="{FF2B5EF4-FFF2-40B4-BE49-F238E27FC236}">
                <a16:creationId xmlns:a16="http://schemas.microsoft.com/office/drawing/2014/main" id="{36F7E474-DF49-8FAF-2AAC-E7F0B413ADC6}"/>
              </a:ext>
            </a:extLst>
          </p:cNvPr>
          <p:cNvSpPr>
            <a:spLocks noGrp="1"/>
          </p:cNvSpPr>
          <p:nvPr>
            <p:ph type="body" sz="quarter" idx="10"/>
          </p:nvPr>
        </p:nvSpPr>
        <p:spPr>
          <a:xfrm>
            <a:off x="944881" y="2662267"/>
            <a:ext cx="4332514" cy="867930"/>
          </a:xfrm>
        </p:spPr>
        <p:txBody>
          <a:bodyPr/>
          <a:lstStyle/>
          <a:p>
            <a:r>
              <a:rPr lang="en-US" dirty="0"/>
              <a:t>Why Not Try Every Sequence?</a:t>
            </a:r>
          </a:p>
        </p:txBody>
      </p:sp>
      <p:sp>
        <p:nvSpPr>
          <p:cNvPr id="15" name="Text Placeholder 14">
            <a:extLst>
              <a:ext uri="{FF2B5EF4-FFF2-40B4-BE49-F238E27FC236}">
                <a16:creationId xmlns:a16="http://schemas.microsoft.com/office/drawing/2014/main" id="{E2974839-5B15-3F69-974B-865DDB570101}"/>
              </a:ext>
            </a:extLst>
          </p:cNvPr>
          <p:cNvSpPr>
            <a:spLocks noGrp="1"/>
          </p:cNvSpPr>
          <p:nvPr>
            <p:ph type="body" sz="quarter" idx="11"/>
          </p:nvPr>
        </p:nvSpPr>
        <p:spPr>
          <a:xfrm>
            <a:off x="6096000" y="419100"/>
            <a:ext cx="5671764" cy="1290610"/>
          </a:xfrm>
        </p:spPr>
        <p:txBody>
          <a:bodyPr/>
          <a:lstStyle/>
          <a:p>
            <a:r>
              <a:rPr lang="en-US" dirty="0"/>
              <a:t>Because</a:t>
            </a:r>
          </a:p>
          <a:p>
            <a:r>
              <a:rPr lang="en-IN" sz="2400" b="0" dirty="0">
                <a:solidFill>
                  <a:srgbClr val="FFFFFF"/>
                </a:solidFill>
                <a:latin typeface="DejaVu Serif"/>
                <a:ea typeface="DejaVu Serif"/>
                <a:cs typeface="DejaVu Serif"/>
              </a:rPr>
              <a:t>P(m, k) = m! / (m − k)!</a:t>
            </a:r>
          </a:p>
          <a:p>
            <a:endParaRPr lang="en-US" dirty="0"/>
          </a:p>
        </p:txBody>
      </p:sp>
      <p:sp>
        <p:nvSpPr>
          <p:cNvPr id="32" name="Title 31">
            <a:extLst>
              <a:ext uri="{FF2B5EF4-FFF2-40B4-BE49-F238E27FC236}">
                <a16:creationId xmlns:a16="http://schemas.microsoft.com/office/drawing/2014/main" id="{9DD04E1A-6AD7-233B-E856-860661E9CEB8}"/>
              </a:ext>
            </a:extLst>
          </p:cNvPr>
          <p:cNvSpPr>
            <a:spLocks noGrp="1"/>
          </p:cNvSpPr>
          <p:nvPr>
            <p:ph type="title"/>
          </p:nvPr>
        </p:nvSpPr>
        <p:spPr>
          <a:xfrm>
            <a:off x="555244" y="0"/>
            <a:ext cx="4083304" cy="1357295"/>
          </a:xfrm>
        </p:spPr>
        <p:txBody>
          <a:bodyPr/>
          <a:lstStyle/>
          <a:p>
            <a:r>
              <a:rPr lang="en-US" b="1" dirty="0">
                <a:gradFill>
                  <a:gsLst>
                    <a:gs pos="15000">
                      <a:schemeClr val="bg1"/>
                    </a:gs>
                    <a:gs pos="47000">
                      <a:schemeClr val="bg1"/>
                    </a:gs>
                  </a:gsLst>
                  <a:lin ang="5400000" scaled="1"/>
                </a:gradFill>
              </a:rPr>
              <a:t>MOTIVATION</a:t>
            </a:r>
            <a:br>
              <a:rPr lang="en-US" b="1" dirty="0">
                <a:gradFill>
                  <a:gsLst>
                    <a:gs pos="15000">
                      <a:schemeClr val="bg1"/>
                    </a:gs>
                    <a:gs pos="47000">
                      <a:schemeClr val="bg1"/>
                    </a:gs>
                  </a:gsLst>
                  <a:lin ang="5400000" scaled="1"/>
                </a:gradFill>
              </a:rPr>
            </a:br>
            <a:r>
              <a:rPr lang="en-US" b="1" dirty="0">
                <a:gradFill>
                  <a:gsLst>
                    <a:gs pos="15000">
                      <a:schemeClr val="bg1"/>
                    </a:gs>
                    <a:gs pos="47000">
                      <a:schemeClr val="bg1"/>
                    </a:gs>
                  </a:gsLst>
                  <a:lin ang="5400000" scaled="1"/>
                </a:gradFill>
              </a:rPr>
              <a:t>	FOR SEQUIN</a:t>
            </a:r>
          </a:p>
        </p:txBody>
      </p:sp>
      <p:sp>
        <p:nvSpPr>
          <p:cNvPr id="21" name="Text Placeholder 20">
            <a:extLst>
              <a:ext uri="{FF2B5EF4-FFF2-40B4-BE49-F238E27FC236}">
                <a16:creationId xmlns:a16="http://schemas.microsoft.com/office/drawing/2014/main" id="{91EE9057-70C6-685A-44BF-3451370E5AAF}"/>
              </a:ext>
            </a:extLst>
          </p:cNvPr>
          <p:cNvSpPr>
            <a:spLocks noGrp="1"/>
          </p:cNvSpPr>
          <p:nvPr>
            <p:ph type="body" sz="quarter" idx="12"/>
          </p:nvPr>
        </p:nvSpPr>
        <p:spPr>
          <a:xfrm>
            <a:off x="6096000" y="2599498"/>
            <a:ext cx="5671764" cy="1125949"/>
          </a:xfrm>
        </p:spPr>
        <p:txBody>
          <a:bodyPr/>
          <a:lstStyle/>
          <a:p>
            <a:r>
              <a:rPr lang="en-US" dirty="0"/>
              <a:t>Case39: 46 lines, k = 3</a:t>
            </a:r>
          </a:p>
          <a:p>
            <a:pPr lvl="1"/>
            <a:r>
              <a:rPr lang="en-IN" sz="4800" b="1" dirty="0">
                <a:solidFill>
                  <a:srgbClr val="DCEC9A"/>
                </a:solidFill>
                <a:latin typeface="Nimbus Sans"/>
                <a:ea typeface="Nimbus Sans"/>
                <a:cs typeface="Nimbus Sans"/>
              </a:rPr>
              <a:t>91,080</a:t>
            </a:r>
            <a:r>
              <a:rPr lang="en-US" dirty="0"/>
              <a:t>.</a:t>
            </a:r>
          </a:p>
        </p:txBody>
      </p:sp>
      <p:sp>
        <p:nvSpPr>
          <p:cNvPr id="22" name="Text Placeholder 21">
            <a:extLst>
              <a:ext uri="{FF2B5EF4-FFF2-40B4-BE49-F238E27FC236}">
                <a16:creationId xmlns:a16="http://schemas.microsoft.com/office/drawing/2014/main" id="{6DF17E04-B84D-A442-E7D5-80E59FA8E3E3}"/>
              </a:ext>
            </a:extLst>
          </p:cNvPr>
          <p:cNvSpPr>
            <a:spLocks noGrp="1"/>
          </p:cNvSpPr>
          <p:nvPr>
            <p:ph type="body" sz="quarter" idx="13"/>
          </p:nvPr>
        </p:nvSpPr>
        <p:spPr>
          <a:xfrm>
            <a:off x="6096000" y="4779896"/>
            <a:ext cx="5671764" cy="1558888"/>
          </a:xfrm>
        </p:spPr>
        <p:txBody>
          <a:bodyPr/>
          <a:lstStyle/>
          <a:p>
            <a:r>
              <a:rPr lang="en-US" dirty="0"/>
              <a:t>Case240 : 448 lines, k = 8</a:t>
            </a:r>
          </a:p>
          <a:p>
            <a:pPr lvl="1"/>
            <a:r>
              <a:rPr lang="en-US" sz="4800" b="1" dirty="0">
                <a:solidFill>
                  <a:srgbClr val="DCEC9A"/>
                </a:solidFill>
                <a:latin typeface="Nimbus Sans"/>
                <a:ea typeface="Nimbus Sans"/>
                <a:cs typeface="Nimbus Sans"/>
              </a:rPr>
              <a:t>38.2 Trillion</a:t>
            </a:r>
            <a:endParaRPr lang="en-US" sz="4800" dirty="0">
              <a:gradFill>
                <a:gsLst>
                  <a:gs pos="15000">
                    <a:srgbClr val="FFFFFF"/>
                  </a:gs>
                  <a:gs pos="47000">
                    <a:srgbClr val="FFFFFF"/>
                  </a:gs>
                </a:gsLst>
                <a:lin ang="5400000" scaled="1"/>
              </a:gradFill>
            </a:endParaRPr>
          </a:p>
          <a:p>
            <a:endParaRPr lang="en-US" dirty="0"/>
          </a:p>
        </p:txBody>
      </p:sp>
    </p:spTree>
    <p:extLst>
      <p:ext uri="{BB962C8B-B14F-4D97-AF65-F5344CB8AC3E}">
        <p14:creationId xmlns:p14="http://schemas.microsoft.com/office/powerpoint/2010/main" val="2134880063"/>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fade">
                                      <p:cBhvr>
                                        <p:cTn id="12" dur="500"/>
                                        <p:tgtEl>
                                          <p:spTgt spid="14">
                                            <p:txEl>
                                              <p:pRg st="0" end="0"/>
                                            </p:txEl>
                                          </p:spTgt>
                                        </p:tgtEl>
                                      </p:cBhvr>
                                    </p:animEffect>
                                  </p:childTnLst>
                                </p:cTn>
                              </p:par>
                              <p:par>
                                <p:cTn id="13" presetID="63" presetClass="path" presetSubtype="0" decel="100000" fill="hold" grpId="1" nodeType="withEffect">
                                  <p:stCondLst>
                                    <p:cond delay="0"/>
                                  </p:stCondLst>
                                  <p:childTnLst>
                                    <p:animMotion origin="layout" path="M -0.14336 1.11111E-6 L 1.45833E-6 1.11111E-6 " pathEditMode="relative" rAng="0" ptsTypes="AA">
                                      <p:cBhvr>
                                        <p:cTn id="14" dur="750" fill="hold"/>
                                        <p:tgtEl>
                                          <p:spTgt spid="14">
                                            <p:txEl>
                                              <p:pRg st="0" end="0"/>
                                            </p:txEl>
                                          </p:spTgt>
                                        </p:tgtEl>
                                        <p:attrNameLst>
                                          <p:attrName>ppt_x</p:attrName>
                                          <p:attrName>ppt_y</p:attrName>
                                        </p:attrNameLst>
                                      </p:cBhvr>
                                      <p:rCtr x="7161" y="0"/>
                                    </p:animMotion>
                                  </p:childTnLst>
                                </p:cTn>
                              </p:par>
                            </p:childTnLst>
                          </p:cTn>
                        </p:par>
                        <p:par>
                          <p:cTn id="15" fill="hold">
                            <p:stCondLst>
                              <p:cond delay="1250"/>
                            </p:stCondLst>
                            <p:childTnLst>
                              <p:par>
                                <p:cTn id="16" presetID="10" presetClass="entr" presetSubtype="0" fill="hold" grpId="0" nodeType="afterEffect">
                                  <p:stCondLst>
                                    <p:cond delay="25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750"/>
                                        <p:tgtEl>
                                          <p:spTgt spid="15"/>
                                        </p:tgtEl>
                                      </p:cBhvr>
                                    </p:animEffect>
                                  </p:childTnLst>
                                </p:cTn>
                              </p:par>
                            </p:childTnLst>
                          </p:cTn>
                        </p:par>
                        <p:par>
                          <p:cTn id="19" fill="hold">
                            <p:stCondLst>
                              <p:cond delay="2250"/>
                            </p:stCondLst>
                            <p:childTnLst>
                              <p:par>
                                <p:cTn id="20" presetID="10" presetClass="entr" presetSubtype="0" fill="hold" grpId="0" nodeType="afterEffect">
                                  <p:stCondLst>
                                    <p:cond delay="25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750"/>
                                        <p:tgtEl>
                                          <p:spTgt spid="21"/>
                                        </p:tgtEl>
                                      </p:cBhvr>
                                    </p:animEffect>
                                  </p:childTnLst>
                                </p:cTn>
                              </p:par>
                            </p:childTnLst>
                          </p:cTn>
                        </p:par>
                        <p:par>
                          <p:cTn id="23" fill="hold">
                            <p:stCondLst>
                              <p:cond delay="3250"/>
                            </p:stCondLst>
                            <p:childTnLst>
                              <p:par>
                                <p:cTn id="24" presetID="10" presetClass="entr" presetSubtype="0" fill="hold" grpId="0" nodeType="afterEffect">
                                  <p:stCondLst>
                                    <p:cond delay="25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4" grpId="1" build="p"/>
      <p:bldP spid="15" grpId="0"/>
      <p:bldP spid="32" grpId="0"/>
      <p:bldP spid="21"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5D00E-F268-9EA7-6954-0BAF7589B5E1}"/>
            </a:ext>
          </a:extLst>
        </p:cNvPr>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A1715A00-9E50-649B-4DE1-EDC472286027}"/>
              </a:ext>
            </a:extLst>
          </p:cNvPr>
          <p:cNvSpPr>
            <a:spLocks noGrp="1"/>
          </p:cNvSpPr>
          <p:nvPr>
            <p:ph idx="1"/>
          </p:nvPr>
        </p:nvSpPr>
        <p:spPr>
          <a:xfrm>
            <a:off x="304800" y="2265618"/>
            <a:ext cx="3714704" cy="1973874"/>
          </a:xfrm>
        </p:spPr>
        <p:txBody>
          <a:bodyPr/>
          <a:lstStyle/>
          <a:p>
            <a:pPr>
              <a:spcAft>
                <a:spcPts val="2400"/>
              </a:spcAft>
            </a:pPr>
            <a:r>
              <a:rPr lang="en-US" dirty="0"/>
              <a:t>Guided Exploration</a:t>
            </a:r>
          </a:p>
          <a:p>
            <a:pPr lvl="1"/>
            <a:r>
              <a:rPr lang="en-US" dirty="0"/>
              <a:t>Which failures are worth exploring?</a:t>
            </a:r>
          </a:p>
          <a:p>
            <a:pPr lvl="1"/>
            <a:r>
              <a:rPr lang="en-US" dirty="0"/>
              <a:t>Attacker</a:t>
            </a:r>
          </a:p>
        </p:txBody>
      </p:sp>
      <p:sp>
        <p:nvSpPr>
          <p:cNvPr id="11" name="Content Placeholder 10">
            <a:extLst>
              <a:ext uri="{FF2B5EF4-FFF2-40B4-BE49-F238E27FC236}">
                <a16:creationId xmlns:a16="http://schemas.microsoft.com/office/drawing/2014/main" id="{F96B48CD-F5C2-B913-EFEB-9004AEA4F2B6}"/>
              </a:ext>
            </a:extLst>
          </p:cNvPr>
          <p:cNvSpPr>
            <a:spLocks noGrp="1"/>
          </p:cNvSpPr>
          <p:nvPr>
            <p:ph idx="14"/>
          </p:nvPr>
        </p:nvSpPr>
        <p:spPr>
          <a:xfrm>
            <a:off x="4168631" y="2265618"/>
            <a:ext cx="3840480" cy="1973874"/>
          </a:xfrm>
        </p:spPr>
        <p:txBody>
          <a:bodyPr/>
          <a:lstStyle/>
          <a:p>
            <a:pPr>
              <a:spcAft>
                <a:spcPts val="2400"/>
              </a:spcAft>
            </a:pPr>
            <a:r>
              <a:rPr lang="en-US" dirty="0"/>
              <a:t>Sequential interdiction</a:t>
            </a:r>
          </a:p>
          <a:p>
            <a:pPr lvl="1"/>
            <a:r>
              <a:rPr lang="en-US" dirty="0"/>
              <a:t>What physically happens after each failure?</a:t>
            </a:r>
          </a:p>
          <a:p>
            <a:pPr lvl="1"/>
            <a:r>
              <a:rPr lang="en-US" dirty="0"/>
              <a:t>Defender</a:t>
            </a:r>
          </a:p>
        </p:txBody>
      </p:sp>
      <p:sp>
        <p:nvSpPr>
          <p:cNvPr id="18" name="Content Placeholder 17">
            <a:extLst>
              <a:ext uri="{FF2B5EF4-FFF2-40B4-BE49-F238E27FC236}">
                <a16:creationId xmlns:a16="http://schemas.microsoft.com/office/drawing/2014/main" id="{3002360B-3C45-ECA0-5BC7-241AF029CBD7}"/>
              </a:ext>
            </a:extLst>
          </p:cNvPr>
          <p:cNvSpPr>
            <a:spLocks noGrp="1"/>
          </p:cNvSpPr>
          <p:nvPr>
            <p:ph idx="15"/>
          </p:nvPr>
        </p:nvSpPr>
        <p:spPr>
          <a:xfrm>
            <a:off x="8158238" y="2265618"/>
            <a:ext cx="3773077" cy="2250873"/>
          </a:xfrm>
        </p:spPr>
        <p:txBody>
          <a:bodyPr/>
          <a:lstStyle/>
          <a:p>
            <a:pPr>
              <a:spcAft>
                <a:spcPts val="2400"/>
              </a:spcAft>
            </a:pPr>
            <a:r>
              <a:rPr lang="en-US" dirty="0"/>
              <a:t>Impact reasoning</a:t>
            </a:r>
          </a:p>
          <a:p>
            <a:pPr lvl="1"/>
            <a:r>
              <a:rPr lang="en-US" dirty="0"/>
              <a:t>What dangerous patterns appear across sequences?</a:t>
            </a:r>
            <a:br>
              <a:rPr lang="en-US" dirty="0"/>
            </a:br>
            <a:r>
              <a:rPr lang="en-US" dirty="0"/>
              <a:t> Build a Attack tree</a:t>
            </a:r>
          </a:p>
          <a:p>
            <a:pPr lvl="1"/>
            <a:r>
              <a:rPr lang="en-US" dirty="0"/>
              <a:t>Analysis by Domain Experts</a:t>
            </a:r>
          </a:p>
        </p:txBody>
      </p:sp>
      <p:sp>
        <p:nvSpPr>
          <p:cNvPr id="14" name="Title 1">
            <a:extLst>
              <a:ext uri="{FF2B5EF4-FFF2-40B4-BE49-F238E27FC236}">
                <a16:creationId xmlns:a16="http://schemas.microsoft.com/office/drawing/2014/main" id="{EE7BEDC5-97E5-AD14-D234-0C5A86708C46}"/>
              </a:ext>
            </a:extLst>
          </p:cNvPr>
          <p:cNvSpPr>
            <a:spLocks noGrp="1"/>
          </p:cNvSpPr>
          <p:nvPr>
            <p:ph type="title"/>
          </p:nvPr>
        </p:nvSpPr>
        <p:spPr/>
        <p:txBody>
          <a:bodyPr/>
          <a:lstStyle/>
          <a:p>
            <a:r>
              <a:rPr lang="en-US" dirty="0"/>
              <a:t>SEQUIN</a:t>
            </a:r>
          </a:p>
        </p:txBody>
      </p:sp>
      <p:sp>
        <p:nvSpPr>
          <p:cNvPr id="6" name="Text Placeholder 5">
            <a:extLst>
              <a:ext uri="{FF2B5EF4-FFF2-40B4-BE49-F238E27FC236}">
                <a16:creationId xmlns:a16="http://schemas.microsoft.com/office/drawing/2014/main" id="{AB418EE7-464A-C90D-2C7B-7FBC87DCB11D}"/>
              </a:ext>
            </a:extLst>
          </p:cNvPr>
          <p:cNvSpPr>
            <a:spLocks noGrp="1"/>
          </p:cNvSpPr>
          <p:nvPr>
            <p:ph type="body" sz="quarter" idx="16"/>
          </p:nvPr>
        </p:nvSpPr>
        <p:spPr>
          <a:xfrm>
            <a:off x="2951089" y="195702"/>
            <a:ext cx="9364374" cy="1089529"/>
          </a:xfrm>
        </p:spPr>
        <p:txBody>
          <a:bodyPr/>
          <a:lstStyle/>
          <a:p>
            <a:r>
              <a:rPr lang="en-US" sz="3600" dirty="0"/>
              <a:t>SEQUIN = Search + Physics + Interpretation</a:t>
            </a:r>
          </a:p>
        </p:txBody>
      </p:sp>
      <p:sp>
        <p:nvSpPr>
          <p:cNvPr id="9" name="Rectangle 8">
            <a:extLst>
              <a:ext uri="{FF2B5EF4-FFF2-40B4-BE49-F238E27FC236}">
                <a16:creationId xmlns:a16="http://schemas.microsoft.com/office/drawing/2014/main" id="{2549E6F0-72A9-121F-0795-D0E210A1746F}"/>
              </a:ext>
            </a:extLst>
          </p:cNvPr>
          <p:cNvSpPr/>
          <p:nvPr/>
        </p:nvSpPr>
        <p:spPr>
          <a:xfrm>
            <a:off x="4375511" y="3049557"/>
            <a:ext cx="338328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3ECB1170-47CA-B74C-BD1E-0D4DD57EE699}"/>
              </a:ext>
            </a:extLst>
          </p:cNvPr>
          <p:cNvSpPr/>
          <p:nvPr/>
        </p:nvSpPr>
        <p:spPr>
          <a:xfrm>
            <a:off x="8386838" y="3049557"/>
            <a:ext cx="338328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97D4F53-F60F-E9DA-CDB7-98EDE6F512FD}"/>
              </a:ext>
            </a:extLst>
          </p:cNvPr>
          <p:cNvSpPr/>
          <p:nvPr/>
        </p:nvSpPr>
        <p:spPr>
          <a:xfrm>
            <a:off x="435056" y="3049557"/>
            <a:ext cx="3383280" cy="182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Slide Number Placeholder 41">
            <a:extLst>
              <a:ext uri="{FF2B5EF4-FFF2-40B4-BE49-F238E27FC236}">
                <a16:creationId xmlns:a16="http://schemas.microsoft.com/office/drawing/2014/main" id="{A2279078-3B4F-C13B-FD33-D58E378644C4}"/>
              </a:ext>
            </a:extLst>
          </p:cNvPr>
          <p:cNvSpPr>
            <a:spLocks noGrp="1"/>
          </p:cNvSpPr>
          <p:nvPr>
            <p:ph type="sldNum" sz="quarter" idx="4"/>
          </p:nvPr>
        </p:nvSpPr>
        <p:spPr>
          <a:xfrm>
            <a:off x="11432913" y="6316156"/>
            <a:ext cx="498402" cy="365125"/>
          </a:xfrm>
        </p:spPr>
        <p:txBody>
          <a:bodyPr/>
          <a:lstStyle/>
          <a:p>
            <a:fld id="{5AE1514C-5E56-4738-A1FF-4B1CFD2A3E36}" type="slidenum">
              <a:rPr lang="en-US" smtClean="0"/>
              <a:t>7</a:t>
            </a:fld>
            <a:endParaRPr lang="en-US" dirty="0"/>
          </a:p>
        </p:txBody>
      </p:sp>
      <p:pic>
        <p:nvPicPr>
          <p:cNvPr id="3" name="Picture 2">
            <a:extLst>
              <a:ext uri="{FF2B5EF4-FFF2-40B4-BE49-F238E27FC236}">
                <a16:creationId xmlns:a16="http://schemas.microsoft.com/office/drawing/2014/main" id="{10FDB908-CF82-4AFB-7F38-A19E88E4BAEB}"/>
              </a:ext>
            </a:extLst>
          </p:cNvPr>
          <p:cNvPicPr>
            <a:picLocks noChangeAspect="1"/>
          </p:cNvPicPr>
          <p:nvPr/>
        </p:nvPicPr>
        <p:blipFill>
          <a:blip r:embed="rId3"/>
          <a:stretch>
            <a:fillRect/>
          </a:stretch>
        </p:blipFill>
        <p:spPr>
          <a:xfrm>
            <a:off x="2951089" y="4767779"/>
            <a:ext cx="6328733" cy="1724784"/>
          </a:xfrm>
          <a:prstGeom prst="rect">
            <a:avLst/>
          </a:prstGeom>
        </p:spPr>
      </p:pic>
    </p:spTree>
    <p:extLst>
      <p:ext uri="{BB962C8B-B14F-4D97-AF65-F5344CB8AC3E}">
        <p14:creationId xmlns:p14="http://schemas.microsoft.com/office/powerpoint/2010/main" val="388165166"/>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decel="10000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8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8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63" presetClass="path" presetSubtype="0" accel="50000" decel="50000" fill="hold" grpId="1" nodeType="withEffect">
                                  <p:stCondLst>
                                    <p:cond delay="0"/>
                                  </p:stCondLst>
                                  <p:childTnLst>
                                    <p:animMotion origin="layout" path="M -0.13932 -4.44444E-6 L 1.04167E-6 -4.44444E-6 " pathEditMode="relative" rAng="0" ptsTypes="AA">
                                      <p:cBhvr>
                                        <p:cTn id="12" dur="500" fill="hold"/>
                                        <p:tgtEl>
                                          <p:spTgt spid="13"/>
                                        </p:tgtEl>
                                        <p:attrNameLst>
                                          <p:attrName>ppt_x</p:attrName>
                                          <p:attrName>ppt_y</p:attrName>
                                        </p:attrNameLst>
                                      </p:cBhvr>
                                      <p:rCtr x="6966" y="0"/>
                                    </p:animMotion>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63" presetClass="path" presetSubtype="0" accel="50000" decel="50000" fill="hold" grpId="1" nodeType="withEffect">
                                  <p:stCondLst>
                                    <p:cond delay="0"/>
                                  </p:stCondLst>
                                  <p:childTnLst>
                                    <p:animMotion origin="layout" path="M -0.13933 -4.44444E-6 L 3.95833E-6 -4.44444E-6 " pathEditMode="relative" rAng="0" ptsTypes="AA">
                                      <p:cBhvr>
                                        <p:cTn id="16" dur="500" fill="hold"/>
                                        <p:tgtEl>
                                          <p:spTgt spid="9"/>
                                        </p:tgtEl>
                                        <p:attrNameLst>
                                          <p:attrName>ppt_x</p:attrName>
                                          <p:attrName>ppt_y</p:attrName>
                                        </p:attrNameLst>
                                      </p:cBhvr>
                                      <p:rCtr x="6966" y="0"/>
                                    </p:animMotion>
                                  </p:childTnLst>
                                </p:cTn>
                              </p:par>
                            </p:childTnLst>
                          </p:cTn>
                        </p:par>
                      </p:childTnLst>
                    </p:cTn>
                  </p:par>
                  <p:par>
                    <p:cTn id="17" fill="hold">
                      <p:stCondLst>
                        <p:cond delay="indefinite"/>
                      </p:stCondLst>
                      <p:childTnLst>
                        <p:par>
                          <p:cTn id="18" fill="hold">
                            <p:stCondLst>
                              <p:cond delay="0"/>
                            </p:stCondLst>
                            <p:childTnLst>
                              <p:par>
                                <p:cTn id="19" presetID="2" presetClass="entr" presetSubtype="4" decel="100000" fill="hold" grpId="0" nodeType="clickEffect">
                                  <p:stCondLst>
                                    <p:cond delay="0"/>
                                  </p:stCondLst>
                                  <p:childTnLst>
                                    <p:set>
                                      <p:cBhvr>
                                        <p:cTn id="20" dur="1" fill="hold">
                                          <p:stCondLst>
                                            <p:cond delay="0"/>
                                          </p:stCondLst>
                                        </p:cTn>
                                        <p:tgtEl>
                                          <p:spTgt spid="11">
                                            <p:txEl>
                                              <p:pRg st="0" end="0"/>
                                            </p:txEl>
                                          </p:spTgt>
                                        </p:tgtEl>
                                        <p:attrNameLst>
                                          <p:attrName>style.visibility</p:attrName>
                                        </p:attrNameLst>
                                      </p:cBhvr>
                                      <p:to>
                                        <p:strVal val="visible"/>
                                      </p:to>
                                    </p:set>
                                    <p:anim calcmode="lin" valueType="num">
                                      <p:cBhvr additive="base">
                                        <p:cTn id="21" dur="800" fill="hold"/>
                                        <p:tgtEl>
                                          <p:spTgt spid="11">
                                            <p:txEl>
                                              <p:pRg st="0" end="0"/>
                                            </p:txEl>
                                          </p:spTgt>
                                        </p:tgtEl>
                                        <p:attrNameLst>
                                          <p:attrName>ppt_x</p:attrName>
                                        </p:attrNameLst>
                                      </p:cBhvr>
                                      <p:tavLst>
                                        <p:tav tm="0">
                                          <p:val>
                                            <p:strVal val="#ppt_x"/>
                                          </p:val>
                                        </p:tav>
                                        <p:tav tm="100000">
                                          <p:val>
                                            <p:strVal val="#ppt_x"/>
                                          </p:val>
                                        </p:tav>
                                      </p:tavLst>
                                    </p:anim>
                                    <p:anim calcmode="lin" valueType="num">
                                      <p:cBhvr additive="base">
                                        <p:cTn id="22" dur="800" fill="hold"/>
                                        <p:tgtEl>
                                          <p:spTgt spid="1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decel="100000" fill="hold" grpId="0" nodeType="clickEffect">
                                  <p:stCondLst>
                                    <p:cond delay="0"/>
                                  </p:stCondLst>
                                  <p:childTnLst>
                                    <p:set>
                                      <p:cBhvr>
                                        <p:cTn id="26" dur="1" fill="hold">
                                          <p:stCondLst>
                                            <p:cond delay="0"/>
                                          </p:stCondLst>
                                        </p:cTn>
                                        <p:tgtEl>
                                          <p:spTgt spid="18">
                                            <p:txEl>
                                              <p:pRg st="0" end="0"/>
                                            </p:txEl>
                                          </p:spTgt>
                                        </p:tgtEl>
                                        <p:attrNameLst>
                                          <p:attrName>style.visibility</p:attrName>
                                        </p:attrNameLst>
                                      </p:cBhvr>
                                      <p:to>
                                        <p:strVal val="visible"/>
                                      </p:to>
                                    </p:set>
                                    <p:anim calcmode="lin" valueType="num">
                                      <p:cBhvr additive="base">
                                        <p:cTn id="27" dur="8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28" dur="800" fill="hold"/>
                                        <p:tgtEl>
                                          <p:spTgt spid="18">
                                            <p:txEl>
                                              <p:pRg st="0" end="0"/>
                                            </p:txEl>
                                          </p:spTgt>
                                        </p:tgtEl>
                                        <p:attrNameLst>
                                          <p:attrName>ppt_y</p:attrName>
                                        </p:attrNameLst>
                                      </p:cBhvr>
                                      <p:tavLst>
                                        <p:tav tm="0">
                                          <p:val>
                                            <p:strVal val="1+#ppt_h/2"/>
                                          </p:val>
                                        </p:tav>
                                        <p:tav tm="100000">
                                          <p:val>
                                            <p:strVal val="#ppt_y"/>
                                          </p:val>
                                        </p:tav>
                                      </p:tavLst>
                                    </p:anim>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63" presetClass="path" presetSubtype="0" accel="50000" decel="50000" fill="hold" grpId="1" nodeType="withEffect">
                                  <p:stCondLst>
                                    <p:cond delay="0"/>
                                  </p:stCondLst>
                                  <p:childTnLst>
                                    <p:animMotion origin="layout" path="M -0.13932 -4.44444E-6 L -2.5E-6 -4.44444E-6 " pathEditMode="relative" rAng="0" ptsTypes="AA">
                                      <p:cBhvr>
                                        <p:cTn id="32" dur="500" fill="hold"/>
                                        <p:tgtEl>
                                          <p:spTgt spid="15"/>
                                        </p:tgtEl>
                                        <p:attrNameLst>
                                          <p:attrName>ppt_x</p:attrName>
                                          <p:attrName>ppt_y</p:attrName>
                                        </p:attrNameLst>
                                      </p:cBhvr>
                                      <p:rCtr x="696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11" grpId="0" uiExpand="1" build="p"/>
      <p:bldP spid="18" grpId="0" uiExpand="1" build="p"/>
      <p:bldP spid="9" grpId="0" animBg="1"/>
      <p:bldP spid="9" grpId="1" animBg="1"/>
      <p:bldP spid="15" grpId="0" animBg="1"/>
      <p:bldP spid="15" grpId="1" animBg="1"/>
      <p:bldP spid="13" grpId="0" animBg="1"/>
      <p:bldP spid="13"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923323" y="186061"/>
            <a:ext cx="4376615" cy="1691745"/>
          </a:xfrm>
        </p:spPr>
        <p:txBody>
          <a:bodyPr/>
          <a:lstStyle/>
          <a:p>
            <a:pPr>
              <a:spcAft>
                <a:spcPts val="2400"/>
              </a:spcAft>
            </a:pPr>
            <a:r>
              <a:rPr lang="en-US" sz="2800" dirty="0"/>
              <a:t>SEQUIN Core</a:t>
            </a:r>
            <a:br>
              <a:rPr lang="en-US" sz="2800" dirty="0"/>
            </a:br>
            <a:r>
              <a:rPr lang="en-US" sz="2800" dirty="0"/>
              <a:t>Algorithm</a:t>
            </a:r>
          </a:p>
          <a:p>
            <a:pPr>
              <a:spcAft>
                <a:spcPts val="2400"/>
              </a:spcAft>
            </a:pPr>
            <a:endParaRPr lang="en-US" sz="2800" dirty="0"/>
          </a:p>
        </p:txBody>
      </p:sp>
      <p:sp>
        <p:nvSpPr>
          <p:cNvPr id="37" name="Shape 4">
            <a:extLst>
              <a:ext uri="{FF2B5EF4-FFF2-40B4-BE49-F238E27FC236}">
                <a16:creationId xmlns:a16="http://schemas.microsoft.com/office/drawing/2014/main" id="{2462E281-FCCB-AEB3-8BA2-56CC30670BBA}"/>
              </a:ext>
            </a:extLst>
          </p:cNvPr>
          <p:cNvSpPr/>
          <p:nvPr/>
        </p:nvSpPr>
        <p:spPr>
          <a:xfrm>
            <a:off x="1246910" y="161992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9" name="Shape 5">
            <a:extLst>
              <a:ext uri="{FF2B5EF4-FFF2-40B4-BE49-F238E27FC236}">
                <a16:creationId xmlns:a16="http://schemas.microsoft.com/office/drawing/2014/main" id="{5BD8A1A6-6CD0-3F23-4451-3A8DD8EA8556}"/>
              </a:ext>
            </a:extLst>
          </p:cNvPr>
          <p:cNvSpPr/>
          <p:nvPr/>
        </p:nvSpPr>
        <p:spPr>
          <a:xfrm>
            <a:off x="1429790" y="1720361"/>
            <a:ext cx="264960" cy="264960"/>
          </a:xfrm>
          <a:prstGeom prst="ellipse">
            <a:avLst/>
          </a:prstGeom>
          <a:solidFill>
            <a:srgbClr val="3E7BE6"/>
          </a:solidFill>
          <a:ln w="12700">
            <a:solidFill>
              <a:srgbClr val="3E7BE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 name="Text 6">
            <a:extLst>
              <a:ext uri="{FF2B5EF4-FFF2-40B4-BE49-F238E27FC236}">
                <a16:creationId xmlns:a16="http://schemas.microsoft.com/office/drawing/2014/main" id="{54F26D42-0BDE-24C8-6C44-8759DC9A5996}"/>
              </a:ext>
            </a:extLst>
          </p:cNvPr>
          <p:cNvSpPr/>
          <p:nvPr/>
        </p:nvSpPr>
        <p:spPr>
          <a:xfrm>
            <a:off x="1429790" y="179380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01</a:t>
            </a:r>
            <a:endParaRPr lang="en-US" sz="850" b="0" u="none" strike="noStrike">
              <a:solidFill>
                <a:srgbClr val="FFFFFF"/>
              </a:solidFill>
              <a:effectLst/>
              <a:uFillTx/>
              <a:latin typeface="Arial"/>
            </a:endParaRPr>
          </a:p>
        </p:txBody>
      </p:sp>
      <p:sp>
        <p:nvSpPr>
          <p:cNvPr id="43" name="Text 7">
            <a:extLst>
              <a:ext uri="{FF2B5EF4-FFF2-40B4-BE49-F238E27FC236}">
                <a16:creationId xmlns:a16="http://schemas.microsoft.com/office/drawing/2014/main" id="{10B16C24-8879-577E-E092-2974E5E0A616}"/>
              </a:ext>
            </a:extLst>
          </p:cNvPr>
          <p:cNvSpPr/>
          <p:nvPr/>
        </p:nvSpPr>
        <p:spPr>
          <a:xfrm>
            <a:off x="1886990" y="167464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Solve healthy</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steady state</a:t>
            </a:r>
            <a:endParaRPr lang="en-US" sz="1230" b="0" u="none" strike="noStrike">
              <a:solidFill>
                <a:srgbClr val="FFFFFF"/>
              </a:solidFill>
              <a:effectLst/>
              <a:uFillTx/>
              <a:latin typeface="Arial"/>
            </a:endParaRPr>
          </a:p>
        </p:txBody>
      </p:sp>
      <p:sp>
        <p:nvSpPr>
          <p:cNvPr id="45" name="Shape 8">
            <a:extLst>
              <a:ext uri="{FF2B5EF4-FFF2-40B4-BE49-F238E27FC236}">
                <a16:creationId xmlns:a16="http://schemas.microsoft.com/office/drawing/2014/main" id="{EB441BAC-1E43-31D7-4EF8-14C9C55D706B}"/>
              </a:ext>
            </a:extLst>
          </p:cNvPr>
          <p:cNvSpPr/>
          <p:nvPr/>
        </p:nvSpPr>
        <p:spPr>
          <a:xfrm>
            <a:off x="3368030" y="2122841"/>
            <a:ext cx="360" cy="15516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47" name="Shape 9">
            <a:extLst>
              <a:ext uri="{FF2B5EF4-FFF2-40B4-BE49-F238E27FC236}">
                <a16:creationId xmlns:a16="http://schemas.microsoft.com/office/drawing/2014/main" id="{55BBC505-4D39-6200-2930-15ACF767FDAC}"/>
              </a:ext>
            </a:extLst>
          </p:cNvPr>
          <p:cNvSpPr/>
          <p:nvPr/>
        </p:nvSpPr>
        <p:spPr>
          <a:xfrm>
            <a:off x="1246910" y="223264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 name="Shape 10">
            <a:extLst>
              <a:ext uri="{FF2B5EF4-FFF2-40B4-BE49-F238E27FC236}">
                <a16:creationId xmlns:a16="http://schemas.microsoft.com/office/drawing/2014/main" id="{31CC1ED7-CF79-5130-4C20-03C03659D158}"/>
              </a:ext>
            </a:extLst>
          </p:cNvPr>
          <p:cNvSpPr/>
          <p:nvPr/>
        </p:nvSpPr>
        <p:spPr>
          <a:xfrm>
            <a:off x="1429790" y="2333081"/>
            <a:ext cx="264960" cy="264960"/>
          </a:xfrm>
          <a:prstGeom prst="ellipse">
            <a:avLst/>
          </a:prstGeom>
          <a:solidFill>
            <a:srgbClr val="8B73D6"/>
          </a:solidFill>
          <a:ln w="12700">
            <a:solidFill>
              <a:srgbClr val="8B73D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1" name="Text 11">
            <a:extLst>
              <a:ext uri="{FF2B5EF4-FFF2-40B4-BE49-F238E27FC236}">
                <a16:creationId xmlns:a16="http://schemas.microsoft.com/office/drawing/2014/main" id="{925EF972-77DE-B92A-1655-4D8718C450BE}"/>
              </a:ext>
            </a:extLst>
          </p:cNvPr>
          <p:cNvSpPr/>
          <p:nvPr/>
        </p:nvSpPr>
        <p:spPr>
          <a:xfrm>
            <a:off x="1429790" y="240616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02</a:t>
            </a:r>
            <a:endParaRPr lang="en-US" sz="850" b="0" u="none" strike="noStrike">
              <a:solidFill>
                <a:srgbClr val="FFFFFF"/>
              </a:solidFill>
              <a:effectLst/>
              <a:uFillTx/>
              <a:latin typeface="Arial"/>
            </a:endParaRPr>
          </a:p>
        </p:txBody>
      </p:sp>
      <p:sp>
        <p:nvSpPr>
          <p:cNvPr id="53" name="Text 12">
            <a:extLst>
              <a:ext uri="{FF2B5EF4-FFF2-40B4-BE49-F238E27FC236}">
                <a16:creationId xmlns:a16="http://schemas.microsoft.com/office/drawing/2014/main" id="{9001B32F-3622-26A4-99F1-5F6A17322728}"/>
              </a:ext>
            </a:extLst>
          </p:cNvPr>
          <p:cNvSpPr/>
          <p:nvPr/>
        </p:nvSpPr>
        <p:spPr>
          <a:xfrm>
            <a:off x="1886990" y="228736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Compute PF / criticality /</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TW–LD</a:t>
            </a:r>
            <a:endParaRPr lang="en-US" sz="1230" b="0" u="none" strike="noStrike">
              <a:solidFill>
                <a:srgbClr val="FFFFFF"/>
              </a:solidFill>
              <a:effectLst/>
              <a:uFillTx/>
              <a:latin typeface="Arial"/>
            </a:endParaRPr>
          </a:p>
        </p:txBody>
      </p:sp>
      <p:sp>
        <p:nvSpPr>
          <p:cNvPr id="55" name="Shape 13">
            <a:extLst>
              <a:ext uri="{FF2B5EF4-FFF2-40B4-BE49-F238E27FC236}">
                <a16:creationId xmlns:a16="http://schemas.microsoft.com/office/drawing/2014/main" id="{9BB06CA7-BD1B-3E2F-30D7-5CB0AAECB3BE}"/>
              </a:ext>
            </a:extLst>
          </p:cNvPr>
          <p:cNvSpPr/>
          <p:nvPr/>
        </p:nvSpPr>
        <p:spPr>
          <a:xfrm>
            <a:off x="3368030" y="2735201"/>
            <a:ext cx="360" cy="15552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57" name="Shape 14">
            <a:extLst>
              <a:ext uri="{FF2B5EF4-FFF2-40B4-BE49-F238E27FC236}">
                <a16:creationId xmlns:a16="http://schemas.microsoft.com/office/drawing/2014/main" id="{1E9EAC5F-0ED0-E9EF-4568-49F900427D55}"/>
              </a:ext>
            </a:extLst>
          </p:cNvPr>
          <p:cNvSpPr/>
          <p:nvPr/>
        </p:nvSpPr>
        <p:spPr>
          <a:xfrm>
            <a:off x="1246910" y="284536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9" name="Shape 15">
            <a:extLst>
              <a:ext uri="{FF2B5EF4-FFF2-40B4-BE49-F238E27FC236}">
                <a16:creationId xmlns:a16="http://schemas.microsoft.com/office/drawing/2014/main" id="{577338CC-7848-2C94-1C42-AA388B167FF6}"/>
              </a:ext>
            </a:extLst>
          </p:cNvPr>
          <p:cNvSpPr/>
          <p:nvPr/>
        </p:nvSpPr>
        <p:spPr>
          <a:xfrm>
            <a:off x="1429790" y="2945801"/>
            <a:ext cx="264960" cy="26496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 name="Text 16">
            <a:extLst>
              <a:ext uri="{FF2B5EF4-FFF2-40B4-BE49-F238E27FC236}">
                <a16:creationId xmlns:a16="http://schemas.microsoft.com/office/drawing/2014/main" id="{17FB7B03-2A92-0282-3EAC-025B2481C7CF}"/>
              </a:ext>
            </a:extLst>
          </p:cNvPr>
          <p:cNvSpPr/>
          <p:nvPr/>
        </p:nvSpPr>
        <p:spPr>
          <a:xfrm>
            <a:off x="1429790" y="301888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03</a:t>
            </a:r>
            <a:endParaRPr lang="en-US" sz="850" b="0" u="none" strike="noStrike">
              <a:solidFill>
                <a:srgbClr val="FFFFFF"/>
              </a:solidFill>
              <a:effectLst/>
              <a:uFillTx/>
              <a:latin typeface="Arial"/>
            </a:endParaRPr>
          </a:p>
        </p:txBody>
      </p:sp>
      <p:sp>
        <p:nvSpPr>
          <p:cNvPr id="63" name="Text 17">
            <a:extLst>
              <a:ext uri="{FF2B5EF4-FFF2-40B4-BE49-F238E27FC236}">
                <a16:creationId xmlns:a16="http://schemas.microsoft.com/office/drawing/2014/main" id="{E7B9F6F1-1F01-AC7E-78B8-DBA406F62644}"/>
              </a:ext>
            </a:extLst>
          </p:cNvPr>
          <p:cNvSpPr/>
          <p:nvPr/>
        </p:nvSpPr>
        <p:spPr>
          <a:xfrm>
            <a:off x="1886990" y="290008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Take top expl</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starting candidates</a:t>
            </a:r>
            <a:endParaRPr lang="en-US" sz="1230" b="0" u="none" strike="noStrike">
              <a:solidFill>
                <a:srgbClr val="FFFFFF"/>
              </a:solidFill>
              <a:effectLst/>
              <a:uFillTx/>
              <a:latin typeface="Arial"/>
            </a:endParaRPr>
          </a:p>
        </p:txBody>
      </p:sp>
      <p:sp>
        <p:nvSpPr>
          <p:cNvPr id="65" name="Shape 18">
            <a:extLst>
              <a:ext uri="{FF2B5EF4-FFF2-40B4-BE49-F238E27FC236}">
                <a16:creationId xmlns:a16="http://schemas.microsoft.com/office/drawing/2014/main" id="{CA609C0B-018A-ADAF-DAF0-AB5D2CBADCF5}"/>
              </a:ext>
            </a:extLst>
          </p:cNvPr>
          <p:cNvSpPr/>
          <p:nvPr/>
        </p:nvSpPr>
        <p:spPr>
          <a:xfrm>
            <a:off x="3368030" y="3347921"/>
            <a:ext cx="360" cy="15552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67" name="Shape 19">
            <a:extLst>
              <a:ext uri="{FF2B5EF4-FFF2-40B4-BE49-F238E27FC236}">
                <a16:creationId xmlns:a16="http://schemas.microsoft.com/office/drawing/2014/main" id="{07C1D5FC-A64B-4BBC-0931-92C8953A39FF}"/>
              </a:ext>
            </a:extLst>
          </p:cNvPr>
          <p:cNvSpPr/>
          <p:nvPr/>
        </p:nvSpPr>
        <p:spPr>
          <a:xfrm>
            <a:off x="1246910" y="345772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9" name="Shape 20">
            <a:extLst>
              <a:ext uri="{FF2B5EF4-FFF2-40B4-BE49-F238E27FC236}">
                <a16:creationId xmlns:a16="http://schemas.microsoft.com/office/drawing/2014/main" id="{A0FEFB43-1D68-AF60-7753-30018B486D0C}"/>
              </a:ext>
            </a:extLst>
          </p:cNvPr>
          <p:cNvSpPr/>
          <p:nvPr/>
        </p:nvSpPr>
        <p:spPr>
          <a:xfrm>
            <a:off x="1429790" y="3558521"/>
            <a:ext cx="264960" cy="264960"/>
          </a:xfrm>
          <a:prstGeom prst="ellipse">
            <a:avLst/>
          </a:prstGeom>
          <a:solidFill>
            <a:srgbClr val="E05252"/>
          </a:solidFill>
          <a:ln w="12700">
            <a:solidFill>
              <a:srgbClr val="E0525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1" name="Text 21">
            <a:extLst>
              <a:ext uri="{FF2B5EF4-FFF2-40B4-BE49-F238E27FC236}">
                <a16:creationId xmlns:a16="http://schemas.microsoft.com/office/drawing/2014/main" id="{7383FA6E-4F77-FE82-B8B9-9B8495DAE22A}"/>
              </a:ext>
            </a:extLst>
          </p:cNvPr>
          <p:cNvSpPr/>
          <p:nvPr/>
        </p:nvSpPr>
        <p:spPr>
          <a:xfrm>
            <a:off x="1429790" y="363160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04</a:t>
            </a:r>
            <a:endParaRPr lang="en-US" sz="850" b="0" u="none" strike="noStrike">
              <a:solidFill>
                <a:srgbClr val="FFFFFF"/>
              </a:solidFill>
              <a:effectLst/>
              <a:uFillTx/>
              <a:latin typeface="Arial"/>
            </a:endParaRPr>
          </a:p>
        </p:txBody>
      </p:sp>
      <p:sp>
        <p:nvSpPr>
          <p:cNvPr id="73" name="Text 22">
            <a:extLst>
              <a:ext uri="{FF2B5EF4-FFF2-40B4-BE49-F238E27FC236}">
                <a16:creationId xmlns:a16="http://schemas.microsoft.com/office/drawing/2014/main" id="{4E843820-0FC0-79B7-B6CB-6B1AA75BA3ED}"/>
              </a:ext>
            </a:extLst>
          </p:cNvPr>
          <p:cNvSpPr/>
          <p:nvPr/>
        </p:nvSpPr>
        <p:spPr>
          <a:xfrm>
            <a:off x="1886990" y="351280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Attack one</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candidate</a:t>
            </a:r>
            <a:endParaRPr lang="en-US" sz="1230" b="0" u="none" strike="noStrike">
              <a:solidFill>
                <a:srgbClr val="FFFFFF"/>
              </a:solidFill>
              <a:effectLst/>
              <a:uFillTx/>
              <a:latin typeface="Arial"/>
            </a:endParaRPr>
          </a:p>
        </p:txBody>
      </p:sp>
      <p:sp>
        <p:nvSpPr>
          <p:cNvPr id="75" name="Shape 23">
            <a:extLst>
              <a:ext uri="{FF2B5EF4-FFF2-40B4-BE49-F238E27FC236}">
                <a16:creationId xmlns:a16="http://schemas.microsoft.com/office/drawing/2014/main" id="{D79206D5-B898-9F5E-6CC6-F9243C0DFC35}"/>
              </a:ext>
            </a:extLst>
          </p:cNvPr>
          <p:cNvSpPr/>
          <p:nvPr/>
        </p:nvSpPr>
        <p:spPr>
          <a:xfrm>
            <a:off x="3368030" y="3960641"/>
            <a:ext cx="360" cy="15552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77" name="Shape 24">
            <a:extLst>
              <a:ext uri="{FF2B5EF4-FFF2-40B4-BE49-F238E27FC236}">
                <a16:creationId xmlns:a16="http://schemas.microsoft.com/office/drawing/2014/main" id="{AF39984F-635C-29AC-3A38-2809A2F5560C}"/>
              </a:ext>
            </a:extLst>
          </p:cNvPr>
          <p:cNvSpPr/>
          <p:nvPr/>
        </p:nvSpPr>
        <p:spPr>
          <a:xfrm>
            <a:off x="1246910" y="407044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9" name="Shape 25">
            <a:extLst>
              <a:ext uri="{FF2B5EF4-FFF2-40B4-BE49-F238E27FC236}">
                <a16:creationId xmlns:a16="http://schemas.microsoft.com/office/drawing/2014/main" id="{60997030-A0C2-5A18-11E2-06B317B84E8F}"/>
              </a:ext>
            </a:extLst>
          </p:cNvPr>
          <p:cNvSpPr/>
          <p:nvPr/>
        </p:nvSpPr>
        <p:spPr>
          <a:xfrm>
            <a:off x="1429790" y="4171241"/>
            <a:ext cx="264960" cy="264960"/>
          </a:xfrm>
          <a:prstGeom prst="ellipse">
            <a:avLst/>
          </a:prstGeom>
          <a:solidFill>
            <a:srgbClr val="3E7BE6"/>
          </a:solidFill>
          <a:ln w="12700">
            <a:solidFill>
              <a:srgbClr val="3E7BE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1" name="Text 26">
            <a:extLst>
              <a:ext uri="{FF2B5EF4-FFF2-40B4-BE49-F238E27FC236}">
                <a16:creationId xmlns:a16="http://schemas.microsoft.com/office/drawing/2014/main" id="{459C9A74-B8C9-B496-55BD-C08731EA96D2}"/>
              </a:ext>
            </a:extLst>
          </p:cNvPr>
          <p:cNvSpPr/>
          <p:nvPr/>
        </p:nvSpPr>
        <p:spPr>
          <a:xfrm>
            <a:off x="1429790" y="424432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05</a:t>
            </a:r>
            <a:endParaRPr lang="en-US" sz="850" b="0" u="none" strike="noStrike">
              <a:solidFill>
                <a:srgbClr val="FFFFFF"/>
              </a:solidFill>
              <a:effectLst/>
              <a:uFillTx/>
              <a:latin typeface="Arial"/>
            </a:endParaRPr>
          </a:p>
        </p:txBody>
      </p:sp>
      <p:sp>
        <p:nvSpPr>
          <p:cNvPr id="83" name="Text 27">
            <a:extLst>
              <a:ext uri="{FF2B5EF4-FFF2-40B4-BE49-F238E27FC236}">
                <a16:creationId xmlns:a16="http://schemas.microsoft.com/office/drawing/2014/main" id="{89401FCF-2756-3D5B-24C3-5ED334FB72CD}"/>
              </a:ext>
            </a:extLst>
          </p:cNvPr>
          <p:cNvSpPr/>
          <p:nvPr/>
        </p:nvSpPr>
        <p:spPr>
          <a:xfrm>
            <a:off x="1886990" y="412552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Defender solves</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new state</a:t>
            </a:r>
            <a:endParaRPr lang="en-US" sz="1230" b="0" u="none" strike="noStrike">
              <a:solidFill>
                <a:srgbClr val="FFFFFF"/>
              </a:solidFill>
              <a:effectLst/>
              <a:uFillTx/>
              <a:latin typeface="Arial"/>
            </a:endParaRPr>
          </a:p>
        </p:txBody>
      </p:sp>
      <p:sp>
        <p:nvSpPr>
          <p:cNvPr id="85" name="Shape 28">
            <a:extLst>
              <a:ext uri="{FF2B5EF4-FFF2-40B4-BE49-F238E27FC236}">
                <a16:creationId xmlns:a16="http://schemas.microsoft.com/office/drawing/2014/main" id="{1C1BC010-9B4C-8BC0-A48D-F3B73BA65AAE}"/>
              </a:ext>
            </a:extLst>
          </p:cNvPr>
          <p:cNvSpPr/>
          <p:nvPr/>
        </p:nvSpPr>
        <p:spPr>
          <a:xfrm>
            <a:off x="3368030" y="4573361"/>
            <a:ext cx="360" cy="15552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87" name="Shape 29">
            <a:extLst>
              <a:ext uri="{FF2B5EF4-FFF2-40B4-BE49-F238E27FC236}">
                <a16:creationId xmlns:a16="http://schemas.microsoft.com/office/drawing/2014/main" id="{19172FBB-02E2-44A9-A55B-BDE4A502060B}"/>
              </a:ext>
            </a:extLst>
          </p:cNvPr>
          <p:cNvSpPr/>
          <p:nvPr/>
        </p:nvSpPr>
        <p:spPr>
          <a:xfrm>
            <a:off x="1246910" y="468316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9" name="Shape 30">
            <a:extLst>
              <a:ext uri="{FF2B5EF4-FFF2-40B4-BE49-F238E27FC236}">
                <a16:creationId xmlns:a16="http://schemas.microsoft.com/office/drawing/2014/main" id="{4E647E4B-636F-A537-1EBD-B981380164E2}"/>
              </a:ext>
            </a:extLst>
          </p:cNvPr>
          <p:cNvSpPr/>
          <p:nvPr/>
        </p:nvSpPr>
        <p:spPr>
          <a:xfrm>
            <a:off x="1429790" y="4783601"/>
            <a:ext cx="264960" cy="264960"/>
          </a:xfrm>
          <a:prstGeom prst="ellipse">
            <a:avLst/>
          </a:prstGeom>
          <a:solidFill>
            <a:srgbClr val="2CB6A8"/>
          </a:solidFill>
          <a:ln w="12700">
            <a:solidFill>
              <a:srgbClr val="2CB6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 name="Text 31">
            <a:extLst>
              <a:ext uri="{FF2B5EF4-FFF2-40B4-BE49-F238E27FC236}">
                <a16:creationId xmlns:a16="http://schemas.microsoft.com/office/drawing/2014/main" id="{66A03E9B-AAFE-C173-7872-4515E8BCAB52}"/>
              </a:ext>
            </a:extLst>
          </p:cNvPr>
          <p:cNvSpPr/>
          <p:nvPr/>
        </p:nvSpPr>
        <p:spPr>
          <a:xfrm>
            <a:off x="1429790" y="485704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06</a:t>
            </a:r>
            <a:endParaRPr lang="en-US" sz="850" b="0" u="none" strike="noStrike">
              <a:solidFill>
                <a:srgbClr val="FFFFFF"/>
              </a:solidFill>
              <a:effectLst/>
              <a:uFillTx/>
              <a:latin typeface="Arial"/>
            </a:endParaRPr>
          </a:p>
        </p:txBody>
      </p:sp>
      <p:sp>
        <p:nvSpPr>
          <p:cNvPr id="93" name="Text 32">
            <a:extLst>
              <a:ext uri="{FF2B5EF4-FFF2-40B4-BE49-F238E27FC236}">
                <a16:creationId xmlns:a16="http://schemas.microsoft.com/office/drawing/2014/main" id="{4AA594E3-8D9E-F853-78D6-3AC8A741E181}"/>
              </a:ext>
            </a:extLst>
          </p:cNvPr>
          <p:cNvSpPr/>
          <p:nvPr/>
        </p:nvSpPr>
        <p:spPr>
          <a:xfrm>
            <a:off x="1886990" y="473788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Update candidate</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set</a:t>
            </a:r>
            <a:endParaRPr lang="en-US" sz="1230" b="0" u="none" strike="noStrike">
              <a:solidFill>
                <a:srgbClr val="FFFFFF"/>
              </a:solidFill>
              <a:effectLst/>
              <a:uFillTx/>
              <a:latin typeface="Arial"/>
            </a:endParaRPr>
          </a:p>
        </p:txBody>
      </p:sp>
      <p:sp>
        <p:nvSpPr>
          <p:cNvPr id="95" name="Shape 33">
            <a:extLst>
              <a:ext uri="{FF2B5EF4-FFF2-40B4-BE49-F238E27FC236}">
                <a16:creationId xmlns:a16="http://schemas.microsoft.com/office/drawing/2014/main" id="{3BBFA412-EBDC-3B98-9526-EB6150D2B35A}"/>
              </a:ext>
            </a:extLst>
          </p:cNvPr>
          <p:cNvSpPr/>
          <p:nvPr/>
        </p:nvSpPr>
        <p:spPr>
          <a:xfrm>
            <a:off x="3368030" y="5186081"/>
            <a:ext cx="360" cy="15516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97" name="Shape 34">
            <a:extLst>
              <a:ext uri="{FF2B5EF4-FFF2-40B4-BE49-F238E27FC236}">
                <a16:creationId xmlns:a16="http://schemas.microsoft.com/office/drawing/2014/main" id="{FB7DE8FD-890D-049C-A5B6-CF7C9D22F9AA}"/>
              </a:ext>
            </a:extLst>
          </p:cNvPr>
          <p:cNvSpPr/>
          <p:nvPr/>
        </p:nvSpPr>
        <p:spPr>
          <a:xfrm>
            <a:off x="1246910" y="529588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9" name="Shape 35">
            <a:extLst>
              <a:ext uri="{FF2B5EF4-FFF2-40B4-BE49-F238E27FC236}">
                <a16:creationId xmlns:a16="http://schemas.microsoft.com/office/drawing/2014/main" id="{8E947B0A-FBBC-AB17-F25D-50E3160F5BCD}"/>
              </a:ext>
            </a:extLst>
          </p:cNvPr>
          <p:cNvSpPr/>
          <p:nvPr/>
        </p:nvSpPr>
        <p:spPr>
          <a:xfrm>
            <a:off x="1429790" y="5396321"/>
            <a:ext cx="264960" cy="264960"/>
          </a:xfrm>
          <a:prstGeom prst="ellipse">
            <a:avLst/>
          </a:prstGeom>
          <a:solidFill>
            <a:srgbClr val="F28C35"/>
          </a:solidFill>
          <a:ln w="12700">
            <a:solidFill>
              <a:srgbClr val="F28C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1" name="Text 36">
            <a:extLst>
              <a:ext uri="{FF2B5EF4-FFF2-40B4-BE49-F238E27FC236}">
                <a16:creationId xmlns:a16="http://schemas.microsoft.com/office/drawing/2014/main" id="{616CA0AE-26C0-EE69-F3DA-B3F7800EB95F}"/>
              </a:ext>
            </a:extLst>
          </p:cNvPr>
          <p:cNvSpPr/>
          <p:nvPr/>
        </p:nvSpPr>
        <p:spPr>
          <a:xfrm>
            <a:off x="1429790" y="546940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07</a:t>
            </a:r>
            <a:endParaRPr lang="en-US" sz="850" b="0" u="none" strike="noStrike">
              <a:solidFill>
                <a:srgbClr val="FFFFFF"/>
              </a:solidFill>
              <a:effectLst/>
              <a:uFillTx/>
              <a:latin typeface="Arial"/>
            </a:endParaRPr>
          </a:p>
        </p:txBody>
      </p:sp>
      <p:sp>
        <p:nvSpPr>
          <p:cNvPr id="103" name="Text 37">
            <a:extLst>
              <a:ext uri="{FF2B5EF4-FFF2-40B4-BE49-F238E27FC236}">
                <a16:creationId xmlns:a16="http://schemas.microsoft.com/office/drawing/2014/main" id="{5FDD7FEB-0B58-9070-389C-2236B1341ECA}"/>
              </a:ext>
            </a:extLst>
          </p:cNvPr>
          <p:cNvSpPr/>
          <p:nvPr/>
        </p:nvSpPr>
        <p:spPr>
          <a:xfrm>
            <a:off x="1886990" y="535060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Cut Impact picks</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next attack</a:t>
            </a:r>
            <a:endParaRPr lang="en-US" sz="1230" b="0" u="none" strike="noStrike">
              <a:solidFill>
                <a:srgbClr val="FFFFFF"/>
              </a:solidFill>
              <a:effectLst/>
              <a:uFillTx/>
              <a:latin typeface="Arial"/>
            </a:endParaRPr>
          </a:p>
        </p:txBody>
      </p:sp>
      <p:sp>
        <p:nvSpPr>
          <p:cNvPr id="105" name="Shape 38">
            <a:extLst>
              <a:ext uri="{FF2B5EF4-FFF2-40B4-BE49-F238E27FC236}">
                <a16:creationId xmlns:a16="http://schemas.microsoft.com/office/drawing/2014/main" id="{F475E8C5-DCD9-3237-57A2-12BDD58A0DD2}"/>
              </a:ext>
            </a:extLst>
          </p:cNvPr>
          <p:cNvSpPr/>
          <p:nvPr/>
        </p:nvSpPr>
        <p:spPr>
          <a:xfrm>
            <a:off x="3368030" y="5798441"/>
            <a:ext cx="360" cy="155520"/>
          </a:xfrm>
          <a:prstGeom prst="line">
            <a:avLst/>
          </a:prstGeom>
          <a:ln w="17780">
            <a:solidFill>
              <a:srgbClr val="516E83"/>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FFFFFF"/>
              </a:solidFill>
              <a:effectLst/>
              <a:uFillTx/>
              <a:latin typeface="Arial"/>
            </a:endParaRPr>
          </a:p>
        </p:txBody>
      </p:sp>
      <p:sp>
        <p:nvSpPr>
          <p:cNvPr id="107" name="Shape 39">
            <a:extLst>
              <a:ext uri="{FF2B5EF4-FFF2-40B4-BE49-F238E27FC236}">
                <a16:creationId xmlns:a16="http://schemas.microsoft.com/office/drawing/2014/main" id="{D3DEB194-0A71-173F-2632-E890672A1D3D}"/>
              </a:ext>
            </a:extLst>
          </p:cNvPr>
          <p:cNvSpPr/>
          <p:nvPr/>
        </p:nvSpPr>
        <p:spPr>
          <a:xfrm>
            <a:off x="1246910" y="5908601"/>
            <a:ext cx="4251600" cy="484200"/>
          </a:xfrm>
          <a:prstGeom prst="roundRect">
            <a:avLst>
              <a:gd name="adj" fmla="val 22642"/>
            </a:avLst>
          </a:prstGeom>
          <a:solidFill>
            <a:srgbClr val="10283E"/>
          </a:solidFill>
          <a:ln w="12700">
            <a:solidFill>
              <a:srgbClr val="2845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9" name="Shape 40">
            <a:extLst>
              <a:ext uri="{FF2B5EF4-FFF2-40B4-BE49-F238E27FC236}">
                <a16:creationId xmlns:a16="http://schemas.microsoft.com/office/drawing/2014/main" id="{FD266068-3CAA-5D78-76C3-A495D9BC75F6}"/>
              </a:ext>
            </a:extLst>
          </p:cNvPr>
          <p:cNvSpPr/>
          <p:nvPr/>
        </p:nvSpPr>
        <p:spPr>
          <a:xfrm>
            <a:off x="1429790" y="6009041"/>
            <a:ext cx="264960" cy="264960"/>
          </a:xfrm>
          <a:prstGeom prst="ellipse">
            <a:avLst/>
          </a:prstGeom>
          <a:solidFill>
            <a:srgbClr val="2CB6A8"/>
          </a:solidFill>
          <a:ln w="12700">
            <a:solidFill>
              <a:srgbClr val="2CB6A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1" name="Text 41">
            <a:extLst>
              <a:ext uri="{FF2B5EF4-FFF2-40B4-BE49-F238E27FC236}">
                <a16:creationId xmlns:a16="http://schemas.microsoft.com/office/drawing/2014/main" id="{6580688C-02A0-B302-3825-0EF095240D65}"/>
              </a:ext>
            </a:extLst>
          </p:cNvPr>
          <p:cNvSpPr/>
          <p:nvPr/>
        </p:nvSpPr>
        <p:spPr>
          <a:xfrm>
            <a:off x="1429790" y="6082121"/>
            <a:ext cx="264960" cy="9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19999"/>
          </a:bodyPr>
          <a:lstStyle/>
          <a:p>
            <a:pPr algn="ctr" defTabSz="914400">
              <a:lnSpc>
                <a:spcPct val="100000"/>
              </a:lnSpc>
              <a:tabLst>
                <a:tab pos="0" algn="l"/>
              </a:tabLst>
            </a:pPr>
            <a:r>
              <a:rPr lang="en-US" sz="850" b="1" u="none" strike="noStrike">
                <a:solidFill>
                  <a:srgbClr val="FFFFFF"/>
                </a:solidFill>
                <a:effectLst/>
                <a:uFillTx/>
                <a:latin typeface="Inter"/>
                <a:ea typeface="Inter"/>
              </a:rPr>
              <a:t>08</a:t>
            </a:r>
            <a:endParaRPr lang="en-US" sz="850" b="0" u="none" strike="noStrike">
              <a:solidFill>
                <a:srgbClr val="FFFFFF"/>
              </a:solidFill>
              <a:effectLst/>
              <a:uFillTx/>
              <a:latin typeface="Arial"/>
            </a:endParaRPr>
          </a:p>
        </p:txBody>
      </p:sp>
      <p:sp>
        <p:nvSpPr>
          <p:cNvPr id="113" name="Text 42">
            <a:extLst>
              <a:ext uri="{FF2B5EF4-FFF2-40B4-BE49-F238E27FC236}">
                <a16:creationId xmlns:a16="http://schemas.microsoft.com/office/drawing/2014/main" id="{528506A3-7983-A61A-80E4-E069C05D4564}"/>
              </a:ext>
            </a:extLst>
          </p:cNvPr>
          <p:cNvSpPr/>
          <p:nvPr/>
        </p:nvSpPr>
        <p:spPr>
          <a:xfrm>
            <a:off x="1886990" y="5963321"/>
            <a:ext cx="33829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230" b="1" u="none" strike="noStrike">
                <a:solidFill>
                  <a:srgbClr val="FFFFFF"/>
                </a:solidFill>
                <a:effectLst/>
                <a:uFillTx/>
                <a:latin typeface="Inter"/>
                <a:ea typeface="Inter"/>
              </a:rPr>
              <a:t>Repeat until k</a:t>
            </a:r>
            <a:endParaRPr lang="en-US" sz="1230" b="0" u="none" strike="noStrike">
              <a:solidFill>
                <a:srgbClr val="FFFFFF"/>
              </a:solidFill>
              <a:effectLst/>
              <a:uFillTx/>
              <a:latin typeface="Arial"/>
            </a:endParaRPr>
          </a:p>
          <a:p>
            <a:pPr defTabSz="914400">
              <a:lnSpc>
                <a:spcPct val="100000"/>
              </a:lnSpc>
              <a:tabLst>
                <a:tab pos="0" algn="l"/>
              </a:tabLst>
            </a:pPr>
            <a:r>
              <a:rPr lang="en-US" sz="1230" b="1" u="none" strike="noStrike">
                <a:solidFill>
                  <a:srgbClr val="FFFFFF"/>
                </a:solidFill>
                <a:effectLst/>
                <a:uFillTx/>
                <a:latin typeface="Inter"/>
                <a:ea typeface="Inter"/>
              </a:rPr>
              <a:t>failures</a:t>
            </a:r>
            <a:endParaRPr lang="en-US" sz="1230" b="0" u="none" strike="noStrike">
              <a:solidFill>
                <a:srgbClr val="FFFFFF"/>
              </a:solidFill>
              <a:effectLst/>
              <a:uFillTx/>
              <a:latin typeface="Arial"/>
            </a:endParaRPr>
          </a:p>
        </p:txBody>
      </p:sp>
      <p:sp>
        <p:nvSpPr>
          <p:cNvPr id="115" name="Shape 43">
            <a:extLst>
              <a:ext uri="{FF2B5EF4-FFF2-40B4-BE49-F238E27FC236}">
                <a16:creationId xmlns:a16="http://schemas.microsoft.com/office/drawing/2014/main" id="{D96BDA60-F7B3-FD32-8828-5BFDEA8164BE}"/>
              </a:ext>
            </a:extLst>
          </p:cNvPr>
          <p:cNvSpPr/>
          <p:nvPr/>
        </p:nvSpPr>
        <p:spPr>
          <a:xfrm>
            <a:off x="5956070" y="1592561"/>
            <a:ext cx="5988960" cy="4443480"/>
          </a:xfrm>
          <a:prstGeom prst="roundRect">
            <a:avLst>
              <a:gd name="adj" fmla="val 2469"/>
            </a:avLst>
          </a:prstGeom>
          <a:solidFill>
            <a:srgbClr val="F9FBFC"/>
          </a:solidFill>
          <a:ln w="12700">
            <a:solidFill>
              <a:srgbClr val="2844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 name="Text 44">
            <a:extLst>
              <a:ext uri="{FF2B5EF4-FFF2-40B4-BE49-F238E27FC236}">
                <a16:creationId xmlns:a16="http://schemas.microsoft.com/office/drawing/2014/main" id="{7446B6A1-B458-E3D5-DF4F-4E928AA8477E}"/>
              </a:ext>
            </a:extLst>
          </p:cNvPr>
          <p:cNvSpPr/>
          <p:nvPr/>
        </p:nvSpPr>
        <p:spPr>
          <a:xfrm>
            <a:off x="6230390" y="1866881"/>
            <a:ext cx="534888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600" b="1" u="none" strike="noStrike">
                <a:solidFill>
                  <a:srgbClr val="102235"/>
                </a:solidFill>
                <a:effectLst/>
                <a:uFillTx/>
                <a:latin typeface="Inter Display"/>
                <a:ea typeface="Inter Display"/>
              </a:rPr>
              <a:t>Algorithm 1  Guided Exploration</a:t>
            </a:r>
            <a:endParaRPr lang="en-US" sz="1600" b="0" u="none" strike="noStrike">
              <a:solidFill>
                <a:srgbClr val="FFFFFF"/>
              </a:solidFill>
              <a:effectLst/>
              <a:uFillTx/>
              <a:latin typeface="Arial"/>
            </a:endParaRPr>
          </a:p>
        </p:txBody>
      </p:sp>
      <p:sp>
        <p:nvSpPr>
          <p:cNvPr id="119" name="Text 45">
            <a:extLst>
              <a:ext uri="{FF2B5EF4-FFF2-40B4-BE49-F238E27FC236}">
                <a16:creationId xmlns:a16="http://schemas.microsoft.com/office/drawing/2014/main" id="{C1B621D3-569B-DB38-86AE-4CD94A0AB35E}"/>
              </a:ext>
            </a:extLst>
          </p:cNvPr>
          <p:cNvSpPr/>
          <p:nvPr/>
        </p:nvSpPr>
        <p:spPr>
          <a:xfrm>
            <a:off x="6230390" y="2232641"/>
            <a:ext cx="521172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140" b="0" u="none" strike="noStrike">
                <a:solidFill>
                  <a:srgbClr val="607487"/>
                </a:solidFill>
                <a:effectLst/>
                <a:uFillTx/>
                <a:latin typeface="Inter"/>
                <a:ea typeface="Inter"/>
              </a:rPr>
              <a:t>Input: G=(N,E),  k,  expl</a:t>
            </a:r>
            <a:endParaRPr lang="en-US" sz="1140" b="0" u="none" strike="noStrike">
              <a:solidFill>
                <a:srgbClr val="FFFFFF"/>
              </a:solidFill>
              <a:effectLst/>
              <a:uFillTx/>
              <a:latin typeface="Arial"/>
            </a:endParaRPr>
          </a:p>
        </p:txBody>
      </p:sp>
      <p:sp>
        <p:nvSpPr>
          <p:cNvPr id="121" name="Text 46">
            <a:extLst>
              <a:ext uri="{FF2B5EF4-FFF2-40B4-BE49-F238E27FC236}">
                <a16:creationId xmlns:a16="http://schemas.microsoft.com/office/drawing/2014/main" id="{91CF459F-F893-5727-F987-069A4150FAA8}"/>
              </a:ext>
            </a:extLst>
          </p:cNvPr>
          <p:cNvSpPr/>
          <p:nvPr/>
        </p:nvSpPr>
        <p:spPr>
          <a:xfrm>
            <a:off x="6230390" y="2488601"/>
            <a:ext cx="521172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140" b="0" u="none" strike="noStrike">
                <a:solidFill>
                  <a:srgbClr val="607487"/>
                </a:solidFill>
                <a:effectLst/>
                <a:uFillTx/>
                <a:latin typeface="Inter"/>
                <a:ea typeface="Inter"/>
              </a:rPr>
              <a:t>Output: attack sequences S</a:t>
            </a:r>
            <a:endParaRPr lang="en-US" sz="1140" b="0" u="none" strike="noStrike">
              <a:solidFill>
                <a:srgbClr val="FFFFFF"/>
              </a:solidFill>
              <a:effectLst/>
              <a:uFillTx/>
              <a:latin typeface="Arial"/>
            </a:endParaRPr>
          </a:p>
        </p:txBody>
      </p:sp>
      <p:sp>
        <p:nvSpPr>
          <p:cNvPr id="123" name="Text 47">
            <a:extLst>
              <a:ext uri="{FF2B5EF4-FFF2-40B4-BE49-F238E27FC236}">
                <a16:creationId xmlns:a16="http://schemas.microsoft.com/office/drawing/2014/main" id="{A285A7C5-4A9A-92AE-E227-EE1E9F2529D0}"/>
              </a:ext>
            </a:extLst>
          </p:cNvPr>
          <p:cNvSpPr/>
          <p:nvPr/>
        </p:nvSpPr>
        <p:spPr>
          <a:xfrm>
            <a:off x="6184670" y="2927441"/>
            <a:ext cx="5440320" cy="2697120"/>
          </a:xfrm>
          <a:prstGeom prst="rect">
            <a:avLst/>
          </a:prstGeom>
          <a:solidFill>
            <a:srgbClr val="0E1E2A"/>
          </a:solidFill>
          <a:ln w="0">
            <a:solidFill>
              <a:srgbClr val="0E1E2A"/>
            </a:solidFill>
          </a:ln>
        </p:spPr>
        <p:style>
          <a:lnRef idx="0">
            <a:scrgbClr r="0" g="0" b="0"/>
          </a:lnRef>
          <a:fillRef idx="0">
            <a:scrgbClr r="0" g="0" b="0"/>
          </a:fillRef>
          <a:effectRef idx="0">
            <a:scrgbClr r="0" g="0" b="0"/>
          </a:effectRef>
          <a:fontRef idx="minor"/>
        </p:style>
        <p:txBody>
          <a:bodyPr lIns="1080" tIns="1080" rIns="1080" bIns="1080" anchor="t">
            <a:normAutofit lnSpcReduction="10000"/>
          </a:bodyPr>
          <a:lstStyle/>
          <a:p>
            <a:r>
              <a:rPr lang="en-US" sz="1400" b="0" u="none" strike="noStrike">
                <a:solidFill>
                  <a:srgbClr val="8292A2"/>
                </a:solidFill>
                <a:effectLst/>
                <a:uFillTx/>
                <a:latin typeface="Consolas"/>
                <a:ea typeface="Consolas"/>
              </a:rPr>
              <a:t> 1 </a:t>
            </a:r>
            <a:r>
              <a:rPr lang="en-US" sz="1400" b="0" u="none" strike="noStrike">
                <a:solidFill>
                  <a:srgbClr val="FFFFFF"/>
                </a:solidFill>
                <a:effectLst/>
                <a:uFillTx/>
                <a:latin typeface="Consolas"/>
                <a:ea typeface="Consolas"/>
              </a:rPr>
              <a:t>σ ← SolveSteadyState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G</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2 </a:t>
            </a:r>
            <a:r>
              <a:rPr lang="en-US" sz="1400" b="0" u="none" strike="noStrike">
                <a:solidFill>
                  <a:srgbClr val="FFFFFF"/>
                </a:solidFill>
                <a:effectLst/>
                <a:uFillTx/>
                <a:latin typeface="Consolas"/>
                <a:ea typeface="Consolas"/>
              </a:rPr>
              <a:t>props ← flow</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criticality</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TW</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LD</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3 </a:t>
            </a:r>
            <a:r>
              <a:rPr lang="en-US" sz="1400" b="0" u="none" strike="noStrike">
                <a:solidFill>
                  <a:srgbClr val="FFFFFF"/>
                </a:solidFill>
                <a:effectLst/>
                <a:uFillTx/>
                <a:latin typeface="Consolas"/>
                <a:ea typeface="Consolas"/>
              </a:rPr>
              <a:t>starts ← top expl values </a:t>
            </a:r>
            <a:r>
              <a:rPr lang="en-US" sz="1400" b="0" u="none" strike="noStrike">
                <a:solidFill>
                  <a:srgbClr val="66D9EF"/>
                </a:solidFill>
                <a:effectLst/>
                <a:uFillTx/>
                <a:latin typeface="Consolas"/>
                <a:ea typeface="Consolas"/>
              </a:rPr>
              <a:t>from</a:t>
            </a:r>
            <a:r>
              <a:rPr lang="en-US" sz="1400" b="0" u="none" strike="noStrike">
                <a:solidFill>
                  <a:srgbClr val="FFFFFF"/>
                </a:solidFill>
                <a:effectLst/>
                <a:uFillTx/>
                <a:latin typeface="Consolas"/>
                <a:ea typeface="Consolas"/>
              </a:rPr>
              <a:t> props</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4 </a:t>
            </a:r>
            <a:r>
              <a:rPr lang="en-US" sz="1400" b="0" u="none" strike="noStrike">
                <a:solidFill>
                  <a:srgbClr val="FFFFFF"/>
                </a:solidFill>
                <a:effectLst/>
                <a:uFillTx/>
                <a:latin typeface="Consolas"/>
                <a:ea typeface="Consolas"/>
              </a:rPr>
              <a:t>S ← ∅</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5 </a:t>
            </a:r>
            <a:r>
              <a:rPr lang="en-US" sz="1400" b="0" u="none" strike="noStrike">
                <a:solidFill>
                  <a:srgbClr val="66D9EF"/>
                </a:solidFill>
                <a:effectLst/>
                <a:uFillTx/>
                <a:latin typeface="Consolas"/>
                <a:ea typeface="Consolas"/>
              </a:rPr>
              <a:t>for</a:t>
            </a:r>
            <a:r>
              <a:rPr lang="en-US" sz="1400" b="0" u="none" strike="noStrike">
                <a:solidFill>
                  <a:srgbClr val="FFFFFF"/>
                </a:solidFill>
                <a:effectLst/>
                <a:uFillTx/>
                <a:latin typeface="Consolas"/>
                <a:ea typeface="Consolas"/>
              </a:rPr>
              <a:t> x₀ </a:t>
            </a:r>
            <a:r>
              <a:rPr lang="en-US" sz="1400" b="0" u="none" strike="noStrike">
                <a:solidFill>
                  <a:srgbClr val="66D9EF"/>
                </a:solidFill>
                <a:effectLst/>
                <a:uFillTx/>
                <a:latin typeface="Consolas"/>
                <a:ea typeface="Consolas"/>
              </a:rPr>
              <a:t>in</a:t>
            </a:r>
            <a:r>
              <a:rPr lang="en-US" sz="1400" b="0" u="none" strike="noStrike">
                <a:solidFill>
                  <a:srgbClr val="FFFFFF"/>
                </a:solidFill>
                <a:effectLst/>
                <a:uFillTx/>
                <a:latin typeface="Consolas"/>
                <a:ea typeface="Consolas"/>
              </a:rPr>
              <a:t> starts</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6 </a:t>
            </a:r>
            <a:r>
              <a:rPr lang="en-US" sz="1400" b="0" u="none" strike="noStrike">
                <a:solidFill>
                  <a:srgbClr val="FFFFFF"/>
                </a:solidFill>
                <a:effectLst/>
                <a:uFillTx/>
                <a:latin typeface="Consolas"/>
                <a:ea typeface="Consolas"/>
              </a:rPr>
              <a:t>    x ←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x₀</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7 </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for</a:t>
            </a:r>
            <a:r>
              <a:rPr lang="en-US" sz="1400" b="0" u="none" strike="noStrike">
                <a:solidFill>
                  <a:srgbClr val="FFFFFF"/>
                </a:solidFill>
                <a:effectLst/>
                <a:uFillTx/>
                <a:latin typeface="Consolas"/>
                <a:ea typeface="Consolas"/>
              </a:rPr>
              <a:t> r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2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k</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8 </a:t>
            </a:r>
            <a:r>
              <a:rPr lang="en-US" sz="1400" b="0" u="none" strike="noStrike">
                <a:solidFill>
                  <a:srgbClr val="FFFFFF"/>
                </a:solidFill>
                <a:effectLst/>
                <a:uFillTx/>
                <a:latin typeface="Consolas"/>
                <a:ea typeface="Consolas"/>
              </a:rPr>
              <a:t>        σ ← PlayInterdictionModel</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G</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x</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σ</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 9 </a:t>
            </a:r>
            <a:r>
              <a:rPr lang="en-US" sz="1400" b="0" u="none" strike="noStrike">
                <a:solidFill>
                  <a:srgbClr val="FFFFFF"/>
                </a:solidFill>
                <a:effectLst/>
                <a:uFillTx/>
                <a:latin typeface="Consolas"/>
                <a:ea typeface="Consolas"/>
              </a:rPr>
              <a:t>        nextcomps ← UpdateTopValues</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σ</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props</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10 </a:t>
            </a:r>
            <a:r>
              <a:rPr lang="en-US" sz="1400" b="0" u="none" strike="noStrike">
                <a:solidFill>
                  <a:srgbClr val="FFFFFF"/>
                </a:solidFill>
                <a:effectLst/>
                <a:uFillTx/>
                <a:latin typeface="Consolas"/>
                <a:ea typeface="Consolas"/>
              </a:rPr>
              <a:t>        x′ ← argmax CutImpact</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nextcomps</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σ</a:t>
            </a:r>
            <a:r>
              <a:rPr lang="en-US" sz="1400" b="0" u="none" strike="noStrike">
                <a:solidFill>
                  <a:srgbClr val="F8F8F2"/>
                </a:solidFill>
                <a:effectLst/>
                <a:uFillTx/>
                <a:latin typeface="Consolas"/>
                <a:ea typeface="Consolas"/>
              </a:rPr>
              <a:t>)</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11 </a:t>
            </a:r>
            <a:r>
              <a:rPr lang="en-US" sz="1400" b="0" u="none" strike="noStrike">
                <a:solidFill>
                  <a:srgbClr val="FFFFFF"/>
                </a:solidFill>
                <a:effectLst/>
                <a:uFillTx/>
                <a:latin typeface="Consolas"/>
                <a:ea typeface="Consolas"/>
              </a:rPr>
              <a:t>        append x′ to x</a:t>
            </a:r>
            <a:endParaRPr lang="en-US" sz="1400" b="0" u="none" strike="noStrike">
              <a:solidFill>
                <a:srgbClr val="FFFFFF"/>
              </a:solidFill>
              <a:effectLst/>
              <a:uFillTx/>
              <a:latin typeface="Arial"/>
            </a:endParaRPr>
          </a:p>
          <a:p>
            <a:r>
              <a:rPr lang="en-US" sz="1400" b="0" u="none" strike="noStrike">
                <a:solidFill>
                  <a:srgbClr val="8292A2"/>
                </a:solidFill>
                <a:effectLst/>
                <a:uFillTx/>
                <a:latin typeface="Consolas"/>
                <a:ea typeface="Consolas"/>
              </a:rPr>
              <a:t>12 </a:t>
            </a:r>
            <a:r>
              <a:rPr lang="en-US" sz="1400" b="0" u="none" strike="noStrike">
                <a:solidFill>
                  <a:srgbClr val="FFFFFF"/>
                </a:solidFill>
                <a:effectLst/>
                <a:uFillTx/>
                <a:latin typeface="Consolas"/>
                <a:ea typeface="Consolas"/>
              </a:rPr>
              <a:t>    add x to S</a:t>
            </a:r>
            <a:endParaRPr lang="en-US" sz="1400" b="0" u="none" strike="noStrike">
              <a:solidFill>
                <a:srgbClr val="FFFFFF"/>
              </a:solidFill>
              <a:effectLst/>
              <a:uFillTx/>
              <a:latin typeface="Arial"/>
            </a:endParaRPr>
          </a:p>
          <a:p>
            <a:pPr defTabSz="914400">
              <a:lnSpc>
                <a:spcPct val="100000"/>
              </a:lnSpc>
              <a:tabLst>
                <a:tab pos="0" algn="l"/>
              </a:tabLst>
            </a:pPr>
            <a:r>
              <a:rPr lang="en-US" sz="1400" b="0" u="none" strike="noStrike">
                <a:solidFill>
                  <a:srgbClr val="8292A2"/>
                </a:solidFill>
                <a:effectLst/>
                <a:uFillTx/>
                <a:latin typeface="Consolas"/>
                <a:ea typeface="Consolas"/>
              </a:rPr>
              <a:t>13 </a:t>
            </a:r>
            <a:r>
              <a:rPr lang="en-US" sz="1400" b="0" u="none" strike="noStrike">
                <a:solidFill>
                  <a:srgbClr val="66D9EF"/>
                </a:solidFill>
                <a:effectLst/>
                <a:uFillTx/>
                <a:latin typeface="Consolas"/>
                <a:ea typeface="Consolas"/>
              </a:rPr>
              <a:t>return</a:t>
            </a:r>
            <a:r>
              <a:rPr lang="en-US" sz="1400" b="0" u="none" strike="noStrike">
                <a:solidFill>
                  <a:srgbClr val="FFFFFF"/>
                </a:solidFill>
                <a:effectLst/>
                <a:uFillTx/>
                <a:latin typeface="Consolas"/>
                <a:ea typeface="Consolas"/>
              </a:rPr>
              <a:t> S</a:t>
            </a:r>
            <a:endParaRPr lang="en-US" sz="1400" b="0" u="none" strike="noStrike">
              <a:solidFill>
                <a:srgbClr val="FFFFFF"/>
              </a:solidFill>
              <a:effectLst/>
              <a:uFillTx/>
              <a:latin typeface="Arial"/>
            </a:endParaRPr>
          </a:p>
        </p:txBody>
      </p:sp>
      <p:sp>
        <p:nvSpPr>
          <p:cNvPr id="125" name="Shape 48">
            <a:extLst>
              <a:ext uri="{FF2B5EF4-FFF2-40B4-BE49-F238E27FC236}">
                <a16:creationId xmlns:a16="http://schemas.microsoft.com/office/drawing/2014/main" id="{000934E8-E387-3EBA-7D0B-E4470F79A24F}"/>
              </a:ext>
            </a:extLst>
          </p:cNvPr>
          <p:cNvSpPr/>
          <p:nvPr/>
        </p:nvSpPr>
        <p:spPr>
          <a:xfrm>
            <a:off x="5956070" y="6164561"/>
            <a:ext cx="5988960" cy="411120"/>
          </a:xfrm>
          <a:prstGeom prst="roundRect">
            <a:avLst>
              <a:gd name="adj" fmla="val 26667"/>
            </a:avLst>
          </a:prstGeom>
          <a:solidFill>
            <a:srgbClr val="10283E"/>
          </a:solidFill>
          <a:ln w="12700">
            <a:solidFill>
              <a:srgbClr val="2844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7" name="Text 49">
            <a:extLst>
              <a:ext uri="{FF2B5EF4-FFF2-40B4-BE49-F238E27FC236}">
                <a16:creationId xmlns:a16="http://schemas.microsoft.com/office/drawing/2014/main" id="{0E7396D4-44E6-48BD-2739-8D8D6B2B142F}"/>
              </a:ext>
            </a:extLst>
          </p:cNvPr>
          <p:cNvSpPr/>
          <p:nvPr/>
        </p:nvSpPr>
        <p:spPr>
          <a:xfrm>
            <a:off x="6184670" y="6256001"/>
            <a:ext cx="55317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40" b="1" u="none" strike="noStrike">
                <a:solidFill>
                  <a:srgbClr val="FFB56B"/>
                </a:solidFill>
                <a:effectLst/>
                <a:uFillTx/>
                <a:latin typeface="Inter"/>
                <a:ea typeface="Inter"/>
              </a:rPr>
              <a:t>Not one greedy path: several promising first lines create a set S of sequences.</a:t>
            </a:r>
            <a:endParaRPr lang="en-US" sz="1040" b="0" u="none" strike="noStrike">
              <a:solidFill>
                <a:srgbClr val="FFFFFF"/>
              </a:solidFill>
              <a:effectLst/>
              <a:uFillTx/>
              <a:latin typeface="Arial"/>
            </a:endParaRPr>
          </a:p>
        </p:txBody>
      </p:sp>
      <p:sp>
        <p:nvSpPr>
          <p:cNvPr id="129" name="Shape 5">
            <a:extLst>
              <a:ext uri="{FF2B5EF4-FFF2-40B4-BE49-F238E27FC236}">
                <a16:creationId xmlns:a16="http://schemas.microsoft.com/office/drawing/2014/main" id="{C8945B4B-3121-479F-32A6-6AA29D4C4A61}"/>
              </a:ext>
            </a:extLst>
          </p:cNvPr>
          <p:cNvSpPr/>
          <p:nvPr/>
        </p:nvSpPr>
        <p:spPr>
          <a:xfrm>
            <a:off x="505037" y="363835"/>
            <a:ext cx="2239920" cy="959760"/>
          </a:xfrm>
          <a:prstGeom prst="roundRect">
            <a:avLst>
              <a:gd name="adj" fmla="val 11429"/>
            </a:avLst>
          </a:prstGeom>
          <a:solidFill>
            <a:srgbClr val="FFF0E3"/>
          </a:solidFill>
          <a:ln w="12700">
            <a:solidFill>
              <a:srgbClr val="F4CDA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 name="Text 6">
            <a:extLst>
              <a:ext uri="{FF2B5EF4-FFF2-40B4-BE49-F238E27FC236}">
                <a16:creationId xmlns:a16="http://schemas.microsoft.com/office/drawing/2014/main" id="{1BF62FED-1567-08F9-C987-5FD823073C51}"/>
              </a:ext>
            </a:extLst>
          </p:cNvPr>
          <p:cNvSpPr/>
          <p:nvPr/>
        </p:nvSpPr>
        <p:spPr>
          <a:xfrm>
            <a:off x="715277" y="565075"/>
            <a:ext cx="1828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400" b="1" u="none" strike="noStrike">
                <a:solidFill>
                  <a:srgbClr val="A75318"/>
                </a:solidFill>
                <a:effectLst/>
                <a:uFillTx/>
                <a:latin typeface="Inter"/>
                <a:ea typeface="Inter"/>
              </a:rPr>
              <a:t>ATTACKER 𝒜</a:t>
            </a:r>
            <a:endParaRPr lang="en-US" sz="1400" b="0" u="none" strike="noStrike">
              <a:solidFill>
                <a:srgbClr val="000000"/>
              </a:solidFill>
              <a:effectLst/>
              <a:uFillTx/>
              <a:latin typeface="Arial"/>
            </a:endParaRPr>
          </a:p>
        </p:txBody>
      </p:sp>
      <p:sp>
        <p:nvSpPr>
          <p:cNvPr id="133" name="Text 7">
            <a:extLst>
              <a:ext uri="{FF2B5EF4-FFF2-40B4-BE49-F238E27FC236}">
                <a16:creationId xmlns:a16="http://schemas.microsoft.com/office/drawing/2014/main" id="{A5D83005-7F6B-F926-93DC-9B55C4E1352E}"/>
              </a:ext>
            </a:extLst>
          </p:cNvPr>
          <p:cNvSpPr/>
          <p:nvPr/>
        </p:nvSpPr>
        <p:spPr>
          <a:xfrm>
            <a:off x="687917" y="875755"/>
            <a:ext cx="187416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0" u="none" strike="noStrike">
                <a:solidFill>
                  <a:srgbClr val="8D5A34"/>
                </a:solidFill>
                <a:effectLst/>
                <a:uFillTx/>
                <a:latin typeface="Inter"/>
                <a:ea typeface="Inter"/>
              </a:rPr>
              <a:t>maximize final disruption</a:t>
            </a:r>
            <a:endParaRPr lang="en-US" sz="1050" b="0" u="none" strike="noStrike">
              <a:solidFill>
                <a:srgbClr val="000000"/>
              </a:solidFill>
              <a:effectLst/>
              <a:uFillTx/>
              <a:latin typeface="Arial"/>
            </a:endParaRPr>
          </a:p>
        </p:txBody>
      </p:sp>
      <p:sp>
        <p:nvSpPr>
          <p:cNvPr id="135" name="Shape 8">
            <a:extLst>
              <a:ext uri="{FF2B5EF4-FFF2-40B4-BE49-F238E27FC236}">
                <a16:creationId xmlns:a16="http://schemas.microsoft.com/office/drawing/2014/main" id="{395CDE26-7616-C77D-7DE2-5D8BD98BF923}"/>
              </a:ext>
            </a:extLst>
          </p:cNvPr>
          <p:cNvSpPr/>
          <p:nvPr/>
        </p:nvSpPr>
        <p:spPr>
          <a:xfrm>
            <a:off x="9447043" y="342079"/>
            <a:ext cx="2239920" cy="959760"/>
          </a:xfrm>
          <a:prstGeom prst="roundRect">
            <a:avLst>
              <a:gd name="adj" fmla="val 11429"/>
            </a:avLst>
          </a:prstGeom>
          <a:solidFill>
            <a:srgbClr val="EAF1FF"/>
          </a:solidFill>
          <a:ln w="12700">
            <a:solidFill>
              <a:srgbClr val="CADAF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9">
            <a:extLst>
              <a:ext uri="{FF2B5EF4-FFF2-40B4-BE49-F238E27FC236}">
                <a16:creationId xmlns:a16="http://schemas.microsoft.com/office/drawing/2014/main" id="{64FBE5F3-D53C-2DA6-D254-258864264985}"/>
              </a:ext>
            </a:extLst>
          </p:cNvPr>
          <p:cNvSpPr/>
          <p:nvPr/>
        </p:nvSpPr>
        <p:spPr>
          <a:xfrm>
            <a:off x="9657283" y="543319"/>
            <a:ext cx="1828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400" b="1" u="none" strike="noStrike">
                <a:solidFill>
                  <a:srgbClr val="285EB5"/>
                </a:solidFill>
                <a:effectLst/>
                <a:uFillTx/>
                <a:latin typeface="Inter"/>
                <a:ea typeface="Inter"/>
              </a:rPr>
              <a:t>DEFENDER 𝒟</a:t>
            </a:r>
            <a:endParaRPr lang="en-US" sz="1400" b="0" u="none" strike="noStrike">
              <a:solidFill>
                <a:srgbClr val="000000"/>
              </a:solidFill>
              <a:effectLst/>
              <a:uFillTx/>
              <a:latin typeface="Arial"/>
            </a:endParaRPr>
          </a:p>
        </p:txBody>
      </p:sp>
      <p:sp>
        <p:nvSpPr>
          <p:cNvPr id="139" name="Text 10">
            <a:extLst>
              <a:ext uri="{FF2B5EF4-FFF2-40B4-BE49-F238E27FC236}">
                <a16:creationId xmlns:a16="http://schemas.microsoft.com/office/drawing/2014/main" id="{13698B84-ED59-DECB-8DDD-7E0CD80A5F65}"/>
              </a:ext>
            </a:extLst>
          </p:cNvPr>
          <p:cNvSpPr/>
          <p:nvPr/>
        </p:nvSpPr>
        <p:spPr>
          <a:xfrm>
            <a:off x="9629923" y="853999"/>
            <a:ext cx="187416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0" u="none" strike="noStrike" dirty="0">
                <a:solidFill>
                  <a:srgbClr val="4D6D9A"/>
                </a:solidFill>
                <a:effectLst/>
                <a:uFillTx/>
                <a:latin typeface="Inter"/>
                <a:ea typeface="Inter"/>
              </a:rPr>
              <a:t>maximize load served</a:t>
            </a:r>
            <a:endParaRPr lang="en-US" sz="1050" b="0" u="none" strike="noStrike" dirty="0">
              <a:solidFill>
                <a:srgbClr val="000000"/>
              </a:solidFill>
              <a:effectLst/>
              <a:uFillTx/>
              <a:latin typeface="Arial"/>
            </a:endParaRPr>
          </a:p>
        </p:txBody>
      </p:sp>
    </p:spTree>
    <p:extLst>
      <p:ext uri="{BB962C8B-B14F-4D97-AF65-F5344CB8AC3E}">
        <p14:creationId xmlns:p14="http://schemas.microsoft.com/office/powerpoint/2010/main" val="3937079039"/>
      </p:ext>
    </p:extLst>
  </p:cSld>
  <p:clrMapOvr>
    <a:masterClrMapping/>
  </p:clrMapOvr>
  <p:transition spd="slow">
    <p:push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idx="14"/>
          </p:nvPr>
        </p:nvSpPr>
        <p:spPr>
          <a:xfrm>
            <a:off x="2483635" y="3493674"/>
            <a:ext cx="2377440" cy="2416046"/>
          </a:xfrm>
        </p:spPr>
        <p:txBody>
          <a:bodyPr/>
          <a:lstStyle/>
          <a:p>
            <a:r>
              <a:rPr lang="en-US" dirty="0"/>
              <a:t>Criticality</a:t>
            </a:r>
          </a:p>
          <a:p>
            <a:endParaRPr lang="en-US" sz="2400" b="0" dirty="0">
              <a:solidFill>
                <a:srgbClr val="607487"/>
              </a:solidFill>
              <a:latin typeface="Inter"/>
              <a:ea typeface="Inter"/>
            </a:endParaRPr>
          </a:p>
          <a:p>
            <a:r>
              <a:rPr lang="en-US" sz="2400" b="0" dirty="0">
                <a:solidFill>
                  <a:srgbClr val="607487"/>
                </a:solidFill>
                <a:latin typeface="Inter"/>
                <a:ea typeface="Inter"/>
              </a:rPr>
              <a:t>How little operating margin remains?</a:t>
            </a:r>
            <a:endParaRPr lang="en-US" sz="2400" b="0" dirty="0">
              <a:solidFill>
                <a:srgbClr val="000000"/>
              </a:solidFill>
              <a:latin typeface="Arial"/>
            </a:endParaRPr>
          </a:p>
          <a:p>
            <a:endParaRPr lang="en-US" dirty="0"/>
          </a:p>
        </p:txBody>
      </p:sp>
      <p:sp>
        <p:nvSpPr>
          <p:cNvPr id="4" name="Content Placeholder 3"/>
          <p:cNvSpPr>
            <a:spLocks noGrp="1"/>
          </p:cNvSpPr>
          <p:nvPr>
            <p:ph idx="1"/>
          </p:nvPr>
        </p:nvSpPr>
        <p:spPr>
          <a:xfrm>
            <a:off x="68658" y="3493674"/>
            <a:ext cx="2377440" cy="2748445"/>
          </a:xfrm>
        </p:spPr>
        <p:txBody>
          <a:bodyPr/>
          <a:lstStyle/>
          <a:p>
            <a:r>
              <a:rPr lang="en-US" dirty="0"/>
              <a:t>Power Flow</a:t>
            </a:r>
          </a:p>
          <a:p>
            <a:endParaRPr lang="en-US" sz="2400" b="0" dirty="0">
              <a:solidFill>
                <a:srgbClr val="607487"/>
              </a:solidFill>
              <a:latin typeface="Inter"/>
              <a:ea typeface="Inter"/>
            </a:endParaRPr>
          </a:p>
          <a:p>
            <a:r>
              <a:rPr lang="en-US" sz="2400" b="0" dirty="0">
                <a:solidFill>
                  <a:srgbClr val="607487"/>
                </a:solidFill>
                <a:latin typeface="Inter"/>
                <a:ea typeface="Inter"/>
              </a:rPr>
              <a:t>Is this line carrying a lot of power right now?</a:t>
            </a:r>
            <a:endParaRPr lang="en-US" sz="2400" b="0" dirty="0">
              <a:solidFill>
                <a:srgbClr val="000000"/>
              </a:solidFill>
              <a:latin typeface="Arial"/>
            </a:endParaRPr>
          </a:p>
          <a:p>
            <a:endParaRPr lang="en-US" dirty="0"/>
          </a:p>
        </p:txBody>
      </p:sp>
      <p:sp>
        <p:nvSpPr>
          <p:cNvPr id="3" name="Slide Number Placeholder 2"/>
          <p:cNvSpPr>
            <a:spLocks noGrp="1"/>
          </p:cNvSpPr>
          <p:nvPr>
            <p:ph type="sldNum" sz="quarter" idx="12"/>
          </p:nvPr>
        </p:nvSpPr>
        <p:spPr/>
        <p:txBody>
          <a:bodyPr/>
          <a:lstStyle/>
          <a:p>
            <a:fld id="{5AE1514C-5E56-4738-A1FF-4B1CFD2A3E36}" type="slidenum">
              <a:rPr lang="en-US" smtClean="0"/>
              <a:pPr/>
              <a:t>9</a:t>
            </a:fld>
            <a:endParaRPr lang="en-US" dirty="0"/>
          </a:p>
        </p:txBody>
      </p:sp>
      <p:sp>
        <p:nvSpPr>
          <p:cNvPr id="8" name="Content Placeholder 7"/>
          <p:cNvSpPr>
            <a:spLocks noGrp="1"/>
          </p:cNvSpPr>
          <p:nvPr>
            <p:ph idx="15"/>
          </p:nvPr>
        </p:nvSpPr>
        <p:spPr>
          <a:xfrm>
            <a:off x="4898612" y="3493674"/>
            <a:ext cx="2377440" cy="2693045"/>
          </a:xfrm>
        </p:spPr>
        <p:txBody>
          <a:bodyPr/>
          <a:lstStyle/>
          <a:p>
            <a:r>
              <a:rPr lang="en-US" dirty="0"/>
              <a:t>Transmission Width</a:t>
            </a:r>
            <a:endParaRPr lang="en-US" sz="2400" b="0" dirty="0">
              <a:solidFill>
                <a:srgbClr val="607487"/>
              </a:solidFill>
              <a:latin typeface="Inter"/>
              <a:ea typeface="Inter"/>
            </a:endParaRPr>
          </a:p>
          <a:p>
            <a:r>
              <a:rPr lang="en-US" sz="2400" b="0" dirty="0">
                <a:solidFill>
                  <a:srgbClr val="607487"/>
                </a:solidFill>
                <a:latin typeface="Inter"/>
                <a:ea typeface="Inter"/>
              </a:rPr>
              <a:t>How easily can a node be isolated?</a:t>
            </a:r>
            <a:endParaRPr lang="en-US" sz="2400" b="0" dirty="0">
              <a:solidFill>
                <a:srgbClr val="000000"/>
              </a:solidFill>
              <a:latin typeface="Arial"/>
            </a:endParaRPr>
          </a:p>
          <a:p>
            <a:endParaRPr lang="en-US" dirty="0"/>
          </a:p>
          <a:p>
            <a:endParaRPr lang="en-US" dirty="0"/>
          </a:p>
        </p:txBody>
      </p:sp>
      <p:sp>
        <p:nvSpPr>
          <p:cNvPr id="9" name="Content Placeholder 8"/>
          <p:cNvSpPr>
            <a:spLocks noGrp="1"/>
          </p:cNvSpPr>
          <p:nvPr>
            <p:ph idx="16"/>
          </p:nvPr>
        </p:nvSpPr>
        <p:spPr>
          <a:xfrm>
            <a:off x="7313589" y="3493674"/>
            <a:ext cx="2377440" cy="2416046"/>
          </a:xfrm>
        </p:spPr>
        <p:txBody>
          <a:bodyPr/>
          <a:lstStyle/>
          <a:p>
            <a:r>
              <a:rPr lang="en-US" dirty="0"/>
              <a:t>Load Density</a:t>
            </a:r>
          </a:p>
          <a:p>
            <a:endParaRPr lang="en-US" sz="2400" b="0" dirty="0">
              <a:solidFill>
                <a:srgbClr val="607487"/>
              </a:solidFill>
              <a:latin typeface="Inter"/>
              <a:ea typeface="Inter"/>
            </a:endParaRPr>
          </a:p>
          <a:p>
            <a:r>
              <a:rPr lang="en-US" sz="2400" b="0" dirty="0">
                <a:solidFill>
                  <a:srgbClr val="607487"/>
                </a:solidFill>
                <a:latin typeface="Inter"/>
                <a:ea typeface="Inter"/>
              </a:rPr>
              <a:t>How easily can a high-load region be isolated?</a:t>
            </a:r>
            <a:endParaRPr lang="en-US" sz="2400" b="0" dirty="0">
              <a:solidFill>
                <a:srgbClr val="000000"/>
              </a:solidFill>
              <a:latin typeface="Arial"/>
            </a:endParaRPr>
          </a:p>
          <a:p>
            <a:endParaRPr lang="en-US" dirty="0"/>
          </a:p>
        </p:txBody>
      </p:sp>
      <p:sp>
        <p:nvSpPr>
          <p:cNvPr id="33" name="Content Placeholder 32"/>
          <p:cNvSpPr>
            <a:spLocks noGrp="1"/>
          </p:cNvSpPr>
          <p:nvPr>
            <p:ph idx="17"/>
          </p:nvPr>
        </p:nvSpPr>
        <p:spPr>
          <a:xfrm>
            <a:off x="9728566" y="3493674"/>
            <a:ext cx="2377440" cy="2541366"/>
          </a:xfrm>
        </p:spPr>
        <p:txBody>
          <a:bodyPr/>
          <a:lstStyle/>
          <a:p>
            <a:r>
              <a:rPr lang="en-US" dirty="0"/>
              <a:t>Cut Impact</a:t>
            </a:r>
          </a:p>
          <a:p>
            <a:endParaRPr lang="en-US" dirty="0"/>
          </a:p>
          <a:p>
            <a:r>
              <a:rPr lang="en-US" sz="2400" b="0" dirty="0">
                <a:solidFill>
                  <a:srgbClr val="607487"/>
                </a:solidFill>
                <a:latin typeface="Inter"/>
                <a:ea typeface="Inter"/>
              </a:rPr>
              <a:t>If this candidate is cut now, how much load is shed after response?</a:t>
            </a:r>
            <a:endParaRPr lang="en-US" sz="2400" b="0" dirty="0">
              <a:solidFill>
                <a:srgbClr val="000000"/>
              </a:solidFill>
              <a:latin typeface="Arial"/>
            </a:endParaRPr>
          </a:p>
          <a:p>
            <a:endParaRPr lang="en-US" dirty="0"/>
          </a:p>
        </p:txBody>
      </p:sp>
      <p:sp>
        <p:nvSpPr>
          <p:cNvPr id="5" name="Text Placeholder 4"/>
          <p:cNvSpPr>
            <a:spLocks noGrp="1"/>
          </p:cNvSpPr>
          <p:nvPr>
            <p:ph type="body" sz="quarter" idx="13"/>
          </p:nvPr>
        </p:nvSpPr>
        <p:spPr>
          <a:xfrm>
            <a:off x="555244" y="378566"/>
            <a:ext cx="12192000" cy="978729"/>
          </a:xfrm>
        </p:spPr>
        <p:txBody>
          <a:bodyPr/>
          <a:lstStyle/>
          <a:p>
            <a:r>
              <a:rPr lang="en-US" b="1" dirty="0">
                <a:solidFill>
                  <a:srgbClr val="102235"/>
                </a:solidFill>
                <a:latin typeface="Inter Display"/>
                <a:ea typeface="Inter Display"/>
              </a:rPr>
              <a:t>How Does SEQUIN Shortlist Attacks?</a:t>
            </a:r>
            <a:br>
              <a:rPr lang="en-US" dirty="0"/>
            </a:br>
            <a:endParaRPr lang="en-US" dirty="0"/>
          </a:p>
        </p:txBody>
      </p:sp>
      <p:sp>
        <p:nvSpPr>
          <p:cNvPr id="47" name="Content Placeholder 46"/>
          <p:cNvSpPr>
            <a:spLocks noGrp="1"/>
          </p:cNvSpPr>
          <p:nvPr>
            <p:ph idx="18"/>
          </p:nvPr>
        </p:nvSpPr>
        <p:spPr/>
        <p:txBody>
          <a:bodyPr/>
          <a:lstStyle/>
          <a:p>
            <a:r>
              <a:rPr lang="en-US" dirty="0"/>
              <a:t>1</a:t>
            </a:r>
          </a:p>
        </p:txBody>
      </p:sp>
      <p:sp>
        <p:nvSpPr>
          <p:cNvPr id="48" name="Content Placeholder 47"/>
          <p:cNvSpPr>
            <a:spLocks noGrp="1"/>
          </p:cNvSpPr>
          <p:nvPr>
            <p:ph idx="19"/>
          </p:nvPr>
        </p:nvSpPr>
        <p:spPr/>
        <p:txBody>
          <a:bodyPr/>
          <a:lstStyle/>
          <a:p>
            <a:r>
              <a:rPr lang="en-US" dirty="0"/>
              <a:t>2</a:t>
            </a:r>
          </a:p>
        </p:txBody>
      </p:sp>
      <p:sp>
        <p:nvSpPr>
          <p:cNvPr id="49" name="Content Placeholder 48"/>
          <p:cNvSpPr>
            <a:spLocks noGrp="1"/>
          </p:cNvSpPr>
          <p:nvPr>
            <p:ph idx="20"/>
          </p:nvPr>
        </p:nvSpPr>
        <p:spPr/>
        <p:txBody>
          <a:bodyPr/>
          <a:lstStyle/>
          <a:p>
            <a:r>
              <a:rPr lang="en-US" dirty="0"/>
              <a:t>3</a:t>
            </a:r>
          </a:p>
        </p:txBody>
      </p:sp>
      <p:sp>
        <p:nvSpPr>
          <p:cNvPr id="50" name="Content Placeholder 49"/>
          <p:cNvSpPr>
            <a:spLocks noGrp="1"/>
          </p:cNvSpPr>
          <p:nvPr>
            <p:ph idx="21"/>
          </p:nvPr>
        </p:nvSpPr>
        <p:spPr/>
        <p:txBody>
          <a:bodyPr/>
          <a:lstStyle/>
          <a:p>
            <a:r>
              <a:rPr lang="en-US" dirty="0"/>
              <a:t>4</a:t>
            </a:r>
          </a:p>
        </p:txBody>
      </p:sp>
      <p:sp>
        <p:nvSpPr>
          <p:cNvPr id="51" name="Content Placeholder 50"/>
          <p:cNvSpPr>
            <a:spLocks noGrp="1"/>
          </p:cNvSpPr>
          <p:nvPr>
            <p:ph idx="22"/>
          </p:nvPr>
        </p:nvSpPr>
        <p:spPr/>
        <p:txBody>
          <a:bodyPr/>
          <a:lstStyle/>
          <a:p>
            <a:r>
              <a:rPr lang="en-US" dirty="0"/>
              <a:t>5</a:t>
            </a:r>
          </a:p>
        </p:txBody>
      </p:sp>
      <p:sp>
        <p:nvSpPr>
          <p:cNvPr id="18" name="Text 30">
            <a:extLst>
              <a:ext uri="{FF2B5EF4-FFF2-40B4-BE49-F238E27FC236}">
                <a16:creationId xmlns:a16="http://schemas.microsoft.com/office/drawing/2014/main" id="{B7A88D64-D46E-1DC4-2D76-CA8ED174AEC0}"/>
              </a:ext>
            </a:extLst>
          </p:cNvPr>
          <p:cNvSpPr/>
          <p:nvPr/>
        </p:nvSpPr>
        <p:spPr>
          <a:xfrm>
            <a:off x="2661587" y="6278199"/>
            <a:ext cx="109692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1" u="none" strike="noStrike">
                <a:solidFill>
                  <a:srgbClr val="3E7BE6"/>
                </a:solidFill>
                <a:effectLst/>
                <a:uFillTx/>
                <a:latin typeface="Inter"/>
                <a:ea typeface="Inter"/>
              </a:rPr>
              <a:t>cheap metrics</a:t>
            </a:r>
            <a:endParaRPr lang="en-US" sz="1050" b="0" u="none" strike="noStrike">
              <a:solidFill>
                <a:srgbClr val="000000"/>
              </a:solidFill>
              <a:effectLst/>
              <a:uFillTx/>
              <a:latin typeface="Arial"/>
            </a:endParaRPr>
          </a:p>
        </p:txBody>
      </p:sp>
      <p:sp>
        <p:nvSpPr>
          <p:cNvPr id="20" name="Shape 31">
            <a:extLst>
              <a:ext uri="{FF2B5EF4-FFF2-40B4-BE49-F238E27FC236}">
                <a16:creationId xmlns:a16="http://schemas.microsoft.com/office/drawing/2014/main" id="{034B5A89-93EE-42C2-0851-160C8C0BF976}"/>
              </a:ext>
            </a:extLst>
          </p:cNvPr>
          <p:cNvSpPr/>
          <p:nvPr/>
        </p:nvSpPr>
        <p:spPr>
          <a:xfrm>
            <a:off x="3713147" y="6387639"/>
            <a:ext cx="685800" cy="360"/>
          </a:xfrm>
          <a:prstGeom prst="line">
            <a:avLst/>
          </a:prstGeom>
          <a:ln w="20320">
            <a:solidFill>
              <a:srgbClr val="AAB8C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2" name="Text 32">
            <a:extLst>
              <a:ext uri="{FF2B5EF4-FFF2-40B4-BE49-F238E27FC236}">
                <a16:creationId xmlns:a16="http://schemas.microsoft.com/office/drawing/2014/main" id="{C7173CCA-E45E-AC67-DA62-972948FF40F1}"/>
              </a:ext>
            </a:extLst>
          </p:cNvPr>
          <p:cNvSpPr/>
          <p:nvPr/>
        </p:nvSpPr>
        <p:spPr>
          <a:xfrm>
            <a:off x="4444667" y="6278199"/>
            <a:ext cx="82260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1" u="none" strike="noStrike">
                <a:solidFill>
                  <a:srgbClr val="102235"/>
                </a:solidFill>
                <a:effectLst/>
                <a:uFillTx/>
                <a:latin typeface="Inter"/>
                <a:ea typeface="Inter"/>
              </a:rPr>
              <a:t>shortlist</a:t>
            </a:r>
            <a:endParaRPr lang="en-US" sz="1050" b="0" u="none" strike="noStrike">
              <a:solidFill>
                <a:srgbClr val="000000"/>
              </a:solidFill>
              <a:effectLst/>
              <a:uFillTx/>
              <a:latin typeface="Arial"/>
            </a:endParaRPr>
          </a:p>
        </p:txBody>
      </p:sp>
      <p:sp>
        <p:nvSpPr>
          <p:cNvPr id="24" name="Shape 33">
            <a:extLst>
              <a:ext uri="{FF2B5EF4-FFF2-40B4-BE49-F238E27FC236}">
                <a16:creationId xmlns:a16="http://schemas.microsoft.com/office/drawing/2014/main" id="{C2387F27-9823-1BEA-651B-22069CF51395}"/>
              </a:ext>
            </a:extLst>
          </p:cNvPr>
          <p:cNvSpPr/>
          <p:nvPr/>
        </p:nvSpPr>
        <p:spPr>
          <a:xfrm>
            <a:off x="5267627" y="6387639"/>
            <a:ext cx="685800" cy="360"/>
          </a:xfrm>
          <a:prstGeom prst="line">
            <a:avLst/>
          </a:prstGeom>
          <a:ln w="20320">
            <a:solidFill>
              <a:srgbClr val="AAB8C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 name="Text 34">
            <a:extLst>
              <a:ext uri="{FF2B5EF4-FFF2-40B4-BE49-F238E27FC236}">
                <a16:creationId xmlns:a16="http://schemas.microsoft.com/office/drawing/2014/main" id="{F1B2175E-C9CE-6EC0-F938-F869C8C454D6}"/>
              </a:ext>
            </a:extLst>
          </p:cNvPr>
          <p:cNvSpPr/>
          <p:nvPr/>
        </p:nvSpPr>
        <p:spPr>
          <a:xfrm>
            <a:off x="5999147" y="6278199"/>
            <a:ext cx="100548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1" u="none" strike="noStrike">
                <a:solidFill>
                  <a:srgbClr val="F28C35"/>
                </a:solidFill>
                <a:effectLst/>
                <a:uFillTx/>
                <a:latin typeface="Inter"/>
                <a:ea typeface="Inter"/>
              </a:rPr>
              <a:t>Cut Impact</a:t>
            </a:r>
            <a:endParaRPr lang="en-US" sz="1050" b="0" u="none" strike="noStrike">
              <a:solidFill>
                <a:srgbClr val="000000"/>
              </a:solidFill>
              <a:effectLst/>
              <a:uFillTx/>
              <a:latin typeface="Arial"/>
            </a:endParaRPr>
          </a:p>
        </p:txBody>
      </p:sp>
      <p:sp>
        <p:nvSpPr>
          <p:cNvPr id="28" name="Shape 35">
            <a:extLst>
              <a:ext uri="{FF2B5EF4-FFF2-40B4-BE49-F238E27FC236}">
                <a16:creationId xmlns:a16="http://schemas.microsoft.com/office/drawing/2014/main" id="{FC00DC0C-F1B2-365E-467D-5098DF472635}"/>
              </a:ext>
            </a:extLst>
          </p:cNvPr>
          <p:cNvSpPr/>
          <p:nvPr/>
        </p:nvSpPr>
        <p:spPr>
          <a:xfrm>
            <a:off x="7032347" y="6387639"/>
            <a:ext cx="676440" cy="360"/>
          </a:xfrm>
          <a:prstGeom prst="line">
            <a:avLst/>
          </a:prstGeom>
          <a:ln w="20320">
            <a:solidFill>
              <a:srgbClr val="AAB8C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0" name="Text 36">
            <a:extLst>
              <a:ext uri="{FF2B5EF4-FFF2-40B4-BE49-F238E27FC236}">
                <a16:creationId xmlns:a16="http://schemas.microsoft.com/office/drawing/2014/main" id="{A66F017E-C0C8-A318-5A2E-A97D81D24C58}"/>
              </a:ext>
            </a:extLst>
          </p:cNvPr>
          <p:cNvSpPr/>
          <p:nvPr/>
        </p:nvSpPr>
        <p:spPr>
          <a:xfrm>
            <a:off x="7763867" y="6278199"/>
            <a:ext cx="914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50" b="1" u="none" strike="noStrike">
                <a:solidFill>
                  <a:srgbClr val="2CB6A8"/>
                </a:solidFill>
                <a:effectLst/>
                <a:uFillTx/>
                <a:latin typeface="Inter"/>
                <a:ea typeface="Inter"/>
              </a:rPr>
              <a:t>next line</a:t>
            </a:r>
            <a:endParaRPr lang="en-US" sz="1050" b="0" u="none" strike="noStrike">
              <a:solidFill>
                <a:srgbClr val="000000"/>
              </a:solidFill>
              <a:effectLst/>
              <a:uFillTx/>
              <a:latin typeface="Arial"/>
            </a:endParaRPr>
          </a:p>
        </p:txBody>
      </p:sp>
      <p:sp>
        <p:nvSpPr>
          <p:cNvPr id="31" name="Freeform: Shape 30">
            <a:extLst>
              <a:ext uri="{FF2B5EF4-FFF2-40B4-BE49-F238E27FC236}">
                <a16:creationId xmlns:a16="http://schemas.microsoft.com/office/drawing/2014/main" id="{F9FDE60C-B0BA-9178-F236-ADD6A2A2BC3F}"/>
              </a:ext>
            </a:extLst>
          </p:cNvPr>
          <p:cNvSpPr>
            <a:spLocks noChangeAspect="1"/>
          </p:cNvSpPr>
          <p:nvPr/>
        </p:nvSpPr>
        <p:spPr>
          <a:xfrm>
            <a:off x="-329807" y="-2205808"/>
            <a:ext cx="3654898" cy="3654898"/>
          </a:xfrm>
          <a:custGeom>
            <a:avLst/>
            <a:gdLst>
              <a:gd name="connsiteX0" fmla="*/ 244064 w 488128"/>
              <a:gd name="connsiteY0" fmla="*/ 0 h 488128"/>
              <a:gd name="connsiteX1" fmla="*/ 488128 w 488128"/>
              <a:gd name="connsiteY1" fmla="*/ 244064 h 488128"/>
              <a:gd name="connsiteX2" fmla="*/ 244064 w 488128"/>
              <a:gd name="connsiteY2" fmla="*/ 488128 h 488128"/>
              <a:gd name="connsiteX3" fmla="*/ 0 w 488128"/>
              <a:gd name="connsiteY3" fmla="*/ 244064 h 488128"/>
              <a:gd name="connsiteX4" fmla="*/ 244064 w 488128"/>
              <a:gd name="connsiteY4" fmla="*/ 0 h 488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128" h="488128">
                <a:moveTo>
                  <a:pt x="244064" y="0"/>
                </a:moveTo>
                <a:cubicBezTo>
                  <a:pt x="378857" y="0"/>
                  <a:pt x="488128" y="109271"/>
                  <a:pt x="488128" y="244064"/>
                </a:cubicBezTo>
                <a:cubicBezTo>
                  <a:pt x="488128" y="378857"/>
                  <a:pt x="378857" y="488128"/>
                  <a:pt x="244064" y="488128"/>
                </a:cubicBezTo>
                <a:cubicBezTo>
                  <a:pt x="109271" y="488128"/>
                  <a:pt x="0" y="378857"/>
                  <a:pt x="0" y="244064"/>
                </a:cubicBezTo>
                <a:cubicBezTo>
                  <a:pt x="0" y="109271"/>
                  <a:pt x="109271" y="0"/>
                  <a:pt x="24406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32" name="Title 31">
            <a:extLst>
              <a:ext uri="{FF2B5EF4-FFF2-40B4-BE49-F238E27FC236}">
                <a16:creationId xmlns:a16="http://schemas.microsoft.com/office/drawing/2014/main" id="{256B5C39-FC8C-E8A5-292C-34191D873323}"/>
              </a:ext>
            </a:extLst>
          </p:cNvPr>
          <p:cNvSpPr txBox="1">
            <a:spLocks/>
          </p:cNvSpPr>
          <p:nvPr/>
        </p:nvSpPr>
        <p:spPr>
          <a:xfrm>
            <a:off x="460552" y="354575"/>
            <a:ext cx="4083304" cy="1357295"/>
          </a:xfrm>
          <a:prstGeom prst="rect">
            <a:avLst/>
          </a:prstGeom>
        </p:spPr>
        <p:txBody>
          <a:bodyPr/>
          <a:lstStyle>
            <a:lvl1pPr algn="l" defTabSz="914400" rtl="0" eaLnBrk="1" latinLnBrk="0" hangingPunct="1">
              <a:lnSpc>
                <a:spcPct val="90000"/>
              </a:lnSpc>
              <a:spcBef>
                <a:spcPct val="0"/>
              </a:spcBef>
              <a:buNone/>
              <a:defRPr lang="en-US" sz="3600" b="0" i="0" kern="1200" spc="300" dirty="0">
                <a:gradFill>
                  <a:gsLst>
                    <a:gs pos="15000">
                      <a:schemeClr val="tx1"/>
                    </a:gs>
                    <a:gs pos="47000">
                      <a:schemeClr val="tx1"/>
                    </a:gs>
                  </a:gsLst>
                  <a:lin ang="5400000" scaled="1"/>
                </a:gradFill>
                <a:latin typeface="Segoe UI Semibold" panose="020B0702040204020203" pitchFamily="34" charset="0"/>
                <a:ea typeface="+mn-ea"/>
                <a:cs typeface="Segoe UI Semibold" panose="020B0702040204020203" pitchFamily="34" charset="0"/>
              </a:defRPr>
            </a:lvl1pPr>
          </a:lstStyle>
          <a:p>
            <a:r>
              <a:rPr lang="en-IN" b="1" dirty="0">
                <a:gradFill>
                  <a:gsLst>
                    <a:gs pos="15000">
                      <a:schemeClr val="bg1"/>
                    </a:gs>
                    <a:gs pos="47000">
                      <a:schemeClr val="bg1"/>
                    </a:gs>
                  </a:gsLst>
                  <a:lin ang="5400000" scaled="1"/>
                </a:gradFill>
              </a:rPr>
              <a:t>SEQUIN</a:t>
            </a:r>
          </a:p>
        </p:txBody>
      </p:sp>
    </p:spTree>
    <p:extLst>
      <p:ext uri="{BB962C8B-B14F-4D97-AF65-F5344CB8AC3E}">
        <p14:creationId xmlns:p14="http://schemas.microsoft.com/office/powerpoint/2010/main" val="2161256907"/>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80F6D25-FFDB-29F3-87D5-7971563F27E6}"/>
              </a:ext>
            </a:extLst>
          </p:cNvPr>
          <p:cNvSpPr>
            <a:spLocks noGrp="1"/>
          </p:cNvSpPr>
          <p:nvPr>
            <p:ph type="sldNum" sz="quarter" idx="12"/>
          </p:nvPr>
        </p:nvSpPr>
        <p:spPr/>
        <p:txBody>
          <a:bodyPr/>
          <a:lstStyle/>
          <a:p>
            <a:fld id="{5AE1514C-5E56-4738-A1FF-4B1CFD2A3E36}" type="slidenum">
              <a:rPr lang="en-US" smtClean="0"/>
              <a:t>10</a:t>
            </a:fld>
            <a:endParaRPr lang="en-US" dirty="0"/>
          </a:p>
        </p:txBody>
      </p:sp>
      <p:sp>
        <p:nvSpPr>
          <p:cNvPr id="4" name="Text 4">
            <a:extLst>
              <a:ext uri="{FF2B5EF4-FFF2-40B4-BE49-F238E27FC236}">
                <a16:creationId xmlns:a16="http://schemas.microsoft.com/office/drawing/2014/main" id="{A2D0D45A-F016-45B1-E07A-AD2EFD3037F2}"/>
              </a:ext>
            </a:extLst>
          </p:cNvPr>
          <p:cNvSpPr/>
          <p:nvPr/>
        </p:nvSpPr>
        <p:spPr>
          <a:xfrm>
            <a:off x="598516" y="1068186"/>
            <a:ext cx="22856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400" b="1" u="none" strike="noStrike">
                <a:solidFill>
                  <a:srgbClr val="102235"/>
                </a:solidFill>
                <a:effectLst/>
                <a:uFillTx/>
                <a:latin typeface="Inter"/>
                <a:ea typeface="Inter"/>
              </a:rPr>
              <a:t>Benchmark networks</a:t>
            </a:r>
            <a:endParaRPr lang="en-US" sz="1400" b="0" u="none" strike="noStrike">
              <a:solidFill>
                <a:srgbClr val="000000"/>
              </a:solidFill>
              <a:effectLst/>
              <a:uFillTx/>
              <a:latin typeface="Arial"/>
            </a:endParaRPr>
          </a:p>
        </p:txBody>
      </p:sp>
      <p:sp>
        <p:nvSpPr>
          <p:cNvPr id="6" name="Shape 5">
            <a:extLst>
              <a:ext uri="{FF2B5EF4-FFF2-40B4-BE49-F238E27FC236}">
                <a16:creationId xmlns:a16="http://schemas.microsoft.com/office/drawing/2014/main" id="{31A31156-1272-9E1B-FD7B-4D354EDEF940}"/>
              </a:ext>
            </a:extLst>
          </p:cNvPr>
          <p:cNvSpPr/>
          <p:nvPr/>
        </p:nvSpPr>
        <p:spPr>
          <a:xfrm>
            <a:off x="61687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 name="Text 6">
            <a:extLst>
              <a:ext uri="{FF2B5EF4-FFF2-40B4-BE49-F238E27FC236}">
                <a16:creationId xmlns:a16="http://schemas.microsoft.com/office/drawing/2014/main" id="{E8578D9B-B81B-D20F-7591-8E8228615274}"/>
              </a:ext>
            </a:extLst>
          </p:cNvPr>
          <p:cNvSpPr/>
          <p:nvPr/>
        </p:nvSpPr>
        <p:spPr>
          <a:xfrm>
            <a:off x="72667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3E7BE6"/>
                </a:solidFill>
                <a:effectLst/>
                <a:uFillTx/>
                <a:latin typeface="Inter"/>
                <a:ea typeface="Inter"/>
              </a:rPr>
              <a:t>Case 14</a:t>
            </a:r>
            <a:endParaRPr lang="en-US" sz="1350" b="0" u="none" strike="noStrike">
              <a:solidFill>
                <a:srgbClr val="000000"/>
              </a:solidFill>
              <a:effectLst/>
              <a:uFillTx/>
              <a:latin typeface="Arial"/>
            </a:endParaRPr>
          </a:p>
        </p:txBody>
      </p:sp>
      <p:sp>
        <p:nvSpPr>
          <p:cNvPr id="10" name="Text 7">
            <a:extLst>
              <a:ext uri="{FF2B5EF4-FFF2-40B4-BE49-F238E27FC236}">
                <a16:creationId xmlns:a16="http://schemas.microsoft.com/office/drawing/2014/main" id="{4B2F64C8-6562-E2E6-E6A0-1326FBB3AB15}"/>
              </a:ext>
            </a:extLst>
          </p:cNvPr>
          <p:cNvSpPr/>
          <p:nvPr/>
        </p:nvSpPr>
        <p:spPr>
          <a:xfrm>
            <a:off x="72667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20 branches</a:t>
            </a:r>
            <a:endParaRPr lang="en-US" sz="1030" b="0" u="none" strike="noStrike">
              <a:solidFill>
                <a:srgbClr val="000000"/>
              </a:solidFill>
              <a:effectLst/>
              <a:uFillTx/>
              <a:latin typeface="Arial"/>
            </a:endParaRPr>
          </a:p>
        </p:txBody>
      </p:sp>
      <p:sp>
        <p:nvSpPr>
          <p:cNvPr id="12" name="Text 8">
            <a:extLst>
              <a:ext uri="{FF2B5EF4-FFF2-40B4-BE49-F238E27FC236}">
                <a16:creationId xmlns:a16="http://schemas.microsoft.com/office/drawing/2014/main" id="{44FA48F7-BD0F-E1BF-484D-16A8E55CF0A5}"/>
              </a:ext>
            </a:extLst>
          </p:cNvPr>
          <p:cNvSpPr/>
          <p:nvPr/>
        </p:nvSpPr>
        <p:spPr>
          <a:xfrm>
            <a:off x="72667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5 generators</a:t>
            </a:r>
            <a:endParaRPr lang="en-US" sz="1030" b="0" u="none" strike="noStrike">
              <a:solidFill>
                <a:srgbClr val="000000"/>
              </a:solidFill>
              <a:effectLst/>
              <a:uFillTx/>
              <a:latin typeface="Arial"/>
            </a:endParaRPr>
          </a:p>
        </p:txBody>
      </p:sp>
      <p:sp>
        <p:nvSpPr>
          <p:cNvPr id="14" name="Shape 9">
            <a:extLst>
              <a:ext uri="{FF2B5EF4-FFF2-40B4-BE49-F238E27FC236}">
                <a16:creationId xmlns:a16="http://schemas.microsoft.com/office/drawing/2014/main" id="{E92FCFCB-320D-AD7A-B822-AEA9599A607C}"/>
              </a:ext>
            </a:extLst>
          </p:cNvPr>
          <p:cNvSpPr/>
          <p:nvPr/>
        </p:nvSpPr>
        <p:spPr>
          <a:xfrm>
            <a:off x="247303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 name="Text 10">
            <a:extLst>
              <a:ext uri="{FF2B5EF4-FFF2-40B4-BE49-F238E27FC236}">
                <a16:creationId xmlns:a16="http://schemas.microsoft.com/office/drawing/2014/main" id="{D8EEC93C-9FB9-7C45-38AA-0D63FC3CC42A}"/>
              </a:ext>
            </a:extLst>
          </p:cNvPr>
          <p:cNvSpPr/>
          <p:nvPr/>
        </p:nvSpPr>
        <p:spPr>
          <a:xfrm>
            <a:off x="258283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3E7BE6"/>
                </a:solidFill>
                <a:effectLst/>
                <a:uFillTx/>
                <a:latin typeface="Inter"/>
                <a:ea typeface="Inter"/>
              </a:rPr>
              <a:t>Case 39</a:t>
            </a:r>
            <a:endParaRPr lang="en-US" sz="1350" b="0" u="none" strike="noStrike">
              <a:solidFill>
                <a:srgbClr val="000000"/>
              </a:solidFill>
              <a:effectLst/>
              <a:uFillTx/>
              <a:latin typeface="Arial"/>
            </a:endParaRPr>
          </a:p>
        </p:txBody>
      </p:sp>
      <p:sp>
        <p:nvSpPr>
          <p:cNvPr id="18" name="Text 11">
            <a:extLst>
              <a:ext uri="{FF2B5EF4-FFF2-40B4-BE49-F238E27FC236}">
                <a16:creationId xmlns:a16="http://schemas.microsoft.com/office/drawing/2014/main" id="{8F8D1F2D-FE46-A789-7BBE-7BE531A49394}"/>
              </a:ext>
            </a:extLst>
          </p:cNvPr>
          <p:cNvSpPr/>
          <p:nvPr/>
        </p:nvSpPr>
        <p:spPr>
          <a:xfrm>
            <a:off x="258283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46 branches</a:t>
            </a:r>
            <a:endParaRPr lang="en-US" sz="1030" b="0" u="none" strike="noStrike">
              <a:solidFill>
                <a:srgbClr val="000000"/>
              </a:solidFill>
              <a:effectLst/>
              <a:uFillTx/>
              <a:latin typeface="Arial"/>
            </a:endParaRPr>
          </a:p>
        </p:txBody>
      </p:sp>
      <p:sp>
        <p:nvSpPr>
          <p:cNvPr id="20" name="Text 12">
            <a:extLst>
              <a:ext uri="{FF2B5EF4-FFF2-40B4-BE49-F238E27FC236}">
                <a16:creationId xmlns:a16="http://schemas.microsoft.com/office/drawing/2014/main" id="{17BA1D3C-EBFB-2375-FCE5-B7C879A1CCC3}"/>
              </a:ext>
            </a:extLst>
          </p:cNvPr>
          <p:cNvSpPr/>
          <p:nvPr/>
        </p:nvSpPr>
        <p:spPr>
          <a:xfrm>
            <a:off x="258283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10 generators</a:t>
            </a:r>
            <a:endParaRPr lang="en-US" sz="1030" b="0" u="none" strike="noStrike">
              <a:solidFill>
                <a:srgbClr val="000000"/>
              </a:solidFill>
              <a:effectLst/>
              <a:uFillTx/>
              <a:latin typeface="Arial"/>
            </a:endParaRPr>
          </a:p>
        </p:txBody>
      </p:sp>
      <p:sp>
        <p:nvSpPr>
          <p:cNvPr id="22" name="Shape 13">
            <a:extLst>
              <a:ext uri="{FF2B5EF4-FFF2-40B4-BE49-F238E27FC236}">
                <a16:creationId xmlns:a16="http://schemas.microsoft.com/office/drawing/2014/main" id="{48CCBAD6-1A91-FEFF-DA63-9DBD4C922B5D}"/>
              </a:ext>
            </a:extLst>
          </p:cNvPr>
          <p:cNvSpPr/>
          <p:nvPr/>
        </p:nvSpPr>
        <p:spPr>
          <a:xfrm>
            <a:off x="432919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 name="Text 14">
            <a:extLst>
              <a:ext uri="{FF2B5EF4-FFF2-40B4-BE49-F238E27FC236}">
                <a16:creationId xmlns:a16="http://schemas.microsoft.com/office/drawing/2014/main" id="{87D996CB-43ED-090C-10D6-2CA55B0FC3DB}"/>
              </a:ext>
            </a:extLst>
          </p:cNvPr>
          <p:cNvSpPr/>
          <p:nvPr/>
        </p:nvSpPr>
        <p:spPr>
          <a:xfrm>
            <a:off x="443899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3E7BE6"/>
                </a:solidFill>
                <a:effectLst/>
                <a:uFillTx/>
                <a:latin typeface="Inter"/>
                <a:ea typeface="Inter"/>
              </a:rPr>
              <a:t>Case 60</a:t>
            </a:r>
            <a:endParaRPr lang="en-US" sz="1350" b="0" u="none" strike="noStrike">
              <a:solidFill>
                <a:srgbClr val="000000"/>
              </a:solidFill>
              <a:effectLst/>
              <a:uFillTx/>
              <a:latin typeface="Arial"/>
            </a:endParaRPr>
          </a:p>
        </p:txBody>
      </p:sp>
      <p:sp>
        <p:nvSpPr>
          <p:cNvPr id="26" name="Text 15">
            <a:extLst>
              <a:ext uri="{FF2B5EF4-FFF2-40B4-BE49-F238E27FC236}">
                <a16:creationId xmlns:a16="http://schemas.microsoft.com/office/drawing/2014/main" id="{5E96C2ED-BF20-0847-4463-CAB58C8CF9A4}"/>
              </a:ext>
            </a:extLst>
          </p:cNvPr>
          <p:cNvSpPr/>
          <p:nvPr/>
        </p:nvSpPr>
        <p:spPr>
          <a:xfrm>
            <a:off x="443899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88 branches</a:t>
            </a:r>
            <a:endParaRPr lang="en-US" sz="1030" b="0" u="none" strike="noStrike">
              <a:solidFill>
                <a:srgbClr val="000000"/>
              </a:solidFill>
              <a:effectLst/>
              <a:uFillTx/>
              <a:latin typeface="Arial"/>
            </a:endParaRPr>
          </a:p>
        </p:txBody>
      </p:sp>
      <p:sp>
        <p:nvSpPr>
          <p:cNvPr id="28" name="Text 16">
            <a:extLst>
              <a:ext uri="{FF2B5EF4-FFF2-40B4-BE49-F238E27FC236}">
                <a16:creationId xmlns:a16="http://schemas.microsoft.com/office/drawing/2014/main" id="{B2C94332-BE8D-4CE9-1102-D1247753AF1F}"/>
              </a:ext>
            </a:extLst>
          </p:cNvPr>
          <p:cNvSpPr/>
          <p:nvPr/>
        </p:nvSpPr>
        <p:spPr>
          <a:xfrm>
            <a:off x="443899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23 generators</a:t>
            </a:r>
            <a:endParaRPr lang="en-US" sz="1030" b="0" u="none" strike="noStrike">
              <a:solidFill>
                <a:srgbClr val="000000"/>
              </a:solidFill>
              <a:effectLst/>
              <a:uFillTx/>
              <a:latin typeface="Arial"/>
            </a:endParaRPr>
          </a:p>
        </p:txBody>
      </p:sp>
      <p:sp>
        <p:nvSpPr>
          <p:cNvPr id="30" name="Shape 17">
            <a:extLst>
              <a:ext uri="{FF2B5EF4-FFF2-40B4-BE49-F238E27FC236}">
                <a16:creationId xmlns:a16="http://schemas.microsoft.com/office/drawing/2014/main" id="{847C8E3B-38F3-C98A-2719-894B5C7E3911}"/>
              </a:ext>
            </a:extLst>
          </p:cNvPr>
          <p:cNvSpPr/>
          <p:nvPr/>
        </p:nvSpPr>
        <p:spPr>
          <a:xfrm>
            <a:off x="618535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2" name="Text 18">
            <a:extLst>
              <a:ext uri="{FF2B5EF4-FFF2-40B4-BE49-F238E27FC236}">
                <a16:creationId xmlns:a16="http://schemas.microsoft.com/office/drawing/2014/main" id="{98BC3E66-ED96-2B25-150F-49D8E8CEF125}"/>
              </a:ext>
            </a:extLst>
          </p:cNvPr>
          <p:cNvSpPr/>
          <p:nvPr/>
        </p:nvSpPr>
        <p:spPr>
          <a:xfrm>
            <a:off x="629515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071522"/>
                </a:solidFill>
                <a:effectLst/>
                <a:uFillTx/>
                <a:latin typeface="Inter"/>
                <a:ea typeface="Inter"/>
              </a:rPr>
              <a:t>Case 118</a:t>
            </a:r>
            <a:endParaRPr lang="en-US" sz="1350" b="0" u="none" strike="noStrike">
              <a:solidFill>
                <a:srgbClr val="000000"/>
              </a:solidFill>
              <a:effectLst/>
              <a:uFillTx/>
              <a:latin typeface="Arial"/>
            </a:endParaRPr>
          </a:p>
        </p:txBody>
      </p:sp>
      <p:sp>
        <p:nvSpPr>
          <p:cNvPr id="34" name="Text 19">
            <a:extLst>
              <a:ext uri="{FF2B5EF4-FFF2-40B4-BE49-F238E27FC236}">
                <a16:creationId xmlns:a16="http://schemas.microsoft.com/office/drawing/2014/main" id="{53E3E242-5A2A-80EA-4802-E69557F79C94}"/>
              </a:ext>
            </a:extLst>
          </p:cNvPr>
          <p:cNvSpPr/>
          <p:nvPr/>
        </p:nvSpPr>
        <p:spPr>
          <a:xfrm>
            <a:off x="629515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186 branches</a:t>
            </a:r>
            <a:endParaRPr lang="en-US" sz="1030" b="0" u="none" strike="noStrike">
              <a:solidFill>
                <a:srgbClr val="000000"/>
              </a:solidFill>
              <a:effectLst/>
              <a:uFillTx/>
              <a:latin typeface="Arial"/>
            </a:endParaRPr>
          </a:p>
        </p:txBody>
      </p:sp>
      <p:sp>
        <p:nvSpPr>
          <p:cNvPr id="36" name="Text 20">
            <a:extLst>
              <a:ext uri="{FF2B5EF4-FFF2-40B4-BE49-F238E27FC236}">
                <a16:creationId xmlns:a16="http://schemas.microsoft.com/office/drawing/2014/main" id="{B27D8857-0D93-F7F2-58CB-D7FFE911EE1B}"/>
              </a:ext>
            </a:extLst>
          </p:cNvPr>
          <p:cNvSpPr/>
          <p:nvPr/>
        </p:nvSpPr>
        <p:spPr>
          <a:xfrm>
            <a:off x="629515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54 generators</a:t>
            </a:r>
            <a:endParaRPr lang="en-US" sz="1030" b="0" u="none" strike="noStrike">
              <a:solidFill>
                <a:srgbClr val="000000"/>
              </a:solidFill>
              <a:effectLst/>
              <a:uFillTx/>
              <a:latin typeface="Arial"/>
            </a:endParaRPr>
          </a:p>
        </p:txBody>
      </p:sp>
      <p:sp>
        <p:nvSpPr>
          <p:cNvPr id="38" name="Shape 21">
            <a:extLst>
              <a:ext uri="{FF2B5EF4-FFF2-40B4-BE49-F238E27FC236}">
                <a16:creationId xmlns:a16="http://schemas.microsoft.com/office/drawing/2014/main" id="{DA0CA0AA-96BC-5D30-E397-D7998D90B430}"/>
              </a:ext>
            </a:extLst>
          </p:cNvPr>
          <p:cNvSpPr/>
          <p:nvPr/>
        </p:nvSpPr>
        <p:spPr>
          <a:xfrm>
            <a:off x="804187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 name="Text 22">
            <a:extLst>
              <a:ext uri="{FF2B5EF4-FFF2-40B4-BE49-F238E27FC236}">
                <a16:creationId xmlns:a16="http://schemas.microsoft.com/office/drawing/2014/main" id="{B7964CAE-08E6-44D6-5892-6EEC49257888}"/>
              </a:ext>
            </a:extLst>
          </p:cNvPr>
          <p:cNvSpPr/>
          <p:nvPr/>
        </p:nvSpPr>
        <p:spPr>
          <a:xfrm>
            <a:off x="815131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071522"/>
                </a:solidFill>
                <a:effectLst/>
                <a:uFillTx/>
                <a:latin typeface="Inter"/>
                <a:ea typeface="Inter"/>
              </a:rPr>
              <a:t>Case 162</a:t>
            </a:r>
            <a:endParaRPr lang="en-US" sz="1350" b="0" u="none" strike="noStrike">
              <a:solidFill>
                <a:srgbClr val="000000"/>
              </a:solidFill>
              <a:effectLst/>
              <a:uFillTx/>
              <a:latin typeface="Arial"/>
            </a:endParaRPr>
          </a:p>
        </p:txBody>
      </p:sp>
      <p:sp>
        <p:nvSpPr>
          <p:cNvPr id="42" name="Text 23">
            <a:extLst>
              <a:ext uri="{FF2B5EF4-FFF2-40B4-BE49-F238E27FC236}">
                <a16:creationId xmlns:a16="http://schemas.microsoft.com/office/drawing/2014/main" id="{B8CDAA3C-E98A-B787-1DFD-AB1EDDC9532E}"/>
              </a:ext>
            </a:extLst>
          </p:cNvPr>
          <p:cNvSpPr/>
          <p:nvPr/>
        </p:nvSpPr>
        <p:spPr>
          <a:xfrm>
            <a:off x="815131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284 branches</a:t>
            </a:r>
            <a:endParaRPr lang="en-US" sz="1030" b="0" u="none" strike="noStrike">
              <a:solidFill>
                <a:srgbClr val="000000"/>
              </a:solidFill>
              <a:effectLst/>
              <a:uFillTx/>
              <a:latin typeface="Arial"/>
            </a:endParaRPr>
          </a:p>
        </p:txBody>
      </p:sp>
      <p:sp>
        <p:nvSpPr>
          <p:cNvPr id="44" name="Text 24">
            <a:extLst>
              <a:ext uri="{FF2B5EF4-FFF2-40B4-BE49-F238E27FC236}">
                <a16:creationId xmlns:a16="http://schemas.microsoft.com/office/drawing/2014/main" id="{E657968C-51AB-FED1-C909-1888DE7CC600}"/>
              </a:ext>
            </a:extLst>
          </p:cNvPr>
          <p:cNvSpPr/>
          <p:nvPr/>
        </p:nvSpPr>
        <p:spPr>
          <a:xfrm>
            <a:off x="815131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12 generators</a:t>
            </a:r>
            <a:endParaRPr lang="en-US" sz="1030" b="0" u="none" strike="noStrike">
              <a:solidFill>
                <a:srgbClr val="000000"/>
              </a:solidFill>
              <a:effectLst/>
              <a:uFillTx/>
              <a:latin typeface="Arial"/>
            </a:endParaRPr>
          </a:p>
        </p:txBody>
      </p:sp>
      <p:sp>
        <p:nvSpPr>
          <p:cNvPr id="46" name="Shape 25">
            <a:extLst>
              <a:ext uri="{FF2B5EF4-FFF2-40B4-BE49-F238E27FC236}">
                <a16:creationId xmlns:a16="http://schemas.microsoft.com/office/drawing/2014/main" id="{74392D3F-D6D1-6371-F710-10CC03D1ACB1}"/>
              </a:ext>
            </a:extLst>
          </p:cNvPr>
          <p:cNvSpPr/>
          <p:nvPr/>
        </p:nvSpPr>
        <p:spPr>
          <a:xfrm>
            <a:off x="9898036" y="1479666"/>
            <a:ext cx="1700280" cy="1234080"/>
          </a:xfrm>
          <a:prstGeom prst="roundRect">
            <a:avLst>
              <a:gd name="adj" fmla="val 88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8" name="Text 26">
            <a:extLst>
              <a:ext uri="{FF2B5EF4-FFF2-40B4-BE49-F238E27FC236}">
                <a16:creationId xmlns:a16="http://schemas.microsoft.com/office/drawing/2014/main" id="{93C582ED-FADA-EED4-FBC6-112C9CCF9CB5}"/>
              </a:ext>
            </a:extLst>
          </p:cNvPr>
          <p:cNvSpPr/>
          <p:nvPr/>
        </p:nvSpPr>
        <p:spPr>
          <a:xfrm>
            <a:off x="10007836" y="1616826"/>
            <a:ext cx="14810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50" b="1" u="none" strike="noStrike">
                <a:solidFill>
                  <a:srgbClr val="071522"/>
                </a:solidFill>
                <a:effectLst/>
                <a:uFillTx/>
                <a:latin typeface="Inter"/>
                <a:ea typeface="Inter"/>
              </a:rPr>
              <a:t>Case 240</a:t>
            </a:r>
            <a:endParaRPr lang="en-US" sz="1350" b="0" u="none" strike="noStrike">
              <a:solidFill>
                <a:srgbClr val="000000"/>
              </a:solidFill>
              <a:effectLst/>
              <a:uFillTx/>
              <a:latin typeface="Arial"/>
            </a:endParaRPr>
          </a:p>
        </p:txBody>
      </p:sp>
      <p:sp>
        <p:nvSpPr>
          <p:cNvPr id="50" name="Text 27">
            <a:extLst>
              <a:ext uri="{FF2B5EF4-FFF2-40B4-BE49-F238E27FC236}">
                <a16:creationId xmlns:a16="http://schemas.microsoft.com/office/drawing/2014/main" id="{82AC2124-0E38-14C4-1C32-937A89F7C761}"/>
              </a:ext>
            </a:extLst>
          </p:cNvPr>
          <p:cNvSpPr/>
          <p:nvPr/>
        </p:nvSpPr>
        <p:spPr>
          <a:xfrm>
            <a:off x="10007836" y="199158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448 branches</a:t>
            </a:r>
            <a:endParaRPr lang="en-US" sz="1030" b="0" u="none" strike="noStrike">
              <a:solidFill>
                <a:srgbClr val="000000"/>
              </a:solidFill>
              <a:effectLst/>
              <a:uFillTx/>
              <a:latin typeface="Arial"/>
            </a:endParaRPr>
          </a:p>
        </p:txBody>
      </p:sp>
      <p:sp>
        <p:nvSpPr>
          <p:cNvPr id="52" name="Text 28">
            <a:extLst>
              <a:ext uri="{FF2B5EF4-FFF2-40B4-BE49-F238E27FC236}">
                <a16:creationId xmlns:a16="http://schemas.microsoft.com/office/drawing/2014/main" id="{ADAD7073-B72C-5B98-9841-60620D4262D3}"/>
              </a:ext>
            </a:extLst>
          </p:cNvPr>
          <p:cNvSpPr/>
          <p:nvPr/>
        </p:nvSpPr>
        <p:spPr>
          <a:xfrm>
            <a:off x="10007836" y="2265906"/>
            <a:ext cx="148104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030" b="0" u="none" strike="noStrike">
                <a:solidFill>
                  <a:srgbClr val="607487"/>
                </a:solidFill>
                <a:effectLst/>
                <a:uFillTx/>
                <a:latin typeface="Inter"/>
                <a:ea typeface="Inter"/>
              </a:rPr>
              <a:t>143 generators</a:t>
            </a:r>
            <a:endParaRPr lang="en-US" sz="1030" b="0" u="none" strike="noStrike">
              <a:solidFill>
                <a:srgbClr val="000000"/>
              </a:solidFill>
              <a:effectLst/>
              <a:uFillTx/>
              <a:latin typeface="Arial"/>
            </a:endParaRPr>
          </a:p>
        </p:txBody>
      </p:sp>
      <p:sp>
        <p:nvSpPr>
          <p:cNvPr id="54" name="Text 29">
            <a:extLst>
              <a:ext uri="{FF2B5EF4-FFF2-40B4-BE49-F238E27FC236}">
                <a16:creationId xmlns:a16="http://schemas.microsoft.com/office/drawing/2014/main" id="{F8FE0234-9A05-589C-F876-8016ED5D715B}"/>
              </a:ext>
            </a:extLst>
          </p:cNvPr>
          <p:cNvSpPr/>
          <p:nvPr/>
        </p:nvSpPr>
        <p:spPr>
          <a:xfrm>
            <a:off x="598516" y="3079866"/>
            <a:ext cx="22856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400" b="1" u="none" strike="noStrike">
                <a:solidFill>
                  <a:srgbClr val="102235"/>
                </a:solidFill>
                <a:effectLst/>
                <a:uFillTx/>
                <a:latin typeface="Inter"/>
                <a:ea typeface="Inter"/>
              </a:rPr>
              <a:t>Compared against</a:t>
            </a:r>
            <a:endParaRPr lang="en-US" sz="1400" b="0" u="none" strike="noStrike">
              <a:solidFill>
                <a:srgbClr val="000000"/>
              </a:solidFill>
              <a:effectLst/>
              <a:uFillTx/>
              <a:latin typeface="Arial"/>
            </a:endParaRPr>
          </a:p>
        </p:txBody>
      </p:sp>
      <p:sp>
        <p:nvSpPr>
          <p:cNvPr id="56" name="Shape 30">
            <a:extLst>
              <a:ext uri="{FF2B5EF4-FFF2-40B4-BE49-F238E27FC236}">
                <a16:creationId xmlns:a16="http://schemas.microsoft.com/office/drawing/2014/main" id="{ACBB9021-BF31-45CB-16D7-4AD91C8ABEBE}"/>
              </a:ext>
            </a:extLst>
          </p:cNvPr>
          <p:cNvSpPr/>
          <p:nvPr/>
        </p:nvSpPr>
        <p:spPr>
          <a:xfrm>
            <a:off x="61687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 name="Text 31">
            <a:extLst>
              <a:ext uri="{FF2B5EF4-FFF2-40B4-BE49-F238E27FC236}">
                <a16:creationId xmlns:a16="http://schemas.microsoft.com/office/drawing/2014/main" id="{C12ABF92-0444-B2CA-9B68-B8877C67D87B}"/>
              </a:ext>
            </a:extLst>
          </p:cNvPr>
          <p:cNvSpPr/>
          <p:nvPr/>
        </p:nvSpPr>
        <p:spPr>
          <a:xfrm>
            <a:off x="61687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STD</a:t>
            </a:r>
            <a:endParaRPr lang="en-US" sz="1230" b="0" u="none" strike="noStrike">
              <a:solidFill>
                <a:srgbClr val="000000"/>
              </a:solidFill>
              <a:effectLst/>
              <a:uFillTx/>
              <a:latin typeface="Arial"/>
            </a:endParaRPr>
          </a:p>
        </p:txBody>
      </p:sp>
      <p:sp>
        <p:nvSpPr>
          <p:cNvPr id="60" name="Text 32">
            <a:extLst>
              <a:ext uri="{FF2B5EF4-FFF2-40B4-BE49-F238E27FC236}">
                <a16:creationId xmlns:a16="http://schemas.microsoft.com/office/drawing/2014/main" id="{99FAA927-EA60-45AB-C67D-85EA6AA9C669}"/>
              </a:ext>
            </a:extLst>
          </p:cNvPr>
          <p:cNvSpPr/>
          <p:nvPr/>
        </p:nvSpPr>
        <p:spPr>
          <a:xfrm>
            <a:off x="66259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simultaneous</a:t>
            </a:r>
            <a:endParaRPr lang="en-US" sz="880" b="0" u="none" strike="noStrike">
              <a:solidFill>
                <a:srgbClr val="000000"/>
              </a:solidFill>
              <a:effectLst/>
              <a:uFillTx/>
              <a:latin typeface="Arial"/>
            </a:endParaRPr>
          </a:p>
        </p:txBody>
      </p:sp>
      <p:sp>
        <p:nvSpPr>
          <p:cNvPr id="62" name="Shape 33">
            <a:extLst>
              <a:ext uri="{FF2B5EF4-FFF2-40B4-BE49-F238E27FC236}">
                <a16:creationId xmlns:a16="http://schemas.microsoft.com/office/drawing/2014/main" id="{A61A49DF-D0AF-898F-DC03-7768D5FA950A}"/>
              </a:ext>
            </a:extLst>
          </p:cNvPr>
          <p:cNvSpPr/>
          <p:nvPr/>
        </p:nvSpPr>
        <p:spPr>
          <a:xfrm>
            <a:off x="218971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4" name="Text 34">
            <a:extLst>
              <a:ext uri="{FF2B5EF4-FFF2-40B4-BE49-F238E27FC236}">
                <a16:creationId xmlns:a16="http://schemas.microsoft.com/office/drawing/2014/main" id="{1D250C30-60DE-F30D-F151-ADE60D8A8A90}"/>
              </a:ext>
            </a:extLst>
          </p:cNvPr>
          <p:cNvSpPr/>
          <p:nvPr/>
        </p:nvSpPr>
        <p:spPr>
          <a:xfrm>
            <a:off x="218971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PERM</a:t>
            </a:r>
            <a:endParaRPr lang="en-US" sz="1230" b="0" u="none" strike="noStrike">
              <a:solidFill>
                <a:srgbClr val="000000"/>
              </a:solidFill>
              <a:effectLst/>
              <a:uFillTx/>
              <a:latin typeface="Arial"/>
            </a:endParaRPr>
          </a:p>
        </p:txBody>
      </p:sp>
      <p:sp>
        <p:nvSpPr>
          <p:cNvPr id="66" name="Text 35">
            <a:extLst>
              <a:ext uri="{FF2B5EF4-FFF2-40B4-BE49-F238E27FC236}">
                <a16:creationId xmlns:a16="http://schemas.microsoft.com/office/drawing/2014/main" id="{ABADCA40-3FCB-9CF9-C7ED-4225CCE2A28E}"/>
              </a:ext>
            </a:extLst>
          </p:cNvPr>
          <p:cNvSpPr/>
          <p:nvPr/>
        </p:nvSpPr>
        <p:spPr>
          <a:xfrm>
            <a:off x="223543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reorder STD</a:t>
            </a:r>
            <a:endParaRPr lang="en-US" sz="880" b="0" u="none" strike="noStrike">
              <a:solidFill>
                <a:srgbClr val="000000"/>
              </a:solidFill>
              <a:effectLst/>
              <a:uFillTx/>
              <a:latin typeface="Arial"/>
            </a:endParaRPr>
          </a:p>
        </p:txBody>
      </p:sp>
      <p:sp>
        <p:nvSpPr>
          <p:cNvPr id="68" name="Shape 36">
            <a:extLst>
              <a:ext uri="{FF2B5EF4-FFF2-40B4-BE49-F238E27FC236}">
                <a16:creationId xmlns:a16="http://schemas.microsoft.com/office/drawing/2014/main" id="{54C1D629-C8FA-FBF8-68C2-FE4F107E4975}"/>
              </a:ext>
            </a:extLst>
          </p:cNvPr>
          <p:cNvSpPr/>
          <p:nvPr/>
        </p:nvSpPr>
        <p:spPr>
          <a:xfrm>
            <a:off x="376219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0" name="Text 37">
            <a:extLst>
              <a:ext uri="{FF2B5EF4-FFF2-40B4-BE49-F238E27FC236}">
                <a16:creationId xmlns:a16="http://schemas.microsoft.com/office/drawing/2014/main" id="{764C4ACA-E6AF-AA9F-9B52-C67E52B47898}"/>
              </a:ext>
            </a:extLst>
          </p:cNvPr>
          <p:cNvSpPr/>
          <p:nvPr/>
        </p:nvSpPr>
        <p:spPr>
          <a:xfrm>
            <a:off x="376219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ENUM</a:t>
            </a:r>
            <a:endParaRPr lang="en-US" sz="1230" b="0" u="none" strike="noStrike">
              <a:solidFill>
                <a:srgbClr val="000000"/>
              </a:solidFill>
              <a:effectLst/>
              <a:uFillTx/>
              <a:latin typeface="Arial"/>
            </a:endParaRPr>
          </a:p>
        </p:txBody>
      </p:sp>
      <p:sp>
        <p:nvSpPr>
          <p:cNvPr id="72" name="Text 38">
            <a:extLst>
              <a:ext uri="{FF2B5EF4-FFF2-40B4-BE49-F238E27FC236}">
                <a16:creationId xmlns:a16="http://schemas.microsoft.com/office/drawing/2014/main" id="{3372FC59-6E3E-25A9-CCD4-DD7D84BD2011}"/>
              </a:ext>
            </a:extLst>
          </p:cNvPr>
          <p:cNvSpPr/>
          <p:nvPr/>
        </p:nvSpPr>
        <p:spPr>
          <a:xfrm>
            <a:off x="380791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all orderings</a:t>
            </a:r>
            <a:endParaRPr lang="en-US" sz="880" b="0" u="none" strike="noStrike">
              <a:solidFill>
                <a:srgbClr val="000000"/>
              </a:solidFill>
              <a:effectLst/>
              <a:uFillTx/>
              <a:latin typeface="Arial"/>
            </a:endParaRPr>
          </a:p>
        </p:txBody>
      </p:sp>
      <p:sp>
        <p:nvSpPr>
          <p:cNvPr id="74" name="Shape 39">
            <a:extLst>
              <a:ext uri="{FF2B5EF4-FFF2-40B4-BE49-F238E27FC236}">
                <a16:creationId xmlns:a16="http://schemas.microsoft.com/office/drawing/2014/main" id="{E9E4D0ED-C180-0140-D4BD-C002D1C153A8}"/>
              </a:ext>
            </a:extLst>
          </p:cNvPr>
          <p:cNvSpPr/>
          <p:nvPr/>
        </p:nvSpPr>
        <p:spPr>
          <a:xfrm>
            <a:off x="533503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40">
            <a:extLst>
              <a:ext uri="{FF2B5EF4-FFF2-40B4-BE49-F238E27FC236}">
                <a16:creationId xmlns:a16="http://schemas.microsoft.com/office/drawing/2014/main" id="{A55EA3EE-5742-78AE-71CF-9BE7E7E5D9D2}"/>
              </a:ext>
            </a:extLst>
          </p:cNvPr>
          <p:cNvSpPr/>
          <p:nvPr/>
        </p:nvSpPr>
        <p:spPr>
          <a:xfrm>
            <a:off x="533503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FLOW</a:t>
            </a:r>
            <a:endParaRPr lang="en-US" sz="1230" b="0" u="none" strike="noStrike">
              <a:solidFill>
                <a:srgbClr val="000000"/>
              </a:solidFill>
              <a:effectLst/>
              <a:uFillTx/>
              <a:latin typeface="Arial"/>
            </a:endParaRPr>
          </a:p>
        </p:txBody>
      </p:sp>
      <p:sp>
        <p:nvSpPr>
          <p:cNvPr id="78" name="Text 41">
            <a:extLst>
              <a:ext uri="{FF2B5EF4-FFF2-40B4-BE49-F238E27FC236}">
                <a16:creationId xmlns:a16="http://schemas.microsoft.com/office/drawing/2014/main" id="{16FB9183-9FC9-4528-6A73-EB2E2268DDD6}"/>
              </a:ext>
            </a:extLst>
          </p:cNvPr>
          <p:cNvSpPr/>
          <p:nvPr/>
        </p:nvSpPr>
        <p:spPr>
          <a:xfrm>
            <a:off x="538075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highest flow</a:t>
            </a:r>
            <a:endParaRPr lang="en-US" sz="880" b="0" u="none" strike="noStrike">
              <a:solidFill>
                <a:srgbClr val="000000"/>
              </a:solidFill>
              <a:effectLst/>
              <a:uFillTx/>
              <a:latin typeface="Arial"/>
            </a:endParaRPr>
          </a:p>
        </p:txBody>
      </p:sp>
      <p:sp>
        <p:nvSpPr>
          <p:cNvPr id="80" name="Shape 42">
            <a:extLst>
              <a:ext uri="{FF2B5EF4-FFF2-40B4-BE49-F238E27FC236}">
                <a16:creationId xmlns:a16="http://schemas.microsoft.com/office/drawing/2014/main" id="{A8D59169-D103-00A1-A6C4-2F596AAE4B7E}"/>
              </a:ext>
            </a:extLst>
          </p:cNvPr>
          <p:cNvSpPr/>
          <p:nvPr/>
        </p:nvSpPr>
        <p:spPr>
          <a:xfrm>
            <a:off x="690787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43">
            <a:extLst>
              <a:ext uri="{FF2B5EF4-FFF2-40B4-BE49-F238E27FC236}">
                <a16:creationId xmlns:a16="http://schemas.microsoft.com/office/drawing/2014/main" id="{8AF8E792-4B8A-C9C9-622D-15B3E684E8A2}"/>
              </a:ext>
            </a:extLst>
          </p:cNvPr>
          <p:cNvSpPr/>
          <p:nvPr/>
        </p:nvSpPr>
        <p:spPr>
          <a:xfrm>
            <a:off x="690787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SHED</a:t>
            </a:r>
            <a:endParaRPr lang="en-US" sz="1230" b="0" u="none" strike="noStrike">
              <a:solidFill>
                <a:srgbClr val="000000"/>
              </a:solidFill>
              <a:effectLst/>
              <a:uFillTx/>
              <a:latin typeface="Arial"/>
            </a:endParaRPr>
          </a:p>
        </p:txBody>
      </p:sp>
      <p:sp>
        <p:nvSpPr>
          <p:cNvPr id="84" name="Text 44">
            <a:extLst>
              <a:ext uri="{FF2B5EF4-FFF2-40B4-BE49-F238E27FC236}">
                <a16:creationId xmlns:a16="http://schemas.microsoft.com/office/drawing/2014/main" id="{8F22A2B8-F435-3E6D-BDE8-2C76F9F0210B}"/>
              </a:ext>
            </a:extLst>
          </p:cNvPr>
          <p:cNvSpPr/>
          <p:nvPr/>
        </p:nvSpPr>
        <p:spPr>
          <a:xfrm>
            <a:off x="695359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largest impact</a:t>
            </a:r>
            <a:endParaRPr lang="en-US" sz="880" b="0" u="none" strike="noStrike">
              <a:solidFill>
                <a:srgbClr val="000000"/>
              </a:solidFill>
              <a:effectLst/>
              <a:uFillTx/>
              <a:latin typeface="Arial"/>
            </a:endParaRPr>
          </a:p>
        </p:txBody>
      </p:sp>
      <p:sp>
        <p:nvSpPr>
          <p:cNvPr id="86" name="Shape 45">
            <a:extLst>
              <a:ext uri="{FF2B5EF4-FFF2-40B4-BE49-F238E27FC236}">
                <a16:creationId xmlns:a16="http://schemas.microsoft.com/office/drawing/2014/main" id="{38502EE1-4C6E-B774-80A6-AEFF31DA1CB0}"/>
              </a:ext>
            </a:extLst>
          </p:cNvPr>
          <p:cNvSpPr/>
          <p:nvPr/>
        </p:nvSpPr>
        <p:spPr>
          <a:xfrm>
            <a:off x="8480716" y="3472986"/>
            <a:ext cx="1425960" cy="694440"/>
          </a:xfrm>
          <a:prstGeom prst="roundRect">
            <a:avLst>
              <a:gd name="adj" fmla="val 15789"/>
            </a:avLst>
          </a:prstGeom>
          <a:solidFill>
            <a:srgbClr val="FFFFFF"/>
          </a:solidFill>
          <a:ln w="12700">
            <a:solidFill>
              <a:srgbClr val="D9E2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46">
            <a:extLst>
              <a:ext uri="{FF2B5EF4-FFF2-40B4-BE49-F238E27FC236}">
                <a16:creationId xmlns:a16="http://schemas.microsoft.com/office/drawing/2014/main" id="{EDA3FBD1-506E-04D2-B8DD-E08A3236C7E7}"/>
              </a:ext>
            </a:extLst>
          </p:cNvPr>
          <p:cNvSpPr/>
          <p:nvPr/>
        </p:nvSpPr>
        <p:spPr>
          <a:xfrm>
            <a:off x="848071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102235"/>
                </a:solidFill>
                <a:effectLst/>
                <a:uFillTx/>
                <a:latin typeface="Inter"/>
                <a:ea typeface="Inter"/>
              </a:rPr>
              <a:t>CRIT</a:t>
            </a:r>
            <a:endParaRPr lang="en-US" sz="1230" b="0" u="none" strike="noStrike">
              <a:solidFill>
                <a:srgbClr val="000000"/>
              </a:solidFill>
              <a:effectLst/>
              <a:uFillTx/>
              <a:latin typeface="Arial"/>
            </a:endParaRPr>
          </a:p>
        </p:txBody>
      </p:sp>
      <p:sp>
        <p:nvSpPr>
          <p:cNvPr id="90" name="Text 47">
            <a:extLst>
              <a:ext uri="{FF2B5EF4-FFF2-40B4-BE49-F238E27FC236}">
                <a16:creationId xmlns:a16="http://schemas.microsoft.com/office/drawing/2014/main" id="{D9AF558A-AAB1-EE1D-E9C4-9D34646B29AE}"/>
              </a:ext>
            </a:extLst>
          </p:cNvPr>
          <p:cNvSpPr/>
          <p:nvPr/>
        </p:nvSpPr>
        <p:spPr>
          <a:xfrm>
            <a:off x="852643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criticality</a:t>
            </a:r>
            <a:endParaRPr lang="en-US" sz="880" b="0" u="none" strike="noStrike">
              <a:solidFill>
                <a:srgbClr val="000000"/>
              </a:solidFill>
              <a:effectLst/>
              <a:uFillTx/>
              <a:latin typeface="Arial"/>
            </a:endParaRPr>
          </a:p>
        </p:txBody>
      </p:sp>
      <p:sp>
        <p:nvSpPr>
          <p:cNvPr id="92" name="Shape 48">
            <a:extLst>
              <a:ext uri="{FF2B5EF4-FFF2-40B4-BE49-F238E27FC236}">
                <a16:creationId xmlns:a16="http://schemas.microsoft.com/office/drawing/2014/main" id="{95EBA110-D865-4C83-0A11-B56727BBA155}"/>
              </a:ext>
            </a:extLst>
          </p:cNvPr>
          <p:cNvSpPr/>
          <p:nvPr/>
        </p:nvSpPr>
        <p:spPr>
          <a:xfrm>
            <a:off x="10053556" y="3472986"/>
            <a:ext cx="1425960" cy="694440"/>
          </a:xfrm>
          <a:prstGeom prst="roundRect">
            <a:avLst>
              <a:gd name="adj" fmla="val 15789"/>
            </a:avLst>
          </a:prstGeom>
          <a:solidFill>
            <a:srgbClr val="FFF1E5"/>
          </a:solidFill>
          <a:ln w="12700">
            <a:solidFill>
              <a:srgbClr val="F3C3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 name="Text 49">
            <a:extLst>
              <a:ext uri="{FF2B5EF4-FFF2-40B4-BE49-F238E27FC236}">
                <a16:creationId xmlns:a16="http://schemas.microsoft.com/office/drawing/2014/main" id="{796A3286-9DC4-7D2F-8228-3B0D03CC5096}"/>
              </a:ext>
            </a:extLst>
          </p:cNvPr>
          <p:cNvSpPr/>
          <p:nvPr/>
        </p:nvSpPr>
        <p:spPr>
          <a:xfrm>
            <a:off x="10053556" y="3564426"/>
            <a:ext cx="14259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30" b="1" u="none" strike="noStrike">
                <a:solidFill>
                  <a:srgbClr val="F28C35"/>
                </a:solidFill>
                <a:effectLst/>
                <a:uFillTx/>
                <a:latin typeface="Inter"/>
                <a:ea typeface="Inter"/>
              </a:rPr>
              <a:t>SEQUIN</a:t>
            </a:r>
            <a:endParaRPr lang="en-US" sz="1230" b="0" u="none" strike="noStrike">
              <a:solidFill>
                <a:srgbClr val="000000"/>
              </a:solidFill>
              <a:effectLst/>
              <a:uFillTx/>
              <a:latin typeface="Arial"/>
            </a:endParaRPr>
          </a:p>
        </p:txBody>
      </p:sp>
      <p:sp>
        <p:nvSpPr>
          <p:cNvPr id="96" name="Text 50">
            <a:extLst>
              <a:ext uri="{FF2B5EF4-FFF2-40B4-BE49-F238E27FC236}">
                <a16:creationId xmlns:a16="http://schemas.microsoft.com/office/drawing/2014/main" id="{C6283C4F-AA2F-1012-3240-4216B64E0732}"/>
              </a:ext>
            </a:extLst>
          </p:cNvPr>
          <p:cNvSpPr/>
          <p:nvPr/>
        </p:nvSpPr>
        <p:spPr>
          <a:xfrm>
            <a:off x="10099276" y="3829746"/>
            <a:ext cx="13345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80" b="0" u="none" strike="noStrike">
                <a:solidFill>
                  <a:srgbClr val="607487"/>
                </a:solidFill>
                <a:effectLst/>
                <a:uFillTx/>
                <a:latin typeface="Inter"/>
                <a:ea typeface="Inter"/>
              </a:rPr>
              <a:t>guided</a:t>
            </a:r>
            <a:endParaRPr lang="en-US" sz="880" b="0" u="none" strike="noStrike">
              <a:solidFill>
                <a:srgbClr val="000000"/>
              </a:solidFill>
              <a:effectLst/>
              <a:uFillTx/>
              <a:latin typeface="Arial"/>
            </a:endParaRPr>
          </a:p>
        </p:txBody>
      </p:sp>
      <p:sp>
        <p:nvSpPr>
          <p:cNvPr id="97" name="Text Placeholder 4">
            <a:extLst>
              <a:ext uri="{FF2B5EF4-FFF2-40B4-BE49-F238E27FC236}">
                <a16:creationId xmlns:a16="http://schemas.microsoft.com/office/drawing/2014/main" id="{372C6AD3-A0DD-DC0A-DC30-4C3E611675DF}"/>
              </a:ext>
            </a:extLst>
          </p:cNvPr>
          <p:cNvSpPr txBox="1">
            <a:spLocks/>
          </p:cNvSpPr>
          <p:nvPr/>
        </p:nvSpPr>
        <p:spPr>
          <a:xfrm>
            <a:off x="0" y="470361"/>
            <a:ext cx="12192000" cy="978729"/>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2400" b="1" kern="1200">
                <a:gradFill>
                  <a:gsLst>
                    <a:gs pos="15000">
                      <a:schemeClr val="tx1"/>
                    </a:gs>
                    <a:gs pos="47000">
                      <a:schemeClr val="tx1"/>
                    </a:gs>
                  </a:gsLst>
                  <a:lin ang="5400000" scaled="1"/>
                </a:gradFill>
                <a:latin typeface="+mn-lt"/>
                <a:ea typeface="+mn-ea"/>
                <a:cs typeface="+mn-cs"/>
              </a:defRPr>
            </a:lvl1pPr>
            <a:lvl2pPr marL="0" indent="0" algn="l" defTabSz="914400" rtl="0" eaLnBrk="1" latinLnBrk="0" hangingPunct="1">
              <a:lnSpc>
                <a:spcPct val="90000"/>
              </a:lnSpc>
              <a:spcBef>
                <a:spcPts val="500"/>
              </a:spcBef>
              <a:buFont typeface="Arial" panose="020B0604020202020204" pitchFamily="34" charset="0"/>
              <a:buNone/>
              <a:defRPr sz="2000" kern="1200">
                <a:solidFill>
                  <a:schemeClr val="tx1">
                    <a:lumMod val="65000"/>
                    <a:lumOff val="35000"/>
                  </a:schemeClr>
                </a:solidFill>
                <a:latin typeface="+mn-lt"/>
                <a:ea typeface="+mn-ea"/>
                <a:cs typeface="+mn-cs"/>
              </a:defRPr>
            </a:lvl2pPr>
            <a:lvl3pPr marL="0" indent="0" algn="l" defTabSz="914400" rtl="0" eaLnBrk="1" latinLnBrk="0" hangingPunct="1">
              <a:lnSpc>
                <a:spcPct val="90000"/>
              </a:lnSpc>
              <a:spcBef>
                <a:spcPts val="1200"/>
              </a:spcBef>
              <a:spcAft>
                <a:spcPts val="1200"/>
              </a:spcAft>
              <a:buFont typeface="Arial" panose="020B0604020202020204" pitchFamily="34" charset="0"/>
              <a:buNone/>
              <a:defRPr sz="2000" b="1" kern="1200">
                <a:solidFill>
                  <a:schemeClr val="tx2"/>
                </a:solidFill>
                <a:latin typeface="+mn-lt"/>
                <a:ea typeface="+mn-ea"/>
                <a:cs typeface="+mn-cs"/>
              </a:defRPr>
            </a:lvl3pPr>
            <a:lvl4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1">
                    <a:lumMod val="85000"/>
                    <a:lumOff val="15000"/>
                  </a:schemeClr>
                </a:solidFill>
                <a:latin typeface="+mn-lt"/>
                <a:ea typeface="+mn-ea"/>
                <a:cs typeface="+mn-cs"/>
              </a:defRPr>
            </a:lvl4pPr>
            <a:lvl5pPr marL="0" indent="0" algn="l" defTabSz="914400" rtl="0" eaLnBrk="1" latinLnBrk="0" hangingPunct="1">
              <a:lnSpc>
                <a:spcPct val="90000"/>
              </a:lnSpc>
              <a:spcBef>
                <a:spcPts val="0"/>
              </a:spcBef>
              <a:spcAft>
                <a:spcPts val="1200"/>
              </a:spcAft>
              <a:buFont typeface="Arial" panose="020B0604020202020204" pitchFamily="34" charset="0"/>
              <a:buNone/>
              <a:defRPr sz="16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3200" dirty="0">
                <a:solidFill>
                  <a:srgbClr val="102235"/>
                </a:solidFill>
                <a:latin typeface="Inter Display"/>
                <a:ea typeface="Inter Display"/>
              </a:rPr>
              <a:t>How Did the Authors Test SEQUIN?</a:t>
            </a:r>
            <a:endParaRPr lang="en-US" sz="3200" b="0" dirty="0">
              <a:solidFill>
                <a:srgbClr val="000000"/>
              </a:solidFill>
              <a:latin typeface="Arial"/>
            </a:endParaRPr>
          </a:p>
          <a:p>
            <a:pPr algn="ctr"/>
            <a:br>
              <a:rPr lang="en-US" dirty="0"/>
            </a:br>
            <a:endParaRPr lang="en-US" dirty="0"/>
          </a:p>
        </p:txBody>
      </p:sp>
      <p:pic>
        <p:nvPicPr>
          <p:cNvPr id="100" name="Picture 99">
            <a:extLst>
              <a:ext uri="{FF2B5EF4-FFF2-40B4-BE49-F238E27FC236}">
                <a16:creationId xmlns:a16="http://schemas.microsoft.com/office/drawing/2014/main" id="{4AD7986C-744D-4DDF-7B05-9FE9BC045E5F}"/>
              </a:ext>
            </a:extLst>
          </p:cNvPr>
          <p:cNvPicPr>
            <a:picLocks noChangeAspect="1"/>
          </p:cNvPicPr>
          <p:nvPr/>
        </p:nvPicPr>
        <p:blipFill>
          <a:blip r:embed="rId2"/>
          <a:stretch/>
        </p:blipFill>
        <p:spPr>
          <a:xfrm rot="21420000">
            <a:off x="1954873" y="4444933"/>
            <a:ext cx="3530259" cy="2213568"/>
          </a:xfrm>
          <a:prstGeom prst="rect">
            <a:avLst/>
          </a:prstGeom>
        </p:spPr>
      </p:pic>
      <p:pic>
        <p:nvPicPr>
          <p:cNvPr id="102" name="Picture 101">
            <a:extLst>
              <a:ext uri="{FF2B5EF4-FFF2-40B4-BE49-F238E27FC236}">
                <a16:creationId xmlns:a16="http://schemas.microsoft.com/office/drawing/2014/main" id="{595395BC-B5AB-C705-8E18-27B5D9138908}"/>
              </a:ext>
            </a:extLst>
          </p:cNvPr>
          <p:cNvPicPr>
            <a:picLocks noChangeAspect="1"/>
          </p:cNvPicPr>
          <p:nvPr/>
        </p:nvPicPr>
        <p:blipFill>
          <a:blip r:embed="rId3"/>
          <a:stretch/>
        </p:blipFill>
        <p:spPr>
          <a:xfrm rot="180000">
            <a:off x="5517462" y="4368629"/>
            <a:ext cx="3771458" cy="2364806"/>
          </a:xfrm>
          <a:prstGeom prst="rect">
            <a:avLst/>
          </a:prstGeom>
        </p:spPr>
      </p:pic>
      <p:sp>
        <p:nvSpPr>
          <p:cNvPr id="104" name="text-3">
            <a:extLst>
              <a:ext uri="{FF2B5EF4-FFF2-40B4-BE49-F238E27FC236}">
                <a16:creationId xmlns:a16="http://schemas.microsoft.com/office/drawing/2014/main" id="{BA80C49C-9499-8964-0998-55C0D7C4C3A0}"/>
              </a:ext>
            </a:extLst>
          </p:cNvPr>
          <p:cNvSpPr>
            <a:spLocks noGrp="1"/>
          </p:cNvSpPr>
          <p:nvPr/>
        </p:nvSpPr>
        <p:spPr>
          <a:xfrm>
            <a:off x="1516692" y="6284342"/>
            <a:ext cx="3911030" cy="1284236"/>
          </a:xfrm>
          <a:prstGeom prst="rect">
            <a:avLst/>
          </a:prstGeom>
          <a:noFill/>
          <a:ln w="0">
            <a:noFill/>
            <a:prstDash val="solid"/>
          </a:ln>
        </p:spPr>
        <p:txBody>
          <a:bodyPr wrap="square" lIns="0" tIns="0" rIns="0" bIns="0" anchor="t">
            <a:noAutofit/>
          </a:bodyPr>
          <a:lstStyle>
            <a:defPPr algn="l">
              <a:defRPr sz="5625" b="1">
                <a:solidFill>
                  <a:srgbClr val="244BD6"/>
                </a:solidFill>
                <a:latin typeface="Nimbus Sans"/>
                <a:ea typeface="Nimbus Sans"/>
                <a:cs typeface="Nimbus Sans"/>
              </a:defRPr>
            </a:defPPr>
            <a:lvl1pPr algn="l">
              <a:defRPr sz="5625" b="1">
                <a:solidFill>
                  <a:srgbClr val="244BD6"/>
                </a:solidFill>
                <a:latin typeface="Nimbus Sans"/>
                <a:ea typeface="Nimbus Sans"/>
                <a:cs typeface="Nimbus Sans"/>
              </a:defRPr>
            </a:lvl1pPr>
            <a:lvl2pPr algn="l">
              <a:defRPr sz="5625" b="1">
                <a:solidFill>
                  <a:srgbClr val="244BD6"/>
                </a:solidFill>
                <a:latin typeface="Nimbus Sans"/>
                <a:ea typeface="Nimbus Sans"/>
                <a:cs typeface="Nimbus Sans"/>
              </a:defRPr>
            </a:lvl2pPr>
            <a:lvl3pPr algn="l">
              <a:defRPr sz="5625" b="1">
                <a:solidFill>
                  <a:srgbClr val="244BD6"/>
                </a:solidFill>
                <a:latin typeface="Nimbus Sans"/>
                <a:ea typeface="Nimbus Sans"/>
                <a:cs typeface="Nimbus Sans"/>
              </a:defRPr>
            </a:lvl3pPr>
            <a:lvl4pPr algn="l">
              <a:defRPr sz="5625" b="1">
                <a:solidFill>
                  <a:srgbClr val="244BD6"/>
                </a:solidFill>
                <a:latin typeface="Nimbus Sans"/>
                <a:ea typeface="Nimbus Sans"/>
                <a:cs typeface="Nimbus Sans"/>
              </a:defRPr>
            </a:lvl4pPr>
            <a:lvl5pPr algn="l">
              <a:defRPr sz="5625" b="1">
                <a:solidFill>
                  <a:srgbClr val="244BD6"/>
                </a:solidFill>
                <a:latin typeface="Nimbus Sans"/>
                <a:ea typeface="Nimbus Sans"/>
                <a:cs typeface="Nimbus Sans"/>
              </a:defRPr>
            </a:lvl5pPr>
            <a:lvl6pPr algn="l">
              <a:defRPr sz="5625" b="1">
                <a:solidFill>
                  <a:srgbClr val="244BD6"/>
                </a:solidFill>
                <a:latin typeface="Nimbus Sans"/>
                <a:ea typeface="Nimbus Sans"/>
                <a:cs typeface="Nimbus Sans"/>
              </a:defRPr>
            </a:lvl6pPr>
            <a:lvl7pPr algn="l">
              <a:defRPr sz="5625" b="1">
                <a:solidFill>
                  <a:srgbClr val="244BD6"/>
                </a:solidFill>
                <a:latin typeface="Nimbus Sans"/>
                <a:ea typeface="Nimbus Sans"/>
                <a:cs typeface="Nimbus Sans"/>
              </a:defRPr>
            </a:lvl7pPr>
            <a:lvl8pPr algn="l">
              <a:defRPr sz="5625" b="1">
                <a:solidFill>
                  <a:srgbClr val="244BD6"/>
                </a:solidFill>
                <a:latin typeface="Nimbus Sans"/>
                <a:ea typeface="Nimbus Sans"/>
                <a:cs typeface="Nimbus Sans"/>
              </a:defRPr>
            </a:lvl8pPr>
            <a:lvl9pPr algn="l">
              <a:defRPr sz="5625" b="1">
                <a:solidFill>
                  <a:srgbClr val="244BD6"/>
                </a:solidFill>
                <a:latin typeface="Nimbus Sans"/>
                <a:ea typeface="Nimbus Sans"/>
                <a:cs typeface="Nimbus Sans"/>
              </a:defRPr>
            </a:lvl9pPr>
          </a:lstStyle>
          <a:p>
            <a:pPr algn="l">
              <a:defRPr sz="5625" b="1">
                <a:solidFill>
                  <a:srgbClr val="244BD6"/>
                </a:solidFill>
                <a:latin typeface="Nimbus Sans"/>
                <a:ea typeface="Nimbus Sans"/>
                <a:cs typeface="Nimbus Sans"/>
              </a:defRPr>
            </a:pPr>
            <a:r>
              <a:rPr sz="3200" b="1" dirty="0">
                <a:solidFill>
                  <a:srgbClr val="244BD6"/>
                </a:solidFill>
                <a:latin typeface="Nimbus Sans"/>
                <a:ea typeface="Nimbus Sans"/>
                <a:cs typeface="Nimbus Sans"/>
              </a:rPr>
              <a:t>+19.3%</a:t>
            </a:r>
          </a:p>
        </p:txBody>
      </p:sp>
      <p:sp>
        <p:nvSpPr>
          <p:cNvPr id="106" name="text-4">
            <a:extLst>
              <a:ext uri="{FF2B5EF4-FFF2-40B4-BE49-F238E27FC236}">
                <a16:creationId xmlns:a16="http://schemas.microsoft.com/office/drawing/2014/main" id="{813FD9FF-EA31-C3F7-C35E-5493C133FEB8}"/>
              </a:ext>
            </a:extLst>
          </p:cNvPr>
          <p:cNvSpPr>
            <a:spLocks noGrp="1"/>
          </p:cNvSpPr>
          <p:nvPr/>
        </p:nvSpPr>
        <p:spPr>
          <a:xfrm>
            <a:off x="822512" y="4969552"/>
            <a:ext cx="4128309" cy="649174"/>
          </a:xfrm>
          <a:prstGeom prst="rect">
            <a:avLst/>
          </a:prstGeom>
          <a:noFill/>
          <a:ln w="0">
            <a:noFill/>
            <a:prstDash val="solid"/>
          </a:ln>
        </p:spPr>
        <p:txBody>
          <a:bodyPr wrap="square" lIns="0" tIns="0" rIns="0" bIns="0" anchor="t">
            <a:noAutofit/>
          </a:bodyPr>
          <a:lstStyle>
            <a:defPPr algn="l">
              <a:defRPr sz="2100" b="0">
                <a:solidFill>
                  <a:srgbClr val="20252A"/>
                </a:solidFill>
                <a:latin typeface="Nimbus Sans"/>
                <a:ea typeface="Nimbus Sans"/>
                <a:cs typeface="Nimbus Sans"/>
              </a:defRPr>
            </a:defPPr>
            <a:lvl1pPr algn="l">
              <a:defRPr sz="2100" b="0">
                <a:solidFill>
                  <a:srgbClr val="20252A"/>
                </a:solidFill>
                <a:latin typeface="Nimbus Sans"/>
                <a:ea typeface="Nimbus Sans"/>
                <a:cs typeface="Nimbus Sans"/>
              </a:defRPr>
            </a:lvl1pPr>
            <a:lvl2pPr algn="l">
              <a:defRPr sz="2100" b="0">
                <a:solidFill>
                  <a:srgbClr val="20252A"/>
                </a:solidFill>
                <a:latin typeface="Nimbus Sans"/>
                <a:ea typeface="Nimbus Sans"/>
                <a:cs typeface="Nimbus Sans"/>
              </a:defRPr>
            </a:lvl2pPr>
            <a:lvl3pPr algn="l">
              <a:defRPr sz="2100" b="0">
                <a:solidFill>
                  <a:srgbClr val="20252A"/>
                </a:solidFill>
                <a:latin typeface="Nimbus Sans"/>
                <a:ea typeface="Nimbus Sans"/>
                <a:cs typeface="Nimbus Sans"/>
              </a:defRPr>
            </a:lvl3pPr>
            <a:lvl4pPr algn="l">
              <a:defRPr sz="2100" b="0">
                <a:solidFill>
                  <a:srgbClr val="20252A"/>
                </a:solidFill>
                <a:latin typeface="Nimbus Sans"/>
                <a:ea typeface="Nimbus Sans"/>
                <a:cs typeface="Nimbus Sans"/>
              </a:defRPr>
            </a:lvl4pPr>
            <a:lvl5pPr algn="l">
              <a:defRPr sz="2100" b="0">
                <a:solidFill>
                  <a:srgbClr val="20252A"/>
                </a:solidFill>
                <a:latin typeface="Nimbus Sans"/>
                <a:ea typeface="Nimbus Sans"/>
                <a:cs typeface="Nimbus Sans"/>
              </a:defRPr>
            </a:lvl5pPr>
            <a:lvl6pPr algn="l">
              <a:defRPr sz="2100" b="0">
                <a:solidFill>
                  <a:srgbClr val="20252A"/>
                </a:solidFill>
                <a:latin typeface="Nimbus Sans"/>
                <a:ea typeface="Nimbus Sans"/>
                <a:cs typeface="Nimbus Sans"/>
              </a:defRPr>
            </a:lvl6pPr>
            <a:lvl7pPr algn="l">
              <a:defRPr sz="2100" b="0">
                <a:solidFill>
                  <a:srgbClr val="20252A"/>
                </a:solidFill>
                <a:latin typeface="Nimbus Sans"/>
                <a:ea typeface="Nimbus Sans"/>
                <a:cs typeface="Nimbus Sans"/>
              </a:defRPr>
            </a:lvl7pPr>
            <a:lvl8pPr algn="l">
              <a:defRPr sz="2100" b="0">
                <a:solidFill>
                  <a:srgbClr val="20252A"/>
                </a:solidFill>
                <a:latin typeface="Nimbus Sans"/>
                <a:ea typeface="Nimbus Sans"/>
                <a:cs typeface="Nimbus Sans"/>
              </a:defRPr>
            </a:lvl8pPr>
            <a:lvl9pPr algn="l">
              <a:defRPr sz="2100" b="0">
                <a:solidFill>
                  <a:srgbClr val="20252A"/>
                </a:solidFill>
                <a:latin typeface="Nimbus Sans"/>
                <a:ea typeface="Nimbus Sans"/>
                <a:cs typeface="Nimbus Sans"/>
              </a:defRPr>
            </a:lvl9pPr>
          </a:lstStyle>
          <a:p>
            <a:pPr algn="l">
              <a:defRPr sz="2100" b="0">
                <a:solidFill>
                  <a:srgbClr val="20252A"/>
                </a:solidFill>
                <a:latin typeface="Nimbus Sans"/>
                <a:ea typeface="Nimbus Sans"/>
                <a:cs typeface="Nimbus Sans"/>
              </a:defRPr>
            </a:pPr>
            <a:r>
              <a:rPr sz="2000" b="1" dirty="0">
                <a:solidFill>
                  <a:srgbClr val="20252A"/>
                </a:solidFill>
                <a:latin typeface="Nimbus Sans"/>
                <a:ea typeface="Nimbus Sans"/>
                <a:cs typeface="Nimbus Sans"/>
              </a:rPr>
              <a:t>Case39: </a:t>
            </a:r>
            <a:endParaRPr lang="en-US" sz="2000" b="1" dirty="0">
              <a:solidFill>
                <a:srgbClr val="20252A"/>
              </a:solidFill>
              <a:latin typeface="Nimbus Sans"/>
              <a:ea typeface="Nimbus Sans"/>
              <a:cs typeface="Nimbus Sans"/>
            </a:endParaRPr>
          </a:p>
          <a:p>
            <a:pPr algn="l">
              <a:defRPr sz="2100" b="0">
                <a:solidFill>
                  <a:srgbClr val="20252A"/>
                </a:solidFill>
                <a:latin typeface="Nimbus Sans"/>
                <a:ea typeface="Nimbus Sans"/>
                <a:cs typeface="Nimbus Sans"/>
              </a:defRPr>
            </a:pPr>
            <a:r>
              <a:rPr sz="2000" b="1" dirty="0">
                <a:solidFill>
                  <a:srgbClr val="20252A"/>
                </a:solidFill>
                <a:latin typeface="Nimbus Sans"/>
                <a:ea typeface="Nimbus Sans"/>
                <a:cs typeface="Nimbus Sans"/>
              </a:rPr>
              <a:t>best ENUM </a:t>
            </a:r>
            <a:endParaRPr lang="en-US" sz="2000" b="1" dirty="0">
              <a:solidFill>
                <a:srgbClr val="20252A"/>
              </a:solidFill>
              <a:latin typeface="Nimbus Sans"/>
              <a:ea typeface="Nimbus Sans"/>
              <a:cs typeface="Nimbus Sans"/>
            </a:endParaRPr>
          </a:p>
          <a:p>
            <a:pPr algn="l">
              <a:defRPr sz="2100" b="0">
                <a:solidFill>
                  <a:srgbClr val="20252A"/>
                </a:solidFill>
                <a:latin typeface="Nimbus Sans"/>
                <a:ea typeface="Nimbus Sans"/>
                <a:cs typeface="Nimbus Sans"/>
              </a:defRPr>
            </a:pPr>
            <a:r>
              <a:rPr sz="2000" b="1" dirty="0">
                <a:solidFill>
                  <a:srgbClr val="20252A"/>
                </a:solidFill>
                <a:latin typeface="Nimbus Sans"/>
                <a:ea typeface="Nimbus Sans"/>
                <a:cs typeface="Nimbus Sans"/>
              </a:rPr>
              <a:t>above STD</a:t>
            </a:r>
          </a:p>
        </p:txBody>
      </p:sp>
      <p:sp>
        <p:nvSpPr>
          <p:cNvPr id="114" name="text-4">
            <a:extLst>
              <a:ext uri="{FF2B5EF4-FFF2-40B4-BE49-F238E27FC236}">
                <a16:creationId xmlns:a16="http://schemas.microsoft.com/office/drawing/2014/main" id="{9E13ED1E-5106-CD2A-E387-B6AE66EDEA0B}"/>
              </a:ext>
            </a:extLst>
          </p:cNvPr>
          <p:cNvSpPr>
            <a:spLocks noGrp="1"/>
          </p:cNvSpPr>
          <p:nvPr/>
        </p:nvSpPr>
        <p:spPr>
          <a:xfrm>
            <a:off x="9534161" y="5034595"/>
            <a:ext cx="1835327" cy="649174"/>
          </a:xfrm>
          <a:prstGeom prst="rect">
            <a:avLst/>
          </a:prstGeom>
          <a:noFill/>
          <a:ln w="0">
            <a:noFill/>
            <a:prstDash val="solid"/>
          </a:ln>
        </p:spPr>
        <p:txBody>
          <a:bodyPr wrap="square" lIns="0" tIns="0" rIns="0" bIns="0" anchor="t">
            <a:noAutofit/>
          </a:bodyPr>
          <a:lstStyle>
            <a:defPPr algn="l">
              <a:defRPr sz="2100" b="0">
                <a:solidFill>
                  <a:srgbClr val="20252A"/>
                </a:solidFill>
                <a:latin typeface="Nimbus Sans"/>
                <a:ea typeface="Nimbus Sans"/>
                <a:cs typeface="Nimbus Sans"/>
              </a:defRPr>
            </a:defPPr>
            <a:lvl1pPr algn="l">
              <a:defRPr sz="2100" b="0">
                <a:solidFill>
                  <a:srgbClr val="20252A"/>
                </a:solidFill>
                <a:latin typeface="Nimbus Sans"/>
                <a:ea typeface="Nimbus Sans"/>
                <a:cs typeface="Nimbus Sans"/>
              </a:defRPr>
            </a:lvl1pPr>
            <a:lvl2pPr algn="l">
              <a:defRPr sz="2100" b="0">
                <a:solidFill>
                  <a:srgbClr val="20252A"/>
                </a:solidFill>
                <a:latin typeface="Nimbus Sans"/>
                <a:ea typeface="Nimbus Sans"/>
                <a:cs typeface="Nimbus Sans"/>
              </a:defRPr>
            </a:lvl2pPr>
            <a:lvl3pPr algn="l">
              <a:defRPr sz="2100" b="0">
                <a:solidFill>
                  <a:srgbClr val="20252A"/>
                </a:solidFill>
                <a:latin typeface="Nimbus Sans"/>
                <a:ea typeface="Nimbus Sans"/>
                <a:cs typeface="Nimbus Sans"/>
              </a:defRPr>
            </a:lvl3pPr>
            <a:lvl4pPr algn="l">
              <a:defRPr sz="2100" b="0">
                <a:solidFill>
                  <a:srgbClr val="20252A"/>
                </a:solidFill>
                <a:latin typeface="Nimbus Sans"/>
                <a:ea typeface="Nimbus Sans"/>
                <a:cs typeface="Nimbus Sans"/>
              </a:defRPr>
            </a:lvl4pPr>
            <a:lvl5pPr algn="l">
              <a:defRPr sz="2100" b="0">
                <a:solidFill>
                  <a:srgbClr val="20252A"/>
                </a:solidFill>
                <a:latin typeface="Nimbus Sans"/>
                <a:ea typeface="Nimbus Sans"/>
                <a:cs typeface="Nimbus Sans"/>
              </a:defRPr>
            </a:lvl5pPr>
            <a:lvl6pPr algn="l">
              <a:defRPr sz="2100" b="0">
                <a:solidFill>
                  <a:srgbClr val="20252A"/>
                </a:solidFill>
                <a:latin typeface="Nimbus Sans"/>
                <a:ea typeface="Nimbus Sans"/>
                <a:cs typeface="Nimbus Sans"/>
              </a:defRPr>
            </a:lvl6pPr>
            <a:lvl7pPr algn="l">
              <a:defRPr sz="2100" b="0">
                <a:solidFill>
                  <a:srgbClr val="20252A"/>
                </a:solidFill>
                <a:latin typeface="Nimbus Sans"/>
                <a:ea typeface="Nimbus Sans"/>
                <a:cs typeface="Nimbus Sans"/>
              </a:defRPr>
            </a:lvl7pPr>
            <a:lvl8pPr algn="l">
              <a:defRPr sz="2100" b="0">
                <a:solidFill>
                  <a:srgbClr val="20252A"/>
                </a:solidFill>
                <a:latin typeface="Nimbus Sans"/>
                <a:ea typeface="Nimbus Sans"/>
                <a:cs typeface="Nimbus Sans"/>
              </a:defRPr>
            </a:lvl8pPr>
            <a:lvl9pPr algn="l">
              <a:defRPr sz="2100" b="0">
                <a:solidFill>
                  <a:srgbClr val="20252A"/>
                </a:solidFill>
                <a:latin typeface="Nimbus Sans"/>
                <a:ea typeface="Nimbus Sans"/>
                <a:cs typeface="Nimbus Sans"/>
              </a:defRPr>
            </a:lvl9pPr>
          </a:lstStyle>
          <a:p>
            <a:pPr algn="l">
              <a:defRPr sz="2100" b="0">
                <a:solidFill>
                  <a:srgbClr val="20252A"/>
                </a:solidFill>
                <a:latin typeface="Nimbus Sans"/>
                <a:ea typeface="Nimbus Sans"/>
                <a:cs typeface="Nimbus Sans"/>
              </a:defRPr>
            </a:pPr>
            <a:r>
              <a:rPr lang="en-US" sz="2000" b="1" dirty="0">
                <a:solidFill>
                  <a:srgbClr val="20252A"/>
                </a:solidFill>
                <a:latin typeface="Nimbus Sans"/>
                <a:ea typeface="Nimbus Sans"/>
                <a:cs typeface="Nimbus Sans"/>
              </a:rPr>
              <a:t>Case118: best PERM </a:t>
            </a:r>
          </a:p>
          <a:p>
            <a:pPr algn="l">
              <a:defRPr sz="2100" b="0">
                <a:solidFill>
                  <a:srgbClr val="20252A"/>
                </a:solidFill>
                <a:latin typeface="Nimbus Sans"/>
                <a:ea typeface="Nimbus Sans"/>
                <a:cs typeface="Nimbus Sans"/>
              </a:defRPr>
            </a:pPr>
            <a:r>
              <a:rPr lang="en-US" sz="2000" b="1" dirty="0">
                <a:solidFill>
                  <a:srgbClr val="20252A"/>
                </a:solidFill>
                <a:latin typeface="Nimbus Sans"/>
                <a:ea typeface="Nimbus Sans"/>
                <a:cs typeface="Nimbus Sans"/>
              </a:rPr>
              <a:t>above STD</a:t>
            </a:r>
          </a:p>
        </p:txBody>
      </p:sp>
      <p:sp>
        <p:nvSpPr>
          <p:cNvPr id="116" name="text-5">
            <a:extLst>
              <a:ext uri="{FF2B5EF4-FFF2-40B4-BE49-F238E27FC236}">
                <a16:creationId xmlns:a16="http://schemas.microsoft.com/office/drawing/2014/main" id="{2068E6BB-5CD1-4739-4EAE-F26C4BD8D2CF}"/>
              </a:ext>
            </a:extLst>
          </p:cNvPr>
          <p:cNvSpPr>
            <a:spLocks noGrp="1"/>
          </p:cNvSpPr>
          <p:nvPr/>
        </p:nvSpPr>
        <p:spPr>
          <a:xfrm>
            <a:off x="9632356" y="6275616"/>
            <a:ext cx="4552950" cy="800100"/>
          </a:xfrm>
          <a:prstGeom prst="rect">
            <a:avLst/>
          </a:prstGeom>
          <a:noFill/>
          <a:ln w="0">
            <a:noFill/>
            <a:prstDash val="solid"/>
          </a:ln>
        </p:spPr>
        <p:txBody>
          <a:bodyPr wrap="square" lIns="0" tIns="0" rIns="0" bIns="0" anchor="t">
            <a:noAutofit/>
          </a:bodyPr>
          <a:lstStyle>
            <a:defPPr algn="l">
              <a:defRPr sz="5100" b="1">
                <a:solidFill>
                  <a:srgbClr val="D8533F"/>
                </a:solidFill>
                <a:latin typeface="Nimbus Sans"/>
                <a:ea typeface="Nimbus Sans"/>
                <a:cs typeface="Nimbus Sans"/>
              </a:defRPr>
            </a:defPPr>
            <a:lvl1pPr algn="l">
              <a:defRPr sz="5100" b="1">
                <a:solidFill>
                  <a:srgbClr val="D8533F"/>
                </a:solidFill>
                <a:latin typeface="Nimbus Sans"/>
                <a:ea typeface="Nimbus Sans"/>
                <a:cs typeface="Nimbus Sans"/>
              </a:defRPr>
            </a:lvl1pPr>
            <a:lvl2pPr algn="l">
              <a:defRPr sz="5100" b="1">
                <a:solidFill>
                  <a:srgbClr val="D8533F"/>
                </a:solidFill>
                <a:latin typeface="Nimbus Sans"/>
                <a:ea typeface="Nimbus Sans"/>
                <a:cs typeface="Nimbus Sans"/>
              </a:defRPr>
            </a:lvl2pPr>
            <a:lvl3pPr algn="l">
              <a:defRPr sz="5100" b="1">
                <a:solidFill>
                  <a:srgbClr val="D8533F"/>
                </a:solidFill>
                <a:latin typeface="Nimbus Sans"/>
                <a:ea typeface="Nimbus Sans"/>
                <a:cs typeface="Nimbus Sans"/>
              </a:defRPr>
            </a:lvl3pPr>
            <a:lvl4pPr algn="l">
              <a:defRPr sz="5100" b="1">
                <a:solidFill>
                  <a:srgbClr val="D8533F"/>
                </a:solidFill>
                <a:latin typeface="Nimbus Sans"/>
                <a:ea typeface="Nimbus Sans"/>
                <a:cs typeface="Nimbus Sans"/>
              </a:defRPr>
            </a:lvl4pPr>
            <a:lvl5pPr algn="l">
              <a:defRPr sz="5100" b="1">
                <a:solidFill>
                  <a:srgbClr val="D8533F"/>
                </a:solidFill>
                <a:latin typeface="Nimbus Sans"/>
                <a:ea typeface="Nimbus Sans"/>
                <a:cs typeface="Nimbus Sans"/>
              </a:defRPr>
            </a:lvl5pPr>
            <a:lvl6pPr algn="l">
              <a:defRPr sz="5100" b="1">
                <a:solidFill>
                  <a:srgbClr val="D8533F"/>
                </a:solidFill>
                <a:latin typeface="Nimbus Sans"/>
                <a:ea typeface="Nimbus Sans"/>
                <a:cs typeface="Nimbus Sans"/>
              </a:defRPr>
            </a:lvl6pPr>
            <a:lvl7pPr algn="l">
              <a:defRPr sz="5100" b="1">
                <a:solidFill>
                  <a:srgbClr val="D8533F"/>
                </a:solidFill>
                <a:latin typeface="Nimbus Sans"/>
                <a:ea typeface="Nimbus Sans"/>
                <a:cs typeface="Nimbus Sans"/>
              </a:defRPr>
            </a:lvl7pPr>
            <a:lvl8pPr algn="l">
              <a:defRPr sz="5100" b="1">
                <a:solidFill>
                  <a:srgbClr val="D8533F"/>
                </a:solidFill>
                <a:latin typeface="Nimbus Sans"/>
                <a:ea typeface="Nimbus Sans"/>
                <a:cs typeface="Nimbus Sans"/>
              </a:defRPr>
            </a:lvl8pPr>
            <a:lvl9pPr algn="l">
              <a:defRPr sz="5100" b="1">
                <a:solidFill>
                  <a:srgbClr val="D8533F"/>
                </a:solidFill>
                <a:latin typeface="Nimbus Sans"/>
                <a:ea typeface="Nimbus Sans"/>
                <a:cs typeface="Nimbus Sans"/>
              </a:defRPr>
            </a:lvl9pPr>
          </a:lstStyle>
          <a:p>
            <a:pPr algn="l">
              <a:defRPr sz="5100" b="1">
                <a:solidFill>
                  <a:srgbClr val="D8533F"/>
                </a:solidFill>
                <a:latin typeface="Nimbus Sans"/>
                <a:ea typeface="Nimbus Sans"/>
                <a:cs typeface="Nimbus Sans"/>
              </a:defRPr>
            </a:pPr>
            <a:r>
              <a:rPr sz="3200" b="1" dirty="0">
                <a:solidFill>
                  <a:srgbClr val="D8533F"/>
                </a:solidFill>
                <a:latin typeface="Nimbus Sans"/>
                <a:ea typeface="Nimbus Sans"/>
                <a:cs typeface="Nimbus Sans"/>
              </a:rPr>
              <a:t>+47%</a:t>
            </a:r>
          </a:p>
        </p:txBody>
      </p:sp>
      <p:sp>
        <p:nvSpPr>
          <p:cNvPr id="119" name="Freeform: Shape 118">
            <a:extLst>
              <a:ext uri="{FF2B5EF4-FFF2-40B4-BE49-F238E27FC236}">
                <a16:creationId xmlns:a16="http://schemas.microsoft.com/office/drawing/2014/main" id="{4A896666-5C85-6E3F-6E19-B054BD4A4776}"/>
              </a:ext>
            </a:extLst>
          </p:cNvPr>
          <p:cNvSpPr>
            <a:spLocks noChangeAspect="1"/>
          </p:cNvSpPr>
          <p:nvPr/>
        </p:nvSpPr>
        <p:spPr>
          <a:xfrm>
            <a:off x="-360433" y="-2572041"/>
            <a:ext cx="3654898" cy="3654898"/>
          </a:xfrm>
          <a:custGeom>
            <a:avLst/>
            <a:gdLst>
              <a:gd name="connsiteX0" fmla="*/ 244064 w 488128"/>
              <a:gd name="connsiteY0" fmla="*/ 0 h 488128"/>
              <a:gd name="connsiteX1" fmla="*/ 488128 w 488128"/>
              <a:gd name="connsiteY1" fmla="*/ 244064 h 488128"/>
              <a:gd name="connsiteX2" fmla="*/ 244064 w 488128"/>
              <a:gd name="connsiteY2" fmla="*/ 488128 h 488128"/>
              <a:gd name="connsiteX3" fmla="*/ 0 w 488128"/>
              <a:gd name="connsiteY3" fmla="*/ 244064 h 488128"/>
              <a:gd name="connsiteX4" fmla="*/ 244064 w 488128"/>
              <a:gd name="connsiteY4" fmla="*/ 0 h 488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128" h="488128">
                <a:moveTo>
                  <a:pt x="244064" y="0"/>
                </a:moveTo>
                <a:cubicBezTo>
                  <a:pt x="378857" y="0"/>
                  <a:pt x="488128" y="109271"/>
                  <a:pt x="488128" y="244064"/>
                </a:cubicBezTo>
                <a:cubicBezTo>
                  <a:pt x="488128" y="378857"/>
                  <a:pt x="378857" y="488128"/>
                  <a:pt x="244064" y="488128"/>
                </a:cubicBezTo>
                <a:cubicBezTo>
                  <a:pt x="109271" y="488128"/>
                  <a:pt x="0" y="378857"/>
                  <a:pt x="0" y="244064"/>
                </a:cubicBezTo>
                <a:cubicBezTo>
                  <a:pt x="0" y="109271"/>
                  <a:pt x="109271" y="0"/>
                  <a:pt x="24406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ysClr val="windowText" lastClr="000000"/>
              </a:solidFill>
              <a:effectLst/>
              <a:uLnTx/>
              <a:uFillTx/>
            </a:endParaRPr>
          </a:p>
        </p:txBody>
      </p:sp>
      <p:sp>
        <p:nvSpPr>
          <p:cNvPr id="120" name="Title 31">
            <a:extLst>
              <a:ext uri="{FF2B5EF4-FFF2-40B4-BE49-F238E27FC236}">
                <a16:creationId xmlns:a16="http://schemas.microsoft.com/office/drawing/2014/main" id="{8F1948B2-6155-4420-5484-51B0FD4B7954}"/>
              </a:ext>
            </a:extLst>
          </p:cNvPr>
          <p:cNvSpPr txBox="1">
            <a:spLocks/>
          </p:cNvSpPr>
          <p:nvPr/>
        </p:nvSpPr>
        <p:spPr>
          <a:xfrm>
            <a:off x="431384" y="237547"/>
            <a:ext cx="4083304" cy="1357295"/>
          </a:xfrm>
          <a:prstGeom prst="rect">
            <a:avLst/>
          </a:prstGeom>
        </p:spPr>
        <p:txBody>
          <a:bodyPr/>
          <a:lstStyle>
            <a:lvl1pPr algn="l" defTabSz="914400" rtl="0" eaLnBrk="1" latinLnBrk="0" hangingPunct="1">
              <a:lnSpc>
                <a:spcPct val="90000"/>
              </a:lnSpc>
              <a:spcBef>
                <a:spcPct val="0"/>
              </a:spcBef>
              <a:buNone/>
              <a:defRPr lang="en-US" sz="3600" b="0" i="0" kern="1200" spc="300" dirty="0">
                <a:gradFill>
                  <a:gsLst>
                    <a:gs pos="15000">
                      <a:schemeClr val="tx1"/>
                    </a:gs>
                    <a:gs pos="47000">
                      <a:schemeClr val="tx1"/>
                    </a:gs>
                  </a:gsLst>
                  <a:lin ang="5400000" scaled="1"/>
                </a:gradFill>
                <a:latin typeface="Segoe UI Semibold" panose="020B0702040204020203" pitchFamily="34" charset="0"/>
                <a:ea typeface="+mn-ea"/>
                <a:cs typeface="Segoe UI Semibold" panose="020B0702040204020203" pitchFamily="34" charset="0"/>
              </a:defRPr>
            </a:lvl1pPr>
          </a:lstStyle>
          <a:p>
            <a:r>
              <a:rPr lang="en-IN" b="1" dirty="0">
                <a:gradFill>
                  <a:gsLst>
                    <a:gs pos="15000">
                      <a:schemeClr val="bg1"/>
                    </a:gs>
                    <a:gs pos="47000">
                      <a:schemeClr val="bg1"/>
                    </a:gs>
                  </a:gsLst>
                  <a:lin ang="5400000" scaled="1"/>
                </a:gradFill>
              </a:rPr>
              <a:t>SEQUIN</a:t>
            </a:r>
          </a:p>
        </p:txBody>
      </p:sp>
    </p:spTree>
    <p:extLst>
      <p:ext uri="{BB962C8B-B14F-4D97-AF65-F5344CB8AC3E}">
        <p14:creationId xmlns:p14="http://schemas.microsoft.com/office/powerpoint/2010/main" val="4015484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120"/>
                                        </p:tgtEl>
                                        <p:attrNameLst>
                                          <p:attrName>style.visibility</p:attrName>
                                        </p:attrNameLst>
                                      </p:cBhvr>
                                      <p:to>
                                        <p:strVal val="visible"/>
                                      </p:to>
                                    </p:set>
                                    <p:anim calcmode="lin" valueType="num">
                                      <p:cBhvr additive="base">
                                        <p:cTn id="7" dur="500" fill="hold"/>
                                        <p:tgtEl>
                                          <p:spTgt spid="120"/>
                                        </p:tgtEl>
                                        <p:attrNameLst>
                                          <p:attrName>ppt_x</p:attrName>
                                        </p:attrNameLst>
                                      </p:cBhvr>
                                      <p:tavLst>
                                        <p:tav tm="0">
                                          <p:val>
                                            <p:strVal val="#ppt_x"/>
                                          </p:val>
                                        </p:tav>
                                        <p:tav tm="100000">
                                          <p:val>
                                            <p:strVal val="#ppt_x"/>
                                          </p:val>
                                        </p:tav>
                                      </p:tavLst>
                                    </p:anim>
                                    <p:anim calcmode="lin" valueType="num">
                                      <p:cBhvr additive="base">
                                        <p:cTn id="8" dur="500" fill="hold"/>
                                        <p:tgtEl>
                                          <p:spTgt spid="12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B695-EED9-A6E8-5ACA-CAC7C3A2918B}"/>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2B167ED7-77A7-B334-5056-4132F44C6179}"/>
              </a:ext>
            </a:extLst>
          </p:cNvPr>
          <p:cNvSpPr>
            <a:spLocks noGrp="1"/>
          </p:cNvSpPr>
          <p:nvPr>
            <p:ph type="title"/>
          </p:nvPr>
        </p:nvSpPr>
        <p:spPr>
          <a:xfrm>
            <a:off x="197376" y="156111"/>
            <a:ext cx="2676260" cy="978729"/>
          </a:xfrm>
        </p:spPr>
        <p:txBody>
          <a:bodyPr/>
          <a:lstStyle/>
          <a:p>
            <a:r>
              <a:rPr lang="en-US" dirty="0"/>
              <a:t>Reproduction</a:t>
            </a:r>
          </a:p>
        </p:txBody>
      </p:sp>
      <p:sp>
        <p:nvSpPr>
          <p:cNvPr id="6" name="Text Placeholder 5">
            <a:extLst>
              <a:ext uri="{FF2B5EF4-FFF2-40B4-BE49-F238E27FC236}">
                <a16:creationId xmlns:a16="http://schemas.microsoft.com/office/drawing/2014/main" id="{36BD04E7-DEAE-AC76-0F4D-8AD8D0B1BBC9}"/>
              </a:ext>
            </a:extLst>
          </p:cNvPr>
          <p:cNvSpPr>
            <a:spLocks noGrp="1"/>
          </p:cNvSpPr>
          <p:nvPr>
            <p:ph type="body" sz="quarter" idx="16"/>
          </p:nvPr>
        </p:nvSpPr>
        <p:spPr>
          <a:xfrm>
            <a:off x="3043776" y="161441"/>
            <a:ext cx="9084398" cy="590931"/>
          </a:xfrm>
        </p:spPr>
        <p:txBody>
          <a:bodyPr/>
          <a:lstStyle/>
          <a:p>
            <a:r>
              <a:rPr lang="en-US" sz="3600" dirty="0"/>
              <a:t>Results from executing Authors’ Artifacts</a:t>
            </a:r>
          </a:p>
        </p:txBody>
      </p:sp>
      <p:sp>
        <p:nvSpPr>
          <p:cNvPr id="42" name="Slide Number Placeholder 41">
            <a:extLst>
              <a:ext uri="{FF2B5EF4-FFF2-40B4-BE49-F238E27FC236}">
                <a16:creationId xmlns:a16="http://schemas.microsoft.com/office/drawing/2014/main" id="{849CEE6E-4D26-E5AE-754E-72C329EAA6C3}"/>
              </a:ext>
            </a:extLst>
          </p:cNvPr>
          <p:cNvSpPr>
            <a:spLocks noGrp="1"/>
          </p:cNvSpPr>
          <p:nvPr>
            <p:ph type="sldNum" sz="quarter" idx="4"/>
          </p:nvPr>
        </p:nvSpPr>
        <p:spPr>
          <a:xfrm>
            <a:off x="11344869" y="6492875"/>
            <a:ext cx="498402" cy="365125"/>
          </a:xfrm>
        </p:spPr>
        <p:txBody>
          <a:bodyPr/>
          <a:lstStyle/>
          <a:p>
            <a:fld id="{5AE1514C-5E56-4738-A1FF-4B1CFD2A3E36}" type="slidenum">
              <a:rPr lang="en-US" smtClean="0"/>
              <a:t>11</a:t>
            </a:fld>
            <a:endParaRPr lang="en-US" dirty="0"/>
          </a:p>
        </p:txBody>
      </p:sp>
      <p:sp>
        <p:nvSpPr>
          <p:cNvPr id="3" name="Shape 4">
            <a:extLst>
              <a:ext uri="{FF2B5EF4-FFF2-40B4-BE49-F238E27FC236}">
                <a16:creationId xmlns:a16="http://schemas.microsoft.com/office/drawing/2014/main" id="{77DDCB55-4F67-5191-0BD5-211D2B950804}"/>
              </a:ext>
            </a:extLst>
          </p:cNvPr>
          <p:cNvSpPr/>
          <p:nvPr/>
        </p:nvSpPr>
        <p:spPr>
          <a:xfrm>
            <a:off x="381360" y="1708106"/>
            <a:ext cx="5714640" cy="4864320"/>
          </a:xfrm>
          <a:prstGeom prst="roundRect">
            <a:avLst>
              <a:gd name="adj" fmla="val 2256"/>
            </a:avLst>
          </a:prstGeom>
          <a:solidFill>
            <a:srgbClr val="09131D"/>
          </a:solidFill>
          <a:ln w="12700">
            <a:solidFill>
              <a:srgbClr val="29465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 name="Shape 5">
            <a:extLst>
              <a:ext uri="{FF2B5EF4-FFF2-40B4-BE49-F238E27FC236}">
                <a16:creationId xmlns:a16="http://schemas.microsoft.com/office/drawing/2014/main" id="{E25243A8-FD5F-F4D6-2BAD-B62E7F018398}"/>
              </a:ext>
            </a:extLst>
          </p:cNvPr>
          <p:cNvSpPr/>
          <p:nvPr/>
        </p:nvSpPr>
        <p:spPr>
          <a:xfrm>
            <a:off x="600600" y="1918346"/>
            <a:ext cx="109440" cy="109440"/>
          </a:xfrm>
          <a:prstGeom prst="ellipse">
            <a:avLst/>
          </a:prstGeom>
          <a:solidFill>
            <a:srgbClr val="E05A47"/>
          </a:solidFill>
          <a:ln w="12700">
            <a:solidFill>
              <a:srgbClr val="E05A4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FFFFFF"/>
              </a:solidFill>
              <a:effectLst/>
              <a:uFillTx/>
              <a:latin typeface="Arial"/>
            </a:endParaRPr>
          </a:p>
        </p:txBody>
      </p:sp>
      <p:sp>
        <p:nvSpPr>
          <p:cNvPr id="8" name="Shape 6">
            <a:extLst>
              <a:ext uri="{FF2B5EF4-FFF2-40B4-BE49-F238E27FC236}">
                <a16:creationId xmlns:a16="http://schemas.microsoft.com/office/drawing/2014/main" id="{F477D261-5FF6-9E40-1880-7E208FFE99C5}"/>
              </a:ext>
            </a:extLst>
          </p:cNvPr>
          <p:cNvSpPr/>
          <p:nvPr/>
        </p:nvSpPr>
        <p:spPr>
          <a:xfrm>
            <a:off x="783480" y="1918346"/>
            <a:ext cx="109440" cy="109440"/>
          </a:xfrm>
          <a:prstGeom prst="ellipse">
            <a:avLst/>
          </a:prstGeom>
          <a:solidFill>
            <a:srgbClr val="E0B247"/>
          </a:solidFill>
          <a:ln w="12700">
            <a:solidFill>
              <a:srgbClr val="E0B24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000000"/>
              </a:solidFill>
              <a:effectLst/>
              <a:uFillTx/>
              <a:latin typeface="Arial"/>
            </a:endParaRPr>
          </a:p>
        </p:txBody>
      </p:sp>
      <p:sp>
        <p:nvSpPr>
          <p:cNvPr id="10" name="Shape 7">
            <a:extLst>
              <a:ext uri="{FF2B5EF4-FFF2-40B4-BE49-F238E27FC236}">
                <a16:creationId xmlns:a16="http://schemas.microsoft.com/office/drawing/2014/main" id="{6CEBF95D-CDED-EAA2-9EA3-3C37CDF5D7A5}"/>
              </a:ext>
            </a:extLst>
          </p:cNvPr>
          <p:cNvSpPr/>
          <p:nvPr/>
        </p:nvSpPr>
        <p:spPr>
          <a:xfrm>
            <a:off x="966360" y="1918346"/>
            <a:ext cx="109440" cy="109440"/>
          </a:xfrm>
          <a:prstGeom prst="ellipse">
            <a:avLst/>
          </a:prstGeom>
          <a:solidFill>
            <a:srgbClr val="55B873"/>
          </a:solidFill>
          <a:ln w="12700">
            <a:solidFill>
              <a:srgbClr val="55B873"/>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en-US" sz="1800" b="0" u="none" strike="noStrike">
              <a:solidFill>
                <a:srgbClr val="000000"/>
              </a:solidFill>
              <a:effectLst/>
              <a:uFillTx/>
              <a:latin typeface="Arial"/>
            </a:endParaRPr>
          </a:p>
        </p:txBody>
      </p:sp>
      <p:sp>
        <p:nvSpPr>
          <p:cNvPr id="12" name="Text 8">
            <a:extLst>
              <a:ext uri="{FF2B5EF4-FFF2-40B4-BE49-F238E27FC236}">
                <a16:creationId xmlns:a16="http://schemas.microsoft.com/office/drawing/2014/main" id="{6FB111AA-D18E-66B2-1E97-A10820BB8818}"/>
              </a:ext>
            </a:extLst>
          </p:cNvPr>
          <p:cNvSpPr/>
          <p:nvPr/>
        </p:nvSpPr>
        <p:spPr>
          <a:xfrm>
            <a:off x="1231680" y="1817906"/>
            <a:ext cx="2102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50" b="0" u="none" strike="noStrike">
                <a:solidFill>
                  <a:srgbClr val="9CB1C1"/>
                </a:solidFill>
                <a:effectLst/>
                <a:uFillTx/>
                <a:latin typeface="Roboto Mono"/>
                <a:ea typeface="Roboto Mono"/>
              </a:rPr>
              <a:t>sequin_rep  —  bash</a:t>
            </a:r>
            <a:endParaRPr lang="en-US" sz="1050" b="0" u="none" strike="noStrike">
              <a:solidFill>
                <a:srgbClr val="FFFFFF"/>
              </a:solidFill>
              <a:effectLst/>
              <a:uFillTx/>
              <a:latin typeface="Arial"/>
            </a:endParaRPr>
          </a:p>
        </p:txBody>
      </p:sp>
      <p:sp>
        <p:nvSpPr>
          <p:cNvPr id="16" name="Text 9">
            <a:extLst>
              <a:ext uri="{FF2B5EF4-FFF2-40B4-BE49-F238E27FC236}">
                <a16:creationId xmlns:a16="http://schemas.microsoft.com/office/drawing/2014/main" id="{7B437148-5DA8-AAB6-ADDD-4EFD7E7FFDFF}"/>
              </a:ext>
            </a:extLst>
          </p:cNvPr>
          <p:cNvSpPr/>
          <p:nvPr/>
        </p:nvSpPr>
        <p:spPr>
          <a:xfrm>
            <a:off x="637320" y="2229386"/>
            <a:ext cx="5166000" cy="3931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t">
            <a:normAutofit/>
          </a:bodyPr>
          <a:lstStyle/>
          <a:p>
            <a:r>
              <a:rPr lang="en-US" sz="1400" b="0" u="none" strike="noStrike" dirty="0">
                <a:solidFill>
                  <a:srgbClr val="8292A2"/>
                </a:solidFill>
                <a:effectLst/>
                <a:uFillTx/>
                <a:latin typeface="Consolas"/>
                <a:ea typeface="Consolas"/>
              </a:rPr>
              <a:t> 1 </a:t>
            </a:r>
            <a:r>
              <a:rPr lang="en-US" sz="1400" b="0" u="none" strike="noStrike" dirty="0">
                <a:solidFill>
                  <a:srgbClr val="FFFFFF"/>
                </a:solidFill>
                <a:effectLst/>
                <a:uFillTx/>
                <a:latin typeface="Consolas"/>
                <a:ea typeface="Consolas"/>
              </a:rPr>
              <a:t>$ cd /</a:t>
            </a:r>
            <a:r>
              <a:rPr lang="en-US" sz="1400" b="0" u="none" strike="noStrike" dirty="0" err="1">
                <a:solidFill>
                  <a:srgbClr val="FFFFFF"/>
                </a:solidFill>
                <a:effectLst/>
                <a:uFillTx/>
                <a:latin typeface="Consolas"/>
                <a:ea typeface="Consolas"/>
              </a:rPr>
              <a:t>iccps</a:t>
            </a:r>
            <a:r>
              <a:rPr lang="en-US" sz="1400" b="0" u="none" strike="noStrike" dirty="0">
                <a:solidFill>
                  <a:srgbClr val="FFFFFF"/>
                </a:solidFill>
                <a:effectLst/>
                <a:uFillTx/>
                <a:latin typeface="Consolas"/>
                <a:ea typeface="Consolas"/>
              </a:rPr>
              <a:t>-sequin</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2 </a:t>
            </a:r>
            <a:r>
              <a:rPr lang="en-US" sz="1400" b="0" u="none" strike="noStrike" dirty="0">
                <a:solidFill>
                  <a:srgbClr val="FFFFFF"/>
                </a:solidFill>
                <a:effectLst/>
                <a:uFillTx/>
                <a:latin typeface="Consolas"/>
                <a:ea typeface="Consolas"/>
              </a:rPr>
              <a:t>$ </a:t>
            </a:r>
            <a:r>
              <a:rPr lang="en-US" sz="1400" b="0" u="none" strike="noStrike" dirty="0" err="1">
                <a:solidFill>
                  <a:srgbClr val="FFFFFF"/>
                </a:solidFill>
                <a:effectLst/>
                <a:uFillTx/>
                <a:latin typeface="Consolas"/>
                <a:ea typeface="Consolas"/>
              </a:rPr>
              <a:t>julia</a:t>
            </a:r>
            <a:r>
              <a:rPr lang="en-US" sz="1400" b="0" u="none" strike="noStrike" dirty="0">
                <a:solidFill>
                  <a:srgbClr val="FFFFFF"/>
                </a:solidFill>
                <a:effectLst/>
                <a:uFillTx/>
                <a:latin typeface="Consolas"/>
                <a:ea typeface="Consolas"/>
              </a:rPr>
              <a:t> --project=. </a:t>
            </a:r>
            <a:r>
              <a:rPr lang="en-US" sz="1400" b="0" u="none" strike="noStrike" dirty="0" err="1">
                <a:solidFill>
                  <a:srgbClr val="FFFFFF"/>
                </a:solidFill>
                <a:effectLst/>
                <a:uFillTx/>
                <a:latin typeface="Consolas"/>
                <a:ea typeface="Consolas"/>
              </a:rPr>
              <a:t>src</a:t>
            </a:r>
            <a:r>
              <a:rPr lang="en-US" sz="1400" b="0" u="none" strike="noStrike" dirty="0">
                <a:solidFill>
                  <a:srgbClr val="FFFFFF"/>
                </a:solidFill>
                <a:effectLst/>
                <a:uFillTx/>
                <a:latin typeface="Consolas"/>
                <a:ea typeface="Consolas"/>
              </a:rPr>
              <a:t>/</a:t>
            </a:r>
            <a:r>
              <a:rPr lang="en-US" sz="1400" b="0" u="none" strike="noStrike" dirty="0" err="1">
                <a:solidFill>
                  <a:srgbClr val="FFFFFF"/>
                </a:solidFill>
                <a:effectLst/>
                <a:uFillTx/>
                <a:latin typeface="Consolas"/>
                <a:ea typeface="Consolas"/>
              </a:rPr>
              <a:t>REPmain.jl</a:t>
            </a:r>
            <a:r>
              <a:rPr lang="en-US" sz="1400" b="0" u="none" strike="noStrike" dirty="0">
                <a:solidFill>
                  <a:srgbClr val="FFFFFF"/>
                </a:solidFill>
                <a:effectLst/>
                <a:uFillTx/>
                <a:latin typeface="Consolas"/>
                <a:ea typeface="Consolas"/>
              </a:rPr>
              <a:t> </a:t>
            </a:r>
            <a:r>
              <a:rPr lang="en-US" sz="1400" b="0" u="none" strike="noStrike" dirty="0">
                <a:solidFill>
                  <a:srgbClr val="F8F8F2"/>
                </a:solidFill>
                <a:effectLst/>
                <a:uFillTx/>
                <a:latin typeface="Consolas"/>
                <a:ea typeface="Consolas"/>
              </a:rPr>
              <a: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3 </a:t>
            </a:r>
            <a:r>
              <a:rPr lang="en-US" sz="1400" b="0" u="none" strike="noStrike" dirty="0">
                <a:solidFill>
                  <a:srgbClr val="FFFFFF"/>
                </a:solidFill>
                <a:effectLst/>
                <a:uFillTx/>
                <a:latin typeface="Consolas"/>
                <a:ea typeface="Consolas"/>
              </a:rPr>
              <a:t>    --</a:t>
            </a:r>
            <a:r>
              <a:rPr lang="en-US" sz="1400" b="0" u="none" strike="noStrike" dirty="0" err="1">
                <a:solidFill>
                  <a:srgbClr val="FFFFFF"/>
                </a:solidFill>
                <a:effectLst/>
                <a:uFillTx/>
                <a:latin typeface="Consolas"/>
                <a:ea typeface="Consolas"/>
              </a:rPr>
              <a:t>use_separate_budgets</a:t>
            </a:r>
            <a:r>
              <a:rPr lang="en-US" sz="1400" b="0" u="none" strike="noStrike" dirty="0">
                <a:solidFill>
                  <a:srgbClr val="FFFFFF"/>
                </a:solidFill>
                <a:effectLst/>
                <a:uFillTx/>
                <a:latin typeface="Consolas"/>
                <a:ea typeface="Consolas"/>
              </a:rPr>
              <a:t> --rerun </a:t>
            </a:r>
            <a:r>
              <a:rPr lang="en-US" sz="1400" b="0" u="none" strike="noStrike" dirty="0">
                <a:solidFill>
                  <a:srgbClr val="F8F8F2"/>
                </a:solidFill>
                <a:effectLst/>
                <a:uFillTx/>
                <a:latin typeface="Consolas"/>
                <a:ea typeface="Consolas"/>
              </a:rPr>
              <a: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4 </a:t>
            </a:r>
            <a:r>
              <a:rPr lang="en-US" sz="1400" b="0" u="none" strike="noStrike" dirty="0">
                <a:solidFill>
                  <a:srgbClr val="FFFFFF"/>
                </a:solidFill>
                <a:effectLst/>
                <a:uFillTx/>
                <a:latin typeface="Consolas"/>
                <a:ea typeface="Consolas"/>
              </a:rPr>
              <a:t>    --case pglib_opf_case14_ieee.m </a:t>
            </a:r>
            <a:r>
              <a:rPr lang="en-US" sz="1400" b="0" u="none" strike="noStrike" dirty="0">
                <a:solidFill>
                  <a:srgbClr val="F8F8F2"/>
                </a:solidFill>
                <a:effectLst/>
                <a:uFillTx/>
                <a:latin typeface="Consolas"/>
                <a:ea typeface="Consolas"/>
              </a:rPr>
              <a: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5 </a:t>
            </a:r>
            <a:r>
              <a:rPr lang="en-US" sz="1400" b="0" u="none" strike="noStrike" dirty="0">
                <a:solidFill>
                  <a:srgbClr val="FFFFFF"/>
                </a:solidFill>
                <a:effectLst/>
                <a:uFillTx/>
                <a:latin typeface="Consolas"/>
                <a:ea typeface="Consolas"/>
              </a:rPr>
              <a:t>    --problem SEQUIN -l 2 -k 2</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6 </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7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a:t>
            </a:r>
            <a:r>
              <a:rPr lang="en-US" sz="1400" b="0" u="none" strike="noStrike" dirty="0" err="1">
                <a:solidFill>
                  <a:srgbClr val="FFFFFF"/>
                </a:solidFill>
                <a:effectLst/>
                <a:uFillTx/>
                <a:latin typeface="Consolas"/>
                <a:ea typeface="Consolas"/>
              </a:rPr>
              <a:t>Gurobi</a:t>
            </a:r>
            <a:r>
              <a:rPr lang="en-US" sz="1400" b="0" u="none" strike="noStrike" dirty="0">
                <a:solidFill>
                  <a:srgbClr val="FFFFFF"/>
                </a:solidFill>
                <a:effectLst/>
                <a:uFillTx/>
                <a:latin typeface="Consolas"/>
                <a:ea typeface="Consolas"/>
              </a:rPr>
              <a:t>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Optimizing model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8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status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OPTIMAL</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 9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attack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7</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1</a:t>
            </a:r>
            <a:r>
              <a:rPr lang="en-US" sz="1400" b="0" u="none" strike="noStrike" dirty="0">
                <a:solidFill>
                  <a:srgbClr val="F8F8F2"/>
                </a:solidFill>
                <a:effectLst/>
                <a:uFillTx/>
                <a:latin typeface="Consolas"/>
                <a:ea typeface="Consolas"/>
              </a:rPr>
              <a: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10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load shed </a:t>
            </a:r>
            <a:r>
              <a:rPr lang="en-US" sz="1400" b="0" u="none" strike="noStrike" dirty="0">
                <a:solidFill>
                  <a:srgbClr val="F8F8F2"/>
                </a:solidFill>
                <a:effectLst/>
                <a:uFillTx/>
                <a:latin typeface="Consolas"/>
                <a:ea typeface="Consolas"/>
              </a:rPr>
              <a:t>]</a:t>
            </a:r>
            <a:r>
              <a:rPr lang="en-US" sz="1400" b="0" u="none" strike="noStrike" dirty="0">
                <a:solidFill>
                  <a:srgbClr val="FFFFFF"/>
                </a:solidFill>
                <a:effectLst/>
                <a:uFillTx/>
                <a:latin typeface="Consolas"/>
                <a:ea typeface="Consolas"/>
              </a:rPr>
              <a:t>  2.531</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11 </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12 </a:t>
            </a:r>
            <a:r>
              <a:rPr lang="en-US" sz="1400" b="0" u="none" strike="noStrike" dirty="0">
                <a:solidFill>
                  <a:srgbClr val="FFFFFF"/>
                </a:solidFill>
                <a:effectLst/>
                <a:uFillTx/>
                <a:latin typeface="Consolas"/>
                <a:ea typeface="Consolas"/>
              </a:rPr>
              <a:t>✓ Julia environment</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13 </a:t>
            </a:r>
            <a:r>
              <a:rPr lang="en-US" sz="1400" b="0" u="none" strike="noStrike" dirty="0">
                <a:solidFill>
                  <a:srgbClr val="FFFFFF"/>
                </a:solidFill>
                <a:effectLst/>
                <a:uFillTx/>
                <a:latin typeface="Consolas"/>
                <a:ea typeface="Consolas"/>
              </a:rPr>
              <a:t>✓ </a:t>
            </a:r>
            <a:r>
              <a:rPr lang="en-US" sz="1400" b="0" u="none" strike="noStrike" dirty="0" err="1">
                <a:solidFill>
                  <a:srgbClr val="FFFFFF"/>
                </a:solidFill>
                <a:effectLst/>
                <a:uFillTx/>
                <a:latin typeface="Consolas"/>
                <a:ea typeface="Consolas"/>
              </a:rPr>
              <a:t>PowerModels</a:t>
            </a:r>
            <a:r>
              <a:rPr lang="en-US" sz="1400" b="0" u="none" strike="noStrike" dirty="0">
                <a:solidFill>
                  <a:srgbClr val="FFFFFF"/>
                </a:solidFill>
                <a:effectLst/>
                <a:uFillTx/>
                <a:latin typeface="Consolas"/>
                <a:ea typeface="Consolas"/>
              </a:rPr>
              <a:t> / </a:t>
            </a:r>
            <a:r>
              <a:rPr lang="en-US" sz="1400" b="0" u="none" strike="noStrike" dirty="0" err="1">
                <a:solidFill>
                  <a:srgbClr val="FFFFFF"/>
                </a:solidFill>
                <a:effectLst/>
                <a:uFillTx/>
                <a:latin typeface="Consolas"/>
                <a:ea typeface="Consolas"/>
              </a:rPr>
              <a:t>JuMP</a:t>
            </a:r>
            <a:endParaRPr lang="en-US" sz="1400" b="0" u="none" strike="noStrike" dirty="0">
              <a:solidFill>
                <a:srgbClr val="FFFFFF"/>
              </a:solidFill>
              <a:effectLst/>
              <a:uFillTx/>
              <a:latin typeface="Arial"/>
            </a:endParaRPr>
          </a:p>
          <a:p>
            <a:r>
              <a:rPr lang="en-US" sz="1400" b="0" u="none" strike="noStrike" dirty="0">
                <a:solidFill>
                  <a:srgbClr val="8292A2"/>
                </a:solidFill>
                <a:effectLst/>
                <a:uFillTx/>
                <a:latin typeface="Consolas"/>
                <a:ea typeface="Consolas"/>
              </a:rPr>
              <a:t>14 </a:t>
            </a:r>
            <a:r>
              <a:rPr lang="en-US" sz="1400" b="0" u="none" strike="noStrike" dirty="0">
                <a:solidFill>
                  <a:srgbClr val="FFFFFF"/>
                </a:solidFill>
                <a:effectLst/>
                <a:uFillTx/>
                <a:latin typeface="Consolas"/>
                <a:ea typeface="Consolas"/>
              </a:rPr>
              <a:t>✓ licensed </a:t>
            </a:r>
            <a:r>
              <a:rPr lang="en-US" sz="1400" b="0" u="none" strike="noStrike" dirty="0" err="1">
                <a:solidFill>
                  <a:srgbClr val="FFFFFF"/>
                </a:solidFill>
                <a:effectLst/>
                <a:uFillTx/>
                <a:latin typeface="Consolas"/>
                <a:ea typeface="Consolas"/>
              </a:rPr>
              <a:t>Gurobi</a:t>
            </a:r>
            <a:endParaRPr lang="en-US" sz="1400" b="0" u="none" strike="noStrike" dirty="0">
              <a:solidFill>
                <a:srgbClr val="FFFFFF"/>
              </a:solidFill>
              <a:effectLst/>
              <a:uFillTx/>
              <a:latin typeface="Arial"/>
            </a:endParaRPr>
          </a:p>
          <a:p>
            <a:pPr defTabSz="914400">
              <a:lnSpc>
                <a:spcPct val="100000"/>
              </a:lnSpc>
              <a:tabLst>
                <a:tab pos="0" algn="l"/>
              </a:tabLst>
            </a:pPr>
            <a:r>
              <a:rPr lang="en-US" sz="1400" b="0" u="none" strike="noStrike" dirty="0">
                <a:solidFill>
                  <a:srgbClr val="8292A2"/>
                </a:solidFill>
                <a:effectLst/>
                <a:uFillTx/>
                <a:latin typeface="Consolas"/>
                <a:ea typeface="Consolas"/>
              </a:rPr>
              <a:t>15 </a:t>
            </a:r>
            <a:r>
              <a:rPr lang="en-US" sz="1400" b="0" u="none" strike="noStrike" dirty="0">
                <a:solidFill>
                  <a:srgbClr val="FFFFFF"/>
                </a:solidFill>
                <a:effectLst/>
                <a:uFillTx/>
                <a:latin typeface="Consolas"/>
                <a:ea typeface="Consolas"/>
              </a:rPr>
              <a:t>✓ fresh SEQUIN path</a:t>
            </a:r>
            <a:endParaRPr lang="en-US" sz="1400" b="0" u="none" strike="noStrike" dirty="0">
              <a:solidFill>
                <a:srgbClr val="FFFFFF"/>
              </a:solidFill>
              <a:effectLst/>
              <a:uFillTx/>
              <a:latin typeface="Arial"/>
            </a:endParaRPr>
          </a:p>
        </p:txBody>
      </p:sp>
      <p:sp>
        <p:nvSpPr>
          <p:cNvPr id="23" name="Rounded Rectangle 16">
            <a:extLst>
              <a:ext uri="{FF2B5EF4-FFF2-40B4-BE49-F238E27FC236}">
                <a16:creationId xmlns:a16="http://schemas.microsoft.com/office/drawing/2014/main" id="{381B61B6-0C33-CDFF-7ED4-184C92FA1BC6}"/>
              </a:ext>
            </a:extLst>
          </p:cNvPr>
          <p:cNvSpPr/>
          <p:nvPr/>
        </p:nvSpPr>
        <p:spPr>
          <a:xfrm>
            <a:off x="6946320" y="1041374"/>
            <a:ext cx="3977639" cy="2951892"/>
          </a:xfrm>
          <a:prstGeom prst="roundRect">
            <a:avLst/>
          </a:prstGeom>
          <a:solidFill>
            <a:srgbClr val="0E1E2A"/>
          </a:solidFill>
          <a:ln w="12700">
            <a:solidFill>
              <a:srgbClr val="0E1E2A"/>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5" name="Oval 24">
            <a:extLst>
              <a:ext uri="{FF2B5EF4-FFF2-40B4-BE49-F238E27FC236}">
                <a16:creationId xmlns:a16="http://schemas.microsoft.com/office/drawing/2014/main" id="{3FB13CB6-E33D-A015-6ACA-5117EF5FC95E}"/>
              </a:ext>
            </a:extLst>
          </p:cNvPr>
          <p:cNvSpPr/>
          <p:nvPr/>
        </p:nvSpPr>
        <p:spPr>
          <a:xfrm>
            <a:off x="7156632" y="1224254"/>
            <a:ext cx="109728" cy="76342"/>
          </a:xfrm>
          <a:prstGeom prst="ellipse">
            <a:avLst/>
          </a:prstGeom>
          <a:solidFill>
            <a:srgbClr val="F26B5B"/>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7" name="Oval 26">
            <a:extLst>
              <a:ext uri="{FF2B5EF4-FFF2-40B4-BE49-F238E27FC236}">
                <a16:creationId xmlns:a16="http://schemas.microsoft.com/office/drawing/2014/main" id="{00D1C191-EE5B-E517-A265-6BB0BF2F380B}"/>
              </a:ext>
            </a:extLst>
          </p:cNvPr>
          <p:cNvSpPr/>
          <p:nvPr/>
        </p:nvSpPr>
        <p:spPr>
          <a:xfrm>
            <a:off x="7339512" y="1224254"/>
            <a:ext cx="109728" cy="76342"/>
          </a:xfrm>
          <a:prstGeom prst="ellipse">
            <a:avLst/>
          </a:prstGeom>
          <a:solidFill>
            <a:srgbClr val="F2C14E"/>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9" name="Oval 28">
            <a:extLst>
              <a:ext uri="{FF2B5EF4-FFF2-40B4-BE49-F238E27FC236}">
                <a16:creationId xmlns:a16="http://schemas.microsoft.com/office/drawing/2014/main" id="{7C80D107-1989-35FF-C83D-D4C1C65B027E}"/>
              </a:ext>
            </a:extLst>
          </p:cNvPr>
          <p:cNvSpPr/>
          <p:nvPr/>
        </p:nvSpPr>
        <p:spPr>
          <a:xfrm>
            <a:off x="7522392" y="1224254"/>
            <a:ext cx="109728" cy="76342"/>
          </a:xfrm>
          <a:prstGeom prst="ellipse">
            <a:avLst/>
          </a:prstGeom>
          <a:solidFill>
            <a:srgbClr val="4EC97A"/>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31" name="TextBox 20">
            <a:extLst>
              <a:ext uri="{FF2B5EF4-FFF2-40B4-BE49-F238E27FC236}">
                <a16:creationId xmlns:a16="http://schemas.microsoft.com/office/drawing/2014/main" id="{1D8EE7D6-6CE7-F5FE-B685-2985590EC192}"/>
              </a:ext>
            </a:extLst>
          </p:cNvPr>
          <p:cNvSpPr txBox="1"/>
          <p:nvPr/>
        </p:nvSpPr>
        <p:spPr>
          <a:xfrm>
            <a:off x="7741848" y="1151102"/>
            <a:ext cx="2834640" cy="219456"/>
          </a:xfrm>
          <a:prstGeom prst="rect">
            <a:avLst/>
          </a:prstGeom>
          <a:noFill/>
        </p:spPr>
        <p:txBody>
          <a:bodyPr wrap="square" lIns="25400" tIns="12700" rIns="25400" bIns="1270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910" b="0">
                <a:solidFill>
                  <a:srgbClr val="9CB1C1"/>
                </a:solidFill>
                <a:latin typeface="Roboto Mono"/>
              </a:rPr>
              <a:t>authors’ official reproduction pipeline</a:t>
            </a:r>
          </a:p>
        </p:txBody>
      </p:sp>
      <p:sp>
        <p:nvSpPr>
          <p:cNvPr id="33" name="TextBox 21">
            <a:extLst>
              <a:ext uri="{FF2B5EF4-FFF2-40B4-BE49-F238E27FC236}">
                <a16:creationId xmlns:a16="http://schemas.microsoft.com/office/drawing/2014/main" id="{8A588BD3-0ADF-1FD2-AA5B-73F0E140B6D3}"/>
              </a:ext>
            </a:extLst>
          </p:cNvPr>
          <p:cNvSpPr txBox="1"/>
          <p:nvPr/>
        </p:nvSpPr>
        <p:spPr>
          <a:xfrm>
            <a:off x="7165776" y="1498574"/>
            <a:ext cx="3456432" cy="3401568"/>
          </a:xfrm>
          <a:prstGeom prst="rect">
            <a:avLst/>
          </a:prstGeom>
          <a:noFill/>
        </p:spPr>
        <p:txBody>
          <a:bodyPr wrap="square" lIns="25400" tIns="12700" rIns="25400" bIns="1270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1000" b="0">
                <a:solidFill>
                  <a:srgbClr val="8292A2"/>
                </a:solidFill>
                <a:latin typeface="Consolas"/>
              </a:rPr>
              <a:t>$ python src/experiments/
  REP_make_plots.py cache-authors
Case 14    ✓  exp1 / ramp plots
Case 39    ✓  exp0 / exp1 / ramp
Case 60    ✓  exp1 / ramp plots
Case 118   ✓  exp0 / exp1 / ramp
Case 162   ✓  exp1 / ramp plots
Case 240   ✓  exp1 / ramp plots
✓ 6 / 6 benchmark networks
✓ official figures regenerated</a:t>
            </a:r>
          </a:p>
        </p:txBody>
      </p:sp>
      <p:pic>
        <p:nvPicPr>
          <p:cNvPr id="35" name="Picture 34">
            <a:extLst>
              <a:ext uri="{FF2B5EF4-FFF2-40B4-BE49-F238E27FC236}">
                <a16:creationId xmlns:a16="http://schemas.microsoft.com/office/drawing/2014/main" id="{0EBEEA08-EB06-0D4E-DB3E-71FB3B6338BC}"/>
              </a:ext>
            </a:extLst>
          </p:cNvPr>
          <p:cNvPicPr>
            <a:picLocks noChangeAspect="1"/>
          </p:cNvPicPr>
          <p:nvPr/>
        </p:nvPicPr>
        <p:blipFill>
          <a:blip r:embed="rId3"/>
          <a:stretch>
            <a:fillRect/>
          </a:stretch>
        </p:blipFill>
        <p:spPr>
          <a:xfrm>
            <a:off x="6946320" y="4206526"/>
            <a:ext cx="4227059" cy="2301631"/>
          </a:xfrm>
          <a:prstGeom prst="rect">
            <a:avLst/>
          </a:prstGeom>
        </p:spPr>
      </p:pic>
    </p:spTree>
    <p:extLst>
      <p:ext uri="{BB962C8B-B14F-4D97-AF65-F5344CB8AC3E}">
        <p14:creationId xmlns:p14="http://schemas.microsoft.com/office/powerpoint/2010/main" val="3888945891"/>
      </p:ext>
    </p:extLst>
  </p:cSld>
  <p:clrMapOvr>
    <a:masterClrMapping/>
  </p:clrMapOvr>
  <p:transition spd="slow">
    <p:push/>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70718" y="380957"/>
            <a:ext cx="2467086" cy="452432"/>
          </a:xfrm>
        </p:spPr>
        <p:txBody>
          <a:bodyPr wrap="none" anchor="ctr"/>
          <a:lstStyle/>
          <a:p>
            <a:pPr algn="ctr"/>
            <a:r>
              <a:rPr sz="2600" dirty="0">
                <a:solidFill>
                  <a:srgbClr val="FFFFFF"/>
                </a:solidFill>
                <a:latin typeface="Inter"/>
              </a:rPr>
              <a:t>Implementation</a:t>
            </a:r>
          </a:p>
        </p:txBody>
      </p:sp>
      <p:sp>
        <p:nvSpPr>
          <p:cNvPr id="6" name="Text Placeholder 5"/>
          <p:cNvSpPr>
            <a:spLocks noGrp="1"/>
          </p:cNvSpPr>
          <p:nvPr>
            <p:ph type="body" sz="quarter" idx="16"/>
          </p:nvPr>
        </p:nvSpPr>
        <p:spPr/>
        <p:txBody>
          <a:bodyPr/>
          <a:lstStyle/>
          <a:p>
            <a:r>
              <a:rPr sz="2700" dirty="0">
                <a:solidFill>
                  <a:srgbClr val="102235"/>
                </a:solidFill>
                <a:latin typeface="Inter Display"/>
              </a:rPr>
              <a:t>Scratch Python implementation — model, search, and solver</a:t>
            </a:r>
          </a:p>
        </p:txBody>
      </p:sp>
      <p:sp>
        <p:nvSpPr>
          <p:cNvPr id="7" name="TextBox 6"/>
          <p:cNvSpPr txBox="1"/>
          <p:nvPr/>
        </p:nvSpPr>
        <p:spPr>
          <a:xfrm>
            <a:off x="11521440" y="6473952"/>
            <a:ext cx="320040" cy="201168"/>
          </a:xfrm>
          <a:prstGeom prst="rect">
            <a:avLst/>
          </a:prstGeom>
          <a:noFill/>
        </p:spPr>
        <p:txBody>
          <a:bodyPr wrap="square" lIns="25400" tIns="12700" rIns="25400" bIns="12700" anchor="t">
            <a:spAutoFit/>
          </a:bodyPr>
          <a:lstStyle/>
          <a:p>
            <a:pPr algn="r"/>
            <a:r>
              <a:rPr sz="850" b="0">
                <a:solidFill>
                  <a:srgbClr val="63B3ED"/>
                </a:solidFill>
                <a:latin typeface="Inter"/>
              </a:rPr>
              <a:t>12</a:t>
            </a:r>
          </a:p>
        </p:txBody>
      </p:sp>
      <p:sp>
        <p:nvSpPr>
          <p:cNvPr id="8" name="TextBox 7"/>
          <p:cNvSpPr txBox="1"/>
          <p:nvPr/>
        </p:nvSpPr>
        <p:spPr>
          <a:xfrm>
            <a:off x="530352" y="1335024"/>
            <a:ext cx="4937760" cy="302647"/>
          </a:xfrm>
          <a:prstGeom prst="rect">
            <a:avLst/>
          </a:prstGeom>
          <a:noFill/>
        </p:spPr>
        <p:txBody>
          <a:bodyPr wrap="square" lIns="25400" tIns="12700" rIns="25400" bIns="12700" anchor="t">
            <a:spAutoFit/>
          </a:bodyPr>
          <a:lstStyle/>
          <a:p>
            <a:pPr algn="ctr"/>
            <a:r>
              <a:rPr b="1" dirty="0">
                <a:solidFill>
                  <a:srgbClr val="102235"/>
                </a:solidFill>
                <a:latin typeface="Inter"/>
              </a:rPr>
              <a:t>What we built from scratch</a:t>
            </a:r>
          </a:p>
        </p:txBody>
      </p:sp>
      <p:sp>
        <p:nvSpPr>
          <p:cNvPr id="9" name="Rounded Rectangle 8"/>
          <p:cNvSpPr/>
          <p:nvPr/>
        </p:nvSpPr>
        <p:spPr>
          <a:xfrm>
            <a:off x="566928" y="1755648"/>
            <a:ext cx="4709160" cy="1024128"/>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847088"/>
            <a:ext cx="4453128" cy="241092"/>
          </a:xfrm>
          <a:prstGeom prst="rect">
            <a:avLst/>
          </a:prstGeom>
          <a:noFill/>
        </p:spPr>
        <p:txBody>
          <a:bodyPr wrap="square" lIns="25400" tIns="12700" rIns="25400" bIns="12700" anchor="t">
            <a:spAutoFit/>
          </a:bodyPr>
          <a:lstStyle/>
          <a:p>
            <a:pPr algn="l"/>
            <a:r>
              <a:rPr sz="1400" b="1" dirty="0">
                <a:solidFill>
                  <a:schemeClr val="bg2">
                    <a:lumMod val="75000"/>
                  </a:schemeClr>
                </a:solidFill>
                <a:latin typeface="Inter"/>
              </a:rPr>
              <a:t>grid_model.py</a:t>
            </a:r>
          </a:p>
        </p:txBody>
      </p:sp>
      <p:sp>
        <p:nvSpPr>
          <p:cNvPr id="12" name="TextBox 11"/>
          <p:cNvSpPr txBox="1"/>
          <p:nvPr/>
        </p:nvSpPr>
        <p:spPr>
          <a:xfrm>
            <a:off x="731520" y="2176272"/>
            <a:ext cx="4453128" cy="394980"/>
          </a:xfrm>
          <a:prstGeom prst="rect">
            <a:avLst/>
          </a:prstGeom>
          <a:noFill/>
        </p:spPr>
        <p:txBody>
          <a:bodyPr wrap="square" lIns="25400" tIns="12700" rIns="25400" bIns="12700" anchor="t">
            <a:spAutoFit/>
          </a:bodyPr>
          <a:lstStyle/>
          <a:p>
            <a:pPr algn="ctr"/>
            <a:r>
              <a:rPr sz="1200" b="0" dirty="0">
                <a:solidFill>
                  <a:srgbClr val="607487"/>
                </a:solidFill>
                <a:latin typeface="Inter"/>
              </a:rPr>
              <a:t>MATPOWER parser • DC balance/flow • thermal + angle limits
load shedding • islands • ramping • generator on/off</a:t>
            </a:r>
          </a:p>
        </p:txBody>
      </p:sp>
      <p:sp>
        <p:nvSpPr>
          <p:cNvPr id="13" name="Rounded Rectangle 12"/>
          <p:cNvSpPr/>
          <p:nvPr/>
        </p:nvSpPr>
        <p:spPr>
          <a:xfrm>
            <a:off x="566928" y="2980944"/>
            <a:ext cx="4709160" cy="1024128"/>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3072384"/>
            <a:ext cx="4453128" cy="241092"/>
          </a:xfrm>
          <a:prstGeom prst="rect">
            <a:avLst/>
          </a:prstGeom>
          <a:noFill/>
        </p:spPr>
        <p:txBody>
          <a:bodyPr wrap="square" lIns="25400" tIns="12700" rIns="25400" bIns="12700" anchor="t">
            <a:spAutoFit/>
          </a:bodyPr>
          <a:lstStyle/>
          <a:p>
            <a:pPr algn="l"/>
            <a:r>
              <a:rPr sz="1400" b="1" dirty="0">
                <a:solidFill>
                  <a:schemeClr val="bg2">
                    <a:lumMod val="75000"/>
                  </a:schemeClr>
                </a:solidFill>
                <a:latin typeface="Inter"/>
              </a:rPr>
              <a:t>search_methods.py</a:t>
            </a:r>
          </a:p>
        </p:txBody>
      </p:sp>
      <p:sp>
        <p:nvSpPr>
          <p:cNvPr id="16" name="TextBox 15"/>
          <p:cNvSpPr txBox="1"/>
          <p:nvPr/>
        </p:nvSpPr>
        <p:spPr>
          <a:xfrm>
            <a:off x="731520" y="3401568"/>
            <a:ext cx="4453128" cy="394980"/>
          </a:xfrm>
          <a:prstGeom prst="rect">
            <a:avLst/>
          </a:prstGeom>
          <a:noFill/>
        </p:spPr>
        <p:txBody>
          <a:bodyPr wrap="square" lIns="25400" tIns="12700" rIns="25400" bIns="12700" anchor="t">
            <a:spAutoFit/>
          </a:bodyPr>
          <a:lstStyle/>
          <a:p>
            <a:pPr algn="ctr"/>
            <a:r>
              <a:rPr sz="1200" b="0" dirty="0">
                <a:solidFill>
                  <a:srgbClr val="607487"/>
                </a:solidFill>
                <a:latin typeface="Inter"/>
              </a:rPr>
              <a:t>exact simultaneous / sequential • FLOW • IMPACT • PERM
SEQUIN-style top-flow shortlist + cut-impact lookahead</a:t>
            </a:r>
          </a:p>
        </p:txBody>
      </p:sp>
      <p:sp>
        <p:nvSpPr>
          <p:cNvPr id="17" name="Rounded Rectangle 16"/>
          <p:cNvSpPr/>
          <p:nvPr/>
        </p:nvSpPr>
        <p:spPr>
          <a:xfrm>
            <a:off x="566928" y="4206240"/>
            <a:ext cx="4709160" cy="1024128"/>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4297679"/>
            <a:ext cx="4453128" cy="241092"/>
          </a:xfrm>
          <a:prstGeom prst="rect">
            <a:avLst/>
          </a:prstGeom>
          <a:noFill/>
        </p:spPr>
        <p:txBody>
          <a:bodyPr wrap="square" lIns="25400" tIns="12700" rIns="25400" bIns="12700" anchor="t">
            <a:spAutoFit/>
          </a:bodyPr>
          <a:lstStyle/>
          <a:p>
            <a:pPr algn="l"/>
            <a:r>
              <a:rPr sz="1400" b="1" dirty="0">
                <a:solidFill>
                  <a:schemeClr val="bg2">
                    <a:lumMod val="75000"/>
                  </a:schemeClr>
                </a:solidFill>
                <a:latin typeface="Inter"/>
              </a:rPr>
              <a:t>network_metrics.py</a:t>
            </a:r>
          </a:p>
        </p:txBody>
      </p:sp>
      <p:sp>
        <p:nvSpPr>
          <p:cNvPr id="20" name="TextBox 19"/>
          <p:cNvSpPr txBox="1"/>
          <p:nvPr/>
        </p:nvSpPr>
        <p:spPr>
          <a:xfrm>
            <a:off x="731520" y="4626864"/>
            <a:ext cx="4453128" cy="394980"/>
          </a:xfrm>
          <a:prstGeom prst="rect">
            <a:avLst/>
          </a:prstGeom>
          <a:noFill/>
        </p:spPr>
        <p:txBody>
          <a:bodyPr wrap="square" lIns="25400" tIns="12700" rIns="25400" bIns="12700" anchor="t">
            <a:spAutoFit/>
          </a:bodyPr>
          <a:lstStyle/>
          <a:p>
            <a:pPr algn="ctr"/>
            <a:r>
              <a:rPr sz="1200" b="0" dirty="0">
                <a:solidFill>
                  <a:srgbClr val="607487"/>
                </a:solidFill>
                <a:latin typeface="Inter"/>
              </a:rPr>
              <a:t>criticality • branch margin • load density
transmission-width heuristic</a:t>
            </a:r>
          </a:p>
        </p:txBody>
      </p:sp>
      <p:sp>
        <p:nvSpPr>
          <p:cNvPr id="21" name="Rounded Rectangle 20"/>
          <p:cNvSpPr/>
          <p:nvPr/>
        </p:nvSpPr>
        <p:spPr>
          <a:xfrm>
            <a:off x="566928" y="5513832"/>
            <a:ext cx="4709160" cy="749808"/>
          </a:xfrm>
          <a:prstGeom prst="roundRect">
            <a:avLst/>
          </a:prstGeom>
          <a:solidFill>
            <a:srgbClr val="F7FAFC"/>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5632704"/>
            <a:ext cx="4352544" cy="187231"/>
          </a:xfrm>
          <a:prstGeom prst="rect">
            <a:avLst/>
          </a:prstGeom>
          <a:noFill/>
        </p:spPr>
        <p:txBody>
          <a:bodyPr wrap="square" lIns="25400" tIns="12700" rIns="25400" bIns="12700" anchor="t">
            <a:spAutoFit/>
          </a:bodyPr>
          <a:lstStyle/>
          <a:p>
            <a:pPr algn="l"/>
            <a:r>
              <a:rPr sz="1050" b="1">
                <a:solidFill>
                  <a:srgbClr val="102235"/>
                </a:solidFill>
                <a:latin typeface="Inter"/>
              </a:rPr>
              <a:t>Defender: maximize served load subject to DC physics + recourse</a:t>
            </a:r>
          </a:p>
        </p:txBody>
      </p:sp>
      <p:sp>
        <p:nvSpPr>
          <p:cNvPr id="23" name="TextBox 22"/>
          <p:cNvSpPr txBox="1"/>
          <p:nvPr/>
        </p:nvSpPr>
        <p:spPr>
          <a:xfrm>
            <a:off x="749808" y="5907024"/>
            <a:ext cx="4352544" cy="210314"/>
          </a:xfrm>
          <a:prstGeom prst="rect">
            <a:avLst/>
          </a:prstGeom>
          <a:noFill/>
        </p:spPr>
        <p:txBody>
          <a:bodyPr wrap="square" lIns="25400" tIns="12700" rIns="25400" bIns="12700" anchor="t">
            <a:spAutoFit/>
          </a:bodyPr>
          <a:lstStyle/>
          <a:p>
            <a:pPr algn="ctr"/>
            <a:r>
              <a:rPr sz="1050" b="0" dirty="0">
                <a:solidFill>
                  <a:srgbClr val="607487"/>
                </a:solidFill>
                <a:latin typeface="Inter"/>
              </a:rPr>
              <a:t>pᵢⱼ = bᵢⱼ(θᵢ−θⱼ)   •   |pᵢⱼ| ≤ tᵢⱼ   •   ramp + </a:t>
            </a:r>
            <a:r>
              <a:rPr sz="1200" b="0" dirty="0">
                <a:solidFill>
                  <a:srgbClr val="607487"/>
                </a:solidFill>
                <a:latin typeface="Inter"/>
              </a:rPr>
              <a:t>on</a:t>
            </a:r>
            <a:r>
              <a:rPr sz="1050" b="0" dirty="0">
                <a:solidFill>
                  <a:srgbClr val="607487"/>
                </a:solidFill>
                <a:latin typeface="Inter"/>
              </a:rPr>
              <a:t>/off</a:t>
            </a:r>
          </a:p>
        </p:txBody>
      </p:sp>
      <p:sp>
        <p:nvSpPr>
          <p:cNvPr id="24" name="TextBox 23"/>
          <p:cNvSpPr txBox="1"/>
          <p:nvPr/>
        </p:nvSpPr>
        <p:spPr>
          <a:xfrm>
            <a:off x="5596128" y="1335024"/>
            <a:ext cx="5897880" cy="302647"/>
          </a:xfrm>
          <a:prstGeom prst="rect">
            <a:avLst/>
          </a:prstGeom>
          <a:noFill/>
        </p:spPr>
        <p:txBody>
          <a:bodyPr wrap="square" lIns="25400" tIns="12700" rIns="25400" bIns="12700" anchor="t">
            <a:spAutoFit/>
          </a:bodyPr>
          <a:lstStyle/>
          <a:p>
            <a:pPr algn="ctr"/>
            <a:r>
              <a:rPr b="1" dirty="0">
                <a:solidFill>
                  <a:srgbClr val="102235"/>
                </a:solidFill>
                <a:latin typeface="Inter"/>
              </a:rPr>
              <a:t>Core guided-search loop</a:t>
            </a:r>
          </a:p>
        </p:txBody>
      </p:sp>
      <p:sp>
        <p:nvSpPr>
          <p:cNvPr id="25" name="Rounded Rectangle 24"/>
          <p:cNvSpPr/>
          <p:nvPr/>
        </p:nvSpPr>
        <p:spPr>
          <a:xfrm>
            <a:off x="5596128" y="1737360"/>
            <a:ext cx="5989320" cy="3182112"/>
          </a:xfrm>
          <a:prstGeom prst="roundRect">
            <a:avLst/>
          </a:prstGeom>
          <a:solidFill>
            <a:srgbClr val="0E1E2A"/>
          </a:solidFill>
          <a:ln w="12700">
            <a:solidFill>
              <a:srgbClr val="0E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07024" y="2011680"/>
            <a:ext cx="5376672" cy="2578608"/>
          </a:xfrm>
          <a:prstGeom prst="rect">
            <a:avLst/>
          </a:prstGeom>
          <a:noFill/>
        </p:spPr>
        <p:txBody>
          <a:bodyPr wrap="square" lIns="25400" tIns="12700" rIns="25400" bIns="12700" anchor="t">
            <a:spAutoFit/>
          </a:bodyPr>
          <a:lstStyle/>
          <a:p>
            <a:pPr algn="l"/>
            <a:r>
              <a:rPr sz="1240" b="0">
                <a:solidFill>
                  <a:srgbClr val="8292A2"/>
                </a:solidFill>
                <a:latin typeface="Consolas"/>
              </a:rPr>
              <a:t>for line in candidates:
    cand = defend(case, failed + [line],
                  state, ramp)
    impact[line] = shed_pu(case, cand)
next_line = max(impact, key=impact.get)
failed.append(next_line)
state = defend(case, failed, state, ramp)</a:t>
            </a:r>
          </a:p>
        </p:txBody>
      </p:sp>
      <p:sp>
        <p:nvSpPr>
          <p:cNvPr id="27" name="Rounded Rectangle 26"/>
          <p:cNvSpPr/>
          <p:nvPr/>
        </p:nvSpPr>
        <p:spPr>
          <a:xfrm>
            <a:off x="5596128" y="5193792"/>
            <a:ext cx="1773936" cy="78638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760720" y="5285231"/>
            <a:ext cx="1517904" cy="194925"/>
          </a:xfrm>
          <a:prstGeom prst="rect">
            <a:avLst/>
          </a:prstGeom>
          <a:noFill/>
        </p:spPr>
        <p:txBody>
          <a:bodyPr wrap="square" lIns="25400" tIns="12700" rIns="25400" bIns="12700" anchor="t">
            <a:spAutoFit/>
          </a:bodyPr>
          <a:lstStyle/>
          <a:p>
            <a:pPr algn="l"/>
            <a:r>
              <a:rPr sz="1100" b="1">
                <a:solidFill>
                  <a:srgbClr val="FFC000"/>
                </a:solidFill>
                <a:latin typeface="Inter"/>
              </a:rPr>
              <a:t>Input</a:t>
            </a:r>
          </a:p>
        </p:txBody>
      </p:sp>
      <p:sp>
        <p:nvSpPr>
          <p:cNvPr id="30" name="TextBox 29"/>
          <p:cNvSpPr txBox="1"/>
          <p:nvPr/>
        </p:nvSpPr>
        <p:spPr>
          <a:xfrm>
            <a:off x="5760720" y="5614416"/>
            <a:ext cx="1517904" cy="179536"/>
          </a:xfrm>
          <a:prstGeom prst="rect">
            <a:avLst/>
          </a:prstGeom>
          <a:noFill/>
        </p:spPr>
        <p:txBody>
          <a:bodyPr wrap="square" lIns="25400" tIns="12700" rIns="25400" bIns="12700" anchor="t">
            <a:spAutoFit/>
          </a:bodyPr>
          <a:lstStyle/>
          <a:p>
            <a:pPr algn="l"/>
            <a:r>
              <a:rPr sz="1000" b="0">
                <a:solidFill>
                  <a:srgbClr val="607487"/>
                </a:solidFill>
                <a:latin typeface="Inter"/>
              </a:rPr>
              <a:t>6 PGLib / MATPOWER cases</a:t>
            </a:r>
          </a:p>
        </p:txBody>
      </p:sp>
      <p:sp>
        <p:nvSpPr>
          <p:cNvPr id="31" name="Rounded Rectangle 30"/>
          <p:cNvSpPr/>
          <p:nvPr/>
        </p:nvSpPr>
        <p:spPr>
          <a:xfrm>
            <a:off x="7525512" y="5193792"/>
            <a:ext cx="1773936" cy="78638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690104" y="5285231"/>
            <a:ext cx="1517904" cy="194925"/>
          </a:xfrm>
          <a:prstGeom prst="rect">
            <a:avLst/>
          </a:prstGeom>
          <a:noFill/>
        </p:spPr>
        <p:txBody>
          <a:bodyPr wrap="square" lIns="25400" tIns="12700" rIns="25400" bIns="12700" anchor="t">
            <a:spAutoFit/>
          </a:bodyPr>
          <a:lstStyle/>
          <a:p>
            <a:pPr algn="l"/>
            <a:r>
              <a:rPr sz="1100" b="1">
                <a:solidFill>
                  <a:srgbClr val="FFC000"/>
                </a:solidFill>
                <a:latin typeface="Inter"/>
              </a:rPr>
              <a:t>Solver</a:t>
            </a:r>
          </a:p>
        </p:txBody>
      </p:sp>
      <p:sp>
        <p:nvSpPr>
          <p:cNvPr id="34" name="TextBox 33"/>
          <p:cNvSpPr txBox="1"/>
          <p:nvPr/>
        </p:nvSpPr>
        <p:spPr>
          <a:xfrm>
            <a:off x="7690104" y="5614416"/>
            <a:ext cx="1517904" cy="179536"/>
          </a:xfrm>
          <a:prstGeom prst="rect">
            <a:avLst/>
          </a:prstGeom>
          <a:noFill/>
        </p:spPr>
        <p:txBody>
          <a:bodyPr wrap="square" lIns="25400" tIns="12700" rIns="25400" bIns="12700" anchor="t">
            <a:spAutoFit/>
          </a:bodyPr>
          <a:lstStyle/>
          <a:p>
            <a:pPr algn="l"/>
            <a:r>
              <a:rPr sz="1000" b="0">
                <a:solidFill>
                  <a:srgbClr val="607487"/>
                </a:solidFill>
                <a:latin typeface="Inter"/>
              </a:rPr>
              <a:t>SciPy MILP / HiGHS</a:t>
            </a:r>
          </a:p>
        </p:txBody>
      </p:sp>
      <p:sp>
        <p:nvSpPr>
          <p:cNvPr id="35" name="Rounded Rectangle 34"/>
          <p:cNvSpPr/>
          <p:nvPr/>
        </p:nvSpPr>
        <p:spPr>
          <a:xfrm>
            <a:off x="9454896" y="5193792"/>
            <a:ext cx="2130552" cy="78638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619488" y="5285231"/>
            <a:ext cx="1874519" cy="194925"/>
          </a:xfrm>
          <a:prstGeom prst="rect">
            <a:avLst/>
          </a:prstGeom>
          <a:noFill/>
        </p:spPr>
        <p:txBody>
          <a:bodyPr wrap="square" lIns="25400" tIns="12700" rIns="25400" bIns="12700" anchor="t">
            <a:spAutoFit/>
          </a:bodyPr>
          <a:lstStyle/>
          <a:p>
            <a:pPr algn="l"/>
            <a:r>
              <a:rPr sz="1100" b="1">
                <a:solidFill>
                  <a:srgbClr val="FFC000"/>
                </a:solidFill>
                <a:latin typeface="Inter"/>
              </a:rPr>
              <a:t>Experiments</a:t>
            </a:r>
          </a:p>
        </p:txBody>
      </p:sp>
      <p:sp>
        <p:nvSpPr>
          <p:cNvPr id="38" name="TextBox 37"/>
          <p:cNvSpPr txBox="1"/>
          <p:nvPr/>
        </p:nvSpPr>
        <p:spPr>
          <a:xfrm>
            <a:off x="9619488" y="5614416"/>
            <a:ext cx="1874519" cy="333425"/>
          </a:xfrm>
          <a:prstGeom prst="rect">
            <a:avLst/>
          </a:prstGeom>
          <a:noFill/>
        </p:spPr>
        <p:txBody>
          <a:bodyPr wrap="square" lIns="25400" tIns="12700" rIns="25400" bIns="12700" anchor="t">
            <a:spAutoFit/>
          </a:bodyPr>
          <a:lstStyle/>
          <a:p>
            <a:pPr algn="l"/>
            <a:r>
              <a:rPr sz="1000" b="0">
                <a:solidFill>
                  <a:srgbClr val="607487"/>
                </a:solidFill>
                <a:latin typeface="Inter"/>
              </a:rPr>
              <a:t>k • ramp • sequence • perturbation</a:t>
            </a:r>
          </a:p>
        </p:txBody>
      </p:sp>
      <p:sp>
        <p:nvSpPr>
          <p:cNvPr id="39" name="TextBox 38"/>
          <p:cNvSpPr txBox="1"/>
          <p:nvPr/>
        </p:nvSpPr>
        <p:spPr>
          <a:xfrm>
            <a:off x="5623560" y="6181344"/>
            <a:ext cx="5806440" cy="241092"/>
          </a:xfrm>
          <a:prstGeom prst="rect">
            <a:avLst/>
          </a:prstGeom>
          <a:noFill/>
        </p:spPr>
        <p:txBody>
          <a:bodyPr wrap="square" lIns="25400" tIns="12700" rIns="25400" bIns="12700" anchor="t">
            <a:spAutoFit/>
          </a:bodyPr>
          <a:lstStyle/>
          <a:p>
            <a:pPr algn="l"/>
            <a:r>
              <a:rPr sz="1400" b="1" dirty="0">
                <a:solidFill>
                  <a:schemeClr val="bg2">
                    <a:lumMod val="75000"/>
                  </a:schemeClr>
                </a:solidFill>
                <a:latin typeface="Inter"/>
              </a:rPr>
              <a:t>Independent implementation: no </a:t>
            </a:r>
            <a:r>
              <a:rPr sz="1400" b="1" dirty="0" err="1">
                <a:solidFill>
                  <a:schemeClr val="bg2">
                    <a:lumMod val="75000"/>
                  </a:schemeClr>
                </a:solidFill>
                <a:latin typeface="Inter"/>
              </a:rPr>
              <a:t>PowerModels</a:t>
            </a:r>
            <a:r>
              <a:rPr sz="1400" b="1" dirty="0">
                <a:solidFill>
                  <a:schemeClr val="bg2">
                    <a:lumMod val="75000"/>
                  </a:schemeClr>
                </a:solidFill>
                <a:latin typeface="Inter"/>
              </a:rPr>
              <a:t>/</a:t>
            </a:r>
            <a:r>
              <a:rPr sz="1400" b="1" dirty="0" err="1">
                <a:solidFill>
                  <a:schemeClr val="bg2">
                    <a:lumMod val="75000"/>
                  </a:schemeClr>
                </a:solidFill>
                <a:latin typeface="Inter"/>
              </a:rPr>
              <a:t>JuMP</a:t>
            </a:r>
            <a:r>
              <a:rPr sz="1400" b="1" dirty="0">
                <a:solidFill>
                  <a:schemeClr val="bg2">
                    <a:lumMod val="75000"/>
                  </a:schemeClr>
                </a:solidFill>
                <a:latin typeface="Inter"/>
              </a:rPr>
              <a:t>/</a:t>
            </a:r>
            <a:r>
              <a:rPr sz="1400" b="1" dirty="0" err="1">
                <a:solidFill>
                  <a:schemeClr val="bg2">
                    <a:lumMod val="75000"/>
                  </a:schemeClr>
                </a:solidFill>
                <a:latin typeface="Inter"/>
              </a:rPr>
              <a:t>Gurobi</a:t>
            </a:r>
            <a:r>
              <a:rPr sz="1400" b="1" dirty="0">
                <a:solidFill>
                  <a:schemeClr val="bg2">
                    <a:lumMod val="75000"/>
                  </a:schemeClr>
                </a:solidFill>
                <a:latin typeface="Inter"/>
              </a:rPr>
              <a:t> dependency.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790699" y="339408"/>
            <a:ext cx="1427122" cy="535531"/>
          </a:xfrm>
        </p:spPr>
        <p:txBody>
          <a:bodyPr wrap="none" anchor="ctr"/>
          <a:lstStyle/>
          <a:p>
            <a:pPr algn="ctr"/>
            <a:r>
              <a:rPr dirty="0">
                <a:solidFill>
                  <a:srgbClr val="FFFFFF"/>
                </a:solidFill>
                <a:latin typeface="Inter"/>
              </a:rPr>
              <a:t>Results</a:t>
            </a:r>
          </a:p>
        </p:txBody>
      </p:sp>
      <p:sp>
        <p:nvSpPr>
          <p:cNvPr id="6" name="Text Placeholder 5"/>
          <p:cNvSpPr>
            <a:spLocks noGrp="1"/>
          </p:cNvSpPr>
          <p:nvPr>
            <p:ph type="body" sz="quarter" idx="16"/>
          </p:nvPr>
        </p:nvSpPr>
        <p:spPr/>
        <p:txBody>
          <a:bodyPr/>
          <a:lstStyle/>
          <a:p>
            <a:r>
              <a:rPr sz="2700" dirty="0">
                <a:solidFill>
                  <a:srgbClr val="102235"/>
                </a:solidFill>
                <a:latin typeface="Inter Display"/>
              </a:rPr>
              <a:t>Independent Python results — verification, sensitivity, and failure modes</a:t>
            </a:r>
          </a:p>
        </p:txBody>
      </p:sp>
      <p:sp>
        <p:nvSpPr>
          <p:cNvPr id="7" name="TextBox 6"/>
          <p:cNvSpPr txBox="1"/>
          <p:nvPr/>
        </p:nvSpPr>
        <p:spPr>
          <a:xfrm>
            <a:off x="11521440" y="6473952"/>
            <a:ext cx="320040" cy="201168"/>
          </a:xfrm>
          <a:prstGeom prst="rect">
            <a:avLst/>
          </a:prstGeom>
          <a:noFill/>
        </p:spPr>
        <p:txBody>
          <a:bodyPr wrap="square" lIns="25400" tIns="12700" rIns="25400" bIns="12700" anchor="t">
            <a:spAutoFit/>
          </a:bodyPr>
          <a:lstStyle/>
          <a:p>
            <a:pPr algn="r"/>
            <a:r>
              <a:rPr sz="850" b="0">
                <a:solidFill>
                  <a:srgbClr val="63B3ED"/>
                </a:solidFill>
                <a:latin typeface="Inter"/>
              </a:rPr>
              <a:t>13</a:t>
            </a:r>
          </a:p>
        </p:txBody>
      </p:sp>
      <p:sp>
        <p:nvSpPr>
          <p:cNvPr id="8" name="TextBox 7"/>
          <p:cNvSpPr txBox="1"/>
          <p:nvPr/>
        </p:nvSpPr>
        <p:spPr>
          <a:xfrm>
            <a:off x="617220" y="1389888"/>
            <a:ext cx="11064240" cy="234936"/>
          </a:xfrm>
          <a:prstGeom prst="rect">
            <a:avLst/>
          </a:prstGeom>
          <a:noFill/>
        </p:spPr>
        <p:txBody>
          <a:bodyPr wrap="square" lIns="25400" tIns="12700" rIns="25400" bIns="12700" anchor="t">
            <a:spAutoFit/>
          </a:bodyPr>
          <a:lstStyle/>
          <a:p>
            <a:pPr algn="ctr"/>
            <a:r>
              <a:rPr sz="1360" b="1" dirty="0">
                <a:solidFill>
                  <a:srgbClr val="102235"/>
                </a:solidFill>
                <a:latin typeface="Inter"/>
              </a:rPr>
              <a:t>Four checks answer four different questions</a:t>
            </a:r>
          </a:p>
        </p:txBody>
      </p:sp>
      <p:pic>
        <p:nvPicPr>
          <p:cNvPr id="9" name="Picture 8" descr="python_results_dashboard_compact.png"/>
          <p:cNvPicPr>
            <a:picLocks noChangeAspect="1"/>
          </p:cNvPicPr>
          <p:nvPr/>
        </p:nvPicPr>
        <p:blipFill>
          <a:blip r:embed="rId2"/>
          <a:stretch>
            <a:fillRect/>
          </a:stretch>
        </p:blipFill>
        <p:spPr>
          <a:xfrm>
            <a:off x="868680" y="1664208"/>
            <a:ext cx="10424160" cy="4553712"/>
          </a:xfrm>
          <a:prstGeom prst="rect">
            <a:avLst/>
          </a:prstGeom>
        </p:spPr>
      </p:pic>
      <p:sp>
        <p:nvSpPr>
          <p:cNvPr id="11" name="TextBox 10"/>
          <p:cNvSpPr txBox="1"/>
          <p:nvPr/>
        </p:nvSpPr>
        <p:spPr>
          <a:xfrm>
            <a:off x="749808" y="6300216"/>
            <a:ext cx="10607040" cy="456535"/>
          </a:xfrm>
          <a:prstGeom prst="rect">
            <a:avLst/>
          </a:prstGeom>
          <a:noFill/>
        </p:spPr>
        <p:txBody>
          <a:bodyPr wrap="square" lIns="25400" tIns="12700" rIns="25400" bIns="12700" anchor="t">
            <a:spAutoFit/>
          </a:bodyPr>
          <a:lstStyle/>
          <a:p>
            <a:pPr algn="ctr"/>
            <a:r>
              <a:rPr lang="en-IN" sz="1400" b="1" dirty="0">
                <a:solidFill>
                  <a:srgbClr val="102235"/>
                </a:solidFill>
                <a:latin typeface="Inter"/>
              </a:rPr>
              <a:t>•  </a:t>
            </a:r>
            <a:r>
              <a:rPr sz="1400" b="1" dirty="0">
                <a:solidFill>
                  <a:srgbClr val="102235"/>
                </a:solidFill>
                <a:latin typeface="Inter"/>
              </a:rPr>
              <a:t>Exact optimum recovered on Case14  •  Case39 guided ≈ 0–1.1% error  •  binary generator recourse matters  •  ±5% loads can swing damage from 29.4 → 46.4 </a:t>
            </a:r>
            <a:r>
              <a:rPr sz="1400" b="1" dirty="0" err="1">
                <a:solidFill>
                  <a:srgbClr val="102235"/>
                </a:solidFill>
                <a:latin typeface="Inter"/>
              </a:rPr>
              <a:t>p.u</a:t>
            </a:r>
            <a:r>
              <a:rPr sz="1400" b="1" dirty="0">
                <a:solidFill>
                  <a:srgbClr val="102235"/>
                </a:solidFill>
                <a:latin typeface="Inter"/>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83898" y="367108"/>
            <a:ext cx="1240724" cy="480131"/>
          </a:xfrm>
        </p:spPr>
        <p:txBody>
          <a:bodyPr wrap="none" anchor="ctr"/>
          <a:lstStyle/>
          <a:p>
            <a:pPr algn="ctr"/>
            <a:r>
              <a:rPr sz="2800">
                <a:solidFill>
                  <a:srgbClr val="FFFFFF"/>
                </a:solidFill>
                <a:latin typeface="Inter"/>
              </a:rPr>
              <a:t>Impact</a:t>
            </a:r>
          </a:p>
        </p:txBody>
      </p:sp>
      <p:sp>
        <p:nvSpPr>
          <p:cNvPr id="6" name="Text Placeholder 5"/>
          <p:cNvSpPr>
            <a:spLocks noGrp="1"/>
          </p:cNvSpPr>
          <p:nvPr>
            <p:ph type="body" sz="quarter" idx="16"/>
          </p:nvPr>
        </p:nvSpPr>
        <p:spPr>
          <a:xfrm>
            <a:off x="2834928" y="367596"/>
            <a:ext cx="9084398" cy="867930"/>
          </a:xfrm>
        </p:spPr>
        <p:txBody>
          <a:bodyPr/>
          <a:lstStyle/>
          <a:p>
            <a:r>
              <a:rPr sz="2800">
                <a:solidFill>
                  <a:srgbClr val="102235"/>
                </a:solidFill>
                <a:latin typeface="Inter Display"/>
              </a:rPr>
              <a:t>From sequential-attack analysis to practical grid-resilience use cases</a:t>
            </a:r>
          </a:p>
        </p:txBody>
      </p:sp>
      <p:sp>
        <p:nvSpPr>
          <p:cNvPr id="7" name="TextBox 6"/>
          <p:cNvSpPr txBox="1"/>
          <p:nvPr/>
        </p:nvSpPr>
        <p:spPr>
          <a:xfrm>
            <a:off x="11521440" y="6473952"/>
            <a:ext cx="320040" cy="187231"/>
          </a:xfrm>
          <a:prstGeom prst="rect">
            <a:avLst/>
          </a:prstGeom>
          <a:noFill/>
        </p:spPr>
        <p:txBody>
          <a:bodyPr wrap="square" lIns="25400" tIns="12700" rIns="25400" bIns="12700" anchor="t">
            <a:spAutoFit/>
          </a:bodyPr>
          <a:lstStyle/>
          <a:p>
            <a:pPr algn="r"/>
            <a:r>
              <a:rPr sz="1050" b="0">
                <a:solidFill>
                  <a:srgbClr val="63B3ED"/>
                </a:solidFill>
                <a:latin typeface="Inter"/>
              </a:rPr>
              <a:t>14</a:t>
            </a:r>
          </a:p>
        </p:txBody>
      </p:sp>
      <p:sp>
        <p:nvSpPr>
          <p:cNvPr id="8" name="TextBox 7"/>
          <p:cNvSpPr txBox="1"/>
          <p:nvPr/>
        </p:nvSpPr>
        <p:spPr>
          <a:xfrm>
            <a:off x="645403" y="1361561"/>
            <a:ext cx="10972800" cy="302647"/>
          </a:xfrm>
          <a:prstGeom prst="rect">
            <a:avLst/>
          </a:prstGeom>
          <a:noFill/>
        </p:spPr>
        <p:txBody>
          <a:bodyPr wrap="square" lIns="25400" tIns="12700" rIns="25400" bIns="12700" anchor="t">
            <a:spAutoFit/>
          </a:bodyPr>
          <a:lstStyle/>
          <a:p>
            <a:pPr algn="ctr"/>
            <a:r>
              <a:rPr lang="en-US" b="1" dirty="0">
                <a:solidFill>
                  <a:srgbClr val="102235"/>
                </a:solidFill>
                <a:latin typeface="Inter"/>
              </a:rPr>
              <a:t>CPS </a:t>
            </a:r>
            <a:r>
              <a:rPr b="1" dirty="0">
                <a:solidFill>
                  <a:srgbClr val="102235"/>
                </a:solidFill>
                <a:latin typeface="Inter"/>
              </a:rPr>
              <a:t>problem: every decision changes the physical state seen by the next decision</a:t>
            </a:r>
          </a:p>
        </p:txBody>
      </p:sp>
      <p:sp>
        <p:nvSpPr>
          <p:cNvPr id="9" name="Rounded Rectangle 8"/>
          <p:cNvSpPr/>
          <p:nvPr/>
        </p:nvSpPr>
        <p:spPr>
          <a:xfrm>
            <a:off x="621792" y="1810512"/>
            <a:ext cx="1938528" cy="60350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0" name="Rectangle 9"/>
          <p:cNvSpPr/>
          <p:nvPr/>
        </p:nvSpPr>
        <p:spPr>
          <a:xfrm>
            <a:off x="621792" y="1810512"/>
            <a:ext cx="1938528" cy="54864"/>
          </a:xfrm>
          <a:prstGeom prst="rect">
            <a:avLst/>
          </a:prstGeom>
          <a:solidFill>
            <a:srgbClr val="F28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TextBox 10"/>
          <p:cNvSpPr txBox="1"/>
          <p:nvPr/>
        </p:nvSpPr>
        <p:spPr>
          <a:xfrm>
            <a:off x="694944" y="1984248"/>
            <a:ext cx="1792224" cy="210314"/>
          </a:xfrm>
          <a:prstGeom prst="rect">
            <a:avLst/>
          </a:prstGeom>
          <a:noFill/>
        </p:spPr>
        <p:txBody>
          <a:bodyPr wrap="square" lIns="25400" tIns="12700" rIns="25400" bIns="12700" anchor="t">
            <a:spAutoFit/>
          </a:bodyPr>
          <a:lstStyle/>
          <a:p>
            <a:pPr algn="ctr"/>
            <a:r>
              <a:rPr sz="1200" b="1">
                <a:solidFill>
                  <a:srgbClr val="102235"/>
                </a:solidFill>
                <a:latin typeface="Inter"/>
              </a:rPr>
              <a:t>Attack / contingency</a:t>
            </a:r>
          </a:p>
        </p:txBody>
      </p:sp>
      <p:sp>
        <p:nvSpPr>
          <p:cNvPr id="12" name="Chevron 11"/>
          <p:cNvSpPr/>
          <p:nvPr/>
        </p:nvSpPr>
        <p:spPr>
          <a:xfrm>
            <a:off x="2615184" y="2011680"/>
            <a:ext cx="256032" cy="182880"/>
          </a:xfrm>
          <a:prstGeom prst="chevron">
            <a:avLst/>
          </a:prstGeom>
          <a:solidFill>
            <a:srgbClr val="B8C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3" name="Rounded Rectangle 12"/>
          <p:cNvSpPr/>
          <p:nvPr/>
        </p:nvSpPr>
        <p:spPr>
          <a:xfrm>
            <a:off x="2953512" y="1810512"/>
            <a:ext cx="1938528" cy="60350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4" name="Rectangle 13"/>
          <p:cNvSpPr/>
          <p:nvPr/>
        </p:nvSpPr>
        <p:spPr>
          <a:xfrm>
            <a:off x="2953512" y="1810512"/>
            <a:ext cx="1938528" cy="54864"/>
          </a:xfrm>
          <a:prstGeom prst="rect">
            <a:avLst/>
          </a:prstGeom>
          <a:solidFill>
            <a:srgbClr val="10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5" name="TextBox 14"/>
          <p:cNvSpPr txBox="1"/>
          <p:nvPr/>
        </p:nvSpPr>
        <p:spPr>
          <a:xfrm>
            <a:off x="3026664" y="1984248"/>
            <a:ext cx="1792224" cy="210314"/>
          </a:xfrm>
          <a:prstGeom prst="rect">
            <a:avLst/>
          </a:prstGeom>
          <a:noFill/>
        </p:spPr>
        <p:txBody>
          <a:bodyPr wrap="square" lIns="25400" tIns="12700" rIns="25400" bIns="12700" anchor="t">
            <a:spAutoFit/>
          </a:bodyPr>
          <a:lstStyle/>
          <a:p>
            <a:pPr algn="ctr"/>
            <a:r>
              <a:rPr sz="1200" b="1">
                <a:solidFill>
                  <a:srgbClr val="102235"/>
                </a:solidFill>
                <a:latin typeface="Inter"/>
              </a:rPr>
              <a:t>Power-flow response</a:t>
            </a:r>
          </a:p>
        </p:txBody>
      </p:sp>
      <p:sp>
        <p:nvSpPr>
          <p:cNvPr id="16" name="Chevron 15"/>
          <p:cNvSpPr/>
          <p:nvPr/>
        </p:nvSpPr>
        <p:spPr>
          <a:xfrm>
            <a:off x="4946904" y="2011680"/>
            <a:ext cx="256032" cy="182880"/>
          </a:xfrm>
          <a:prstGeom prst="chevron">
            <a:avLst/>
          </a:prstGeom>
          <a:solidFill>
            <a:srgbClr val="B8C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7" name="Rounded Rectangle 16"/>
          <p:cNvSpPr/>
          <p:nvPr/>
        </p:nvSpPr>
        <p:spPr>
          <a:xfrm>
            <a:off x="5285231" y="1810512"/>
            <a:ext cx="1938528" cy="60350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ectangle 17"/>
          <p:cNvSpPr/>
          <p:nvPr/>
        </p:nvSpPr>
        <p:spPr>
          <a:xfrm>
            <a:off x="5285231" y="1810512"/>
            <a:ext cx="1938528" cy="54864"/>
          </a:xfrm>
          <a:prstGeom prst="rect">
            <a:avLst/>
          </a:prstGeom>
          <a:solidFill>
            <a:srgbClr val="3E7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9" name="TextBox 18"/>
          <p:cNvSpPr txBox="1"/>
          <p:nvPr/>
        </p:nvSpPr>
        <p:spPr>
          <a:xfrm>
            <a:off x="5358383" y="1984248"/>
            <a:ext cx="1792224" cy="210314"/>
          </a:xfrm>
          <a:prstGeom prst="rect">
            <a:avLst/>
          </a:prstGeom>
          <a:noFill/>
        </p:spPr>
        <p:txBody>
          <a:bodyPr wrap="square" lIns="25400" tIns="12700" rIns="25400" bIns="12700" anchor="t">
            <a:spAutoFit/>
          </a:bodyPr>
          <a:lstStyle/>
          <a:p>
            <a:pPr algn="ctr"/>
            <a:r>
              <a:rPr sz="1200" b="1">
                <a:solidFill>
                  <a:srgbClr val="102235"/>
                </a:solidFill>
                <a:latin typeface="Inter"/>
              </a:rPr>
              <a:t>Control / redispatch</a:t>
            </a:r>
          </a:p>
        </p:txBody>
      </p:sp>
      <p:sp>
        <p:nvSpPr>
          <p:cNvPr id="20" name="Chevron 19"/>
          <p:cNvSpPr/>
          <p:nvPr/>
        </p:nvSpPr>
        <p:spPr>
          <a:xfrm>
            <a:off x="7278623" y="2011680"/>
            <a:ext cx="256032" cy="182880"/>
          </a:xfrm>
          <a:prstGeom prst="chevron">
            <a:avLst/>
          </a:prstGeom>
          <a:solidFill>
            <a:srgbClr val="B8C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1" name="Rounded Rectangle 20"/>
          <p:cNvSpPr/>
          <p:nvPr/>
        </p:nvSpPr>
        <p:spPr>
          <a:xfrm>
            <a:off x="7616951" y="1810512"/>
            <a:ext cx="1938528" cy="60350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2" name="Rectangle 21"/>
          <p:cNvSpPr/>
          <p:nvPr/>
        </p:nvSpPr>
        <p:spPr>
          <a:xfrm>
            <a:off x="7616951" y="1810512"/>
            <a:ext cx="1938528" cy="54864"/>
          </a:xfrm>
          <a:prstGeom prst="rect">
            <a:avLst/>
          </a:prstGeom>
          <a:solidFill>
            <a:srgbClr val="10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3" name="TextBox 22"/>
          <p:cNvSpPr txBox="1"/>
          <p:nvPr/>
        </p:nvSpPr>
        <p:spPr>
          <a:xfrm>
            <a:off x="7690103" y="1984248"/>
            <a:ext cx="1792224" cy="210314"/>
          </a:xfrm>
          <a:prstGeom prst="rect">
            <a:avLst/>
          </a:prstGeom>
          <a:noFill/>
        </p:spPr>
        <p:txBody>
          <a:bodyPr wrap="square" lIns="25400" tIns="12700" rIns="25400" bIns="12700" anchor="t">
            <a:spAutoFit/>
          </a:bodyPr>
          <a:lstStyle/>
          <a:p>
            <a:pPr algn="ctr"/>
            <a:r>
              <a:rPr sz="1200" b="1">
                <a:solidFill>
                  <a:srgbClr val="102235"/>
                </a:solidFill>
                <a:latin typeface="Inter"/>
              </a:rPr>
              <a:t>New grid state</a:t>
            </a:r>
          </a:p>
        </p:txBody>
      </p:sp>
      <p:sp>
        <p:nvSpPr>
          <p:cNvPr id="24" name="Chevron 23"/>
          <p:cNvSpPr/>
          <p:nvPr/>
        </p:nvSpPr>
        <p:spPr>
          <a:xfrm>
            <a:off x="9610343" y="2011680"/>
            <a:ext cx="256032" cy="182880"/>
          </a:xfrm>
          <a:prstGeom prst="chevron">
            <a:avLst/>
          </a:prstGeom>
          <a:solidFill>
            <a:srgbClr val="B8C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5" name="Rounded Rectangle 24"/>
          <p:cNvSpPr/>
          <p:nvPr/>
        </p:nvSpPr>
        <p:spPr>
          <a:xfrm>
            <a:off x="9948672" y="1810512"/>
            <a:ext cx="1938528" cy="603504"/>
          </a:xfrm>
          <a:prstGeom prst="roundRect">
            <a:avLst/>
          </a:prstGeom>
          <a:solidFill>
            <a:srgbClr val="FFFFFF"/>
          </a:solidFill>
          <a:ln w="12700">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6" name="Rectangle 25"/>
          <p:cNvSpPr/>
          <p:nvPr/>
        </p:nvSpPr>
        <p:spPr>
          <a:xfrm>
            <a:off x="9948672" y="1810512"/>
            <a:ext cx="1938528" cy="54864"/>
          </a:xfrm>
          <a:prstGeom prst="rect">
            <a:avLst/>
          </a:prstGeom>
          <a:solidFill>
            <a:srgbClr val="F28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7" name="TextBox 26"/>
          <p:cNvSpPr txBox="1"/>
          <p:nvPr/>
        </p:nvSpPr>
        <p:spPr>
          <a:xfrm>
            <a:off x="10021824" y="1984248"/>
            <a:ext cx="1792224" cy="210314"/>
          </a:xfrm>
          <a:prstGeom prst="rect">
            <a:avLst/>
          </a:prstGeom>
          <a:noFill/>
        </p:spPr>
        <p:txBody>
          <a:bodyPr wrap="square" lIns="25400" tIns="12700" rIns="25400" bIns="12700" anchor="t">
            <a:spAutoFit/>
          </a:bodyPr>
          <a:lstStyle/>
          <a:p>
            <a:pPr algn="ctr"/>
            <a:r>
              <a:rPr sz="1200" b="1">
                <a:solidFill>
                  <a:srgbClr val="102235"/>
                </a:solidFill>
                <a:latin typeface="Inter"/>
              </a:rPr>
              <a:t>Next decision</a:t>
            </a:r>
          </a:p>
        </p:txBody>
      </p:sp>
      <p:sp>
        <p:nvSpPr>
          <p:cNvPr id="28" name="Rounded Rectangle 27"/>
          <p:cNvSpPr/>
          <p:nvPr/>
        </p:nvSpPr>
        <p:spPr>
          <a:xfrm>
            <a:off x="2395728" y="2651522"/>
            <a:ext cx="3529584" cy="2331720"/>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0" name="TextBox 29"/>
          <p:cNvSpPr txBox="1"/>
          <p:nvPr/>
        </p:nvSpPr>
        <p:spPr>
          <a:xfrm>
            <a:off x="2560320" y="2742962"/>
            <a:ext cx="3273552" cy="271869"/>
          </a:xfrm>
          <a:prstGeom prst="rect">
            <a:avLst/>
          </a:prstGeom>
          <a:noFill/>
        </p:spPr>
        <p:txBody>
          <a:bodyPr wrap="square" lIns="25400" tIns="12700" rIns="25400" bIns="12700" anchor="t">
            <a:spAutoFit/>
          </a:bodyPr>
          <a:lstStyle/>
          <a:p>
            <a:pPr algn="ctr"/>
            <a:r>
              <a:rPr sz="1600" b="1" dirty="0">
                <a:solidFill>
                  <a:srgbClr val="102235"/>
                </a:solidFill>
                <a:latin typeface="Inter"/>
              </a:rPr>
              <a:t>Grid operator / planner</a:t>
            </a:r>
          </a:p>
        </p:txBody>
      </p:sp>
      <p:sp>
        <p:nvSpPr>
          <p:cNvPr id="31" name="TextBox 30"/>
          <p:cNvSpPr txBox="1"/>
          <p:nvPr/>
        </p:nvSpPr>
        <p:spPr>
          <a:xfrm>
            <a:off x="2560320" y="3072146"/>
            <a:ext cx="3273552" cy="1995418"/>
          </a:xfrm>
          <a:prstGeom prst="rect">
            <a:avLst/>
          </a:prstGeom>
          <a:noFill/>
        </p:spPr>
        <p:txBody>
          <a:bodyPr wrap="square" lIns="25400" tIns="12700" rIns="25400" bIns="12700" anchor="t">
            <a:spAutoFit/>
          </a:bodyPr>
          <a:lstStyle/>
          <a:p>
            <a:pPr algn="l"/>
            <a:r>
              <a:rPr sz="1600" b="0" dirty="0">
                <a:solidFill>
                  <a:srgbClr val="607487"/>
                </a:solidFill>
                <a:latin typeface="Inter"/>
              </a:rPr>
              <a:t>• screen dangerous ordered N-k contingencies
• rank corridors for hardening / redundancy
• test emergency redispatch + load-shed limits
• compare short vs long recovery intervals</a:t>
            </a:r>
          </a:p>
        </p:txBody>
      </p:sp>
      <p:sp>
        <p:nvSpPr>
          <p:cNvPr id="32" name="Rounded Rectangle 31"/>
          <p:cNvSpPr/>
          <p:nvPr/>
        </p:nvSpPr>
        <p:spPr>
          <a:xfrm>
            <a:off x="6153912" y="2651522"/>
            <a:ext cx="3529584" cy="2331720"/>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4" name="TextBox 33"/>
          <p:cNvSpPr txBox="1"/>
          <p:nvPr/>
        </p:nvSpPr>
        <p:spPr>
          <a:xfrm>
            <a:off x="6318504" y="2742962"/>
            <a:ext cx="3273552" cy="271869"/>
          </a:xfrm>
          <a:prstGeom prst="rect">
            <a:avLst/>
          </a:prstGeom>
          <a:noFill/>
        </p:spPr>
        <p:txBody>
          <a:bodyPr wrap="square" lIns="25400" tIns="12700" rIns="25400" bIns="12700" anchor="t">
            <a:spAutoFit/>
          </a:bodyPr>
          <a:lstStyle/>
          <a:p>
            <a:pPr algn="ctr"/>
            <a:r>
              <a:rPr sz="1600" b="1" dirty="0">
                <a:solidFill>
                  <a:srgbClr val="102235"/>
                </a:solidFill>
                <a:latin typeface="Inter"/>
              </a:rPr>
              <a:t>Security / preparedness</a:t>
            </a:r>
          </a:p>
        </p:txBody>
      </p:sp>
      <p:sp>
        <p:nvSpPr>
          <p:cNvPr id="35" name="TextBox 34"/>
          <p:cNvSpPr txBox="1"/>
          <p:nvPr/>
        </p:nvSpPr>
        <p:spPr>
          <a:xfrm>
            <a:off x="6318504" y="3072146"/>
            <a:ext cx="3273552" cy="1749197"/>
          </a:xfrm>
          <a:prstGeom prst="rect">
            <a:avLst/>
          </a:prstGeom>
          <a:noFill/>
        </p:spPr>
        <p:txBody>
          <a:bodyPr wrap="square" lIns="25400" tIns="12700" rIns="25400" bIns="12700" anchor="t">
            <a:spAutoFit/>
          </a:bodyPr>
          <a:lstStyle/>
          <a:p>
            <a:pPr algn="l"/>
            <a:r>
              <a:rPr sz="1400" b="0" dirty="0">
                <a:solidFill>
                  <a:srgbClr val="607487"/>
                </a:solidFill>
                <a:latin typeface="Inter"/>
              </a:rPr>
              <a:t>• identify critical attack prefixes, not only line sets
• prioritize protection of high-consequence assets
• build red-team stress tests and operator drills
• explain why the same failures in another order differ</a:t>
            </a:r>
          </a:p>
        </p:txBody>
      </p:sp>
      <p:sp>
        <p:nvSpPr>
          <p:cNvPr id="41" name="TextBox 40"/>
          <p:cNvSpPr txBox="1"/>
          <p:nvPr/>
        </p:nvSpPr>
        <p:spPr>
          <a:xfrm>
            <a:off x="405114" y="5496439"/>
            <a:ext cx="1588278" cy="333425"/>
          </a:xfrm>
          <a:prstGeom prst="rect">
            <a:avLst/>
          </a:prstGeom>
          <a:noFill/>
        </p:spPr>
        <p:txBody>
          <a:bodyPr wrap="square" lIns="25400" tIns="12700" rIns="25400" bIns="12700" anchor="t">
            <a:spAutoFit/>
          </a:bodyPr>
          <a:lstStyle/>
          <a:p>
            <a:pPr algn="l"/>
            <a:r>
              <a:rPr b="1" dirty="0">
                <a:solidFill>
                  <a:srgbClr val="F28C35"/>
                </a:solidFill>
                <a:latin typeface="Inter"/>
              </a:rPr>
              <a:t> </a:t>
            </a:r>
            <a:r>
              <a:rPr lang="en-US" b="1" dirty="0">
                <a:solidFill>
                  <a:srgbClr val="F28C35"/>
                </a:solidFill>
                <a:latin typeface="Inter"/>
              </a:rPr>
              <a:t>CPS </a:t>
            </a:r>
            <a:r>
              <a:rPr sz="2000" b="1" dirty="0">
                <a:solidFill>
                  <a:srgbClr val="F28C35"/>
                </a:solidFill>
                <a:latin typeface="Inter"/>
              </a:rPr>
              <a:t>relevance</a:t>
            </a:r>
            <a:endParaRPr b="1" dirty="0">
              <a:solidFill>
                <a:srgbClr val="F28C35"/>
              </a:solidFill>
              <a:latin typeface="Inter"/>
            </a:endParaRPr>
          </a:p>
        </p:txBody>
      </p:sp>
      <p:sp>
        <p:nvSpPr>
          <p:cNvPr id="42" name="TextBox 41"/>
          <p:cNvSpPr txBox="1"/>
          <p:nvPr/>
        </p:nvSpPr>
        <p:spPr>
          <a:xfrm>
            <a:off x="1993392" y="5522976"/>
            <a:ext cx="9235440" cy="579646"/>
          </a:xfrm>
          <a:prstGeom prst="rect">
            <a:avLst/>
          </a:prstGeom>
          <a:noFill/>
        </p:spPr>
        <p:txBody>
          <a:bodyPr wrap="square" lIns="25400" tIns="12700" rIns="25400" bIns="12700" anchor="t">
            <a:spAutoFit/>
          </a:bodyPr>
          <a:lstStyle/>
          <a:p>
            <a:pPr algn="ctr"/>
            <a:r>
              <a:rPr b="1" dirty="0">
                <a:solidFill>
                  <a:srgbClr val="102235"/>
                </a:solidFill>
                <a:latin typeface="Inter"/>
              </a:rPr>
              <a:t>Discrete adversarial events + continuous network physics + feedback control form a closed loop. Sequence, timing, and controller limits jointly determine resilience</a:t>
            </a:r>
            <a:r>
              <a:rPr sz="1200" b="1" dirty="0">
                <a:solidFill>
                  <a:srgbClr val="102235"/>
                </a:solidFill>
                <a:latin typeface="Inter"/>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US" dirty="0"/>
              <a:t>POWERFUL PRESENTATIONS!</a:t>
            </a:r>
          </a:p>
        </p:txBody>
      </p:sp>
      <p:sp>
        <p:nvSpPr>
          <p:cNvPr id="4" name="Title 6">
            <a:extLst>
              <a:ext uri="{FF2B5EF4-FFF2-40B4-BE49-F238E27FC236}">
                <a16:creationId xmlns:a16="http://schemas.microsoft.com/office/drawing/2014/main" id="{34BDD74C-5263-464C-AA3C-D945D23978FF}"/>
              </a:ext>
            </a:extLst>
          </p:cNvPr>
          <p:cNvSpPr txBox="1">
            <a:spLocks/>
          </p:cNvSpPr>
          <p:nvPr/>
        </p:nvSpPr>
        <p:spPr>
          <a:xfrm>
            <a:off x="4433852" y="4256429"/>
            <a:ext cx="5756957" cy="927824"/>
          </a:xfrm>
          <a:prstGeom prst="rect">
            <a:avLst/>
          </a:prstGeom>
        </p:spPr>
        <p:txBody>
          <a:bodyPr vert="horz" lIns="457200" tIns="45720" rIns="457200" bIns="45720" rtlCol="0" anchor="ctr">
            <a:noAutofit/>
          </a:bodyPr>
          <a:lstStyle>
            <a:lvl1pPr algn="ctr" defTabSz="914400" rtl="0" eaLnBrk="1" latinLnBrk="0" hangingPunct="1">
              <a:lnSpc>
                <a:spcPct val="90000"/>
              </a:lnSpc>
              <a:spcBef>
                <a:spcPct val="0"/>
              </a:spcBef>
              <a:buNone/>
              <a:defRPr lang="en-US" sz="3200" b="1" i="0" kern="1200" spc="300" dirty="0">
                <a:solidFill>
                  <a:schemeClr val="tx1">
                    <a:lumMod val="85000"/>
                    <a:lumOff val="15000"/>
                  </a:schemeClr>
                </a:solidFill>
                <a:latin typeface="+mj-lt"/>
                <a:ea typeface="+mn-ea"/>
                <a:cs typeface="Segoe UI Semilight" panose="020B0402040204020203" pitchFamily="34" charset="0"/>
              </a:defRPr>
            </a:lvl1pPr>
          </a:lstStyle>
          <a:p>
            <a:r>
              <a:rPr lang="en-US" dirty="0"/>
              <a:t>THANK YOU</a:t>
            </a:r>
          </a:p>
        </p:txBody>
      </p:sp>
      <p:sp>
        <p:nvSpPr>
          <p:cNvPr id="5" name="TextBox 4">
            <a:hlinkClick r:id="rId3"/>
            <a:extLst>
              <a:ext uri="{FF2B5EF4-FFF2-40B4-BE49-F238E27FC236}">
                <a16:creationId xmlns:a16="http://schemas.microsoft.com/office/drawing/2014/main" id="{8B99DC0F-548E-4A58-81EB-85144506AC7B}"/>
              </a:ext>
            </a:extLst>
          </p:cNvPr>
          <p:cNvSpPr txBox="1"/>
          <p:nvPr/>
        </p:nvSpPr>
        <p:spPr>
          <a:xfrm>
            <a:off x="9005881" y="6316156"/>
            <a:ext cx="2466220" cy="367873"/>
          </a:xfrm>
          <a:prstGeom prst="roundRect">
            <a:avLst>
              <a:gd name="adj" fmla="val 50000"/>
            </a:avLst>
          </a:prstGeom>
          <a:solidFill>
            <a:schemeClr val="accent2"/>
          </a:solidFill>
        </p:spPr>
        <p:txBody>
          <a:bodyPr wrap="none" rtlCol="0">
            <a:spAutoFit/>
          </a:bodyPr>
          <a:lstStyle/>
          <a:p>
            <a:r>
              <a:rPr lang="en-US" sz="1100" noProof="0" dirty="0">
                <a:solidFill>
                  <a:schemeClr val="tx1"/>
                </a:solidFill>
              </a:rPr>
              <a:t>Neal Creative</a:t>
            </a:r>
            <a:r>
              <a:rPr lang="en-US" sz="1100" baseline="0" noProof="0" dirty="0">
                <a:solidFill>
                  <a:schemeClr val="tx1"/>
                </a:solidFill>
              </a:rPr>
              <a:t>  | click &amp; </a:t>
            </a:r>
            <a:r>
              <a:rPr lang="en-US" sz="1100" b="1" baseline="0" noProof="0" dirty="0">
                <a:solidFill>
                  <a:schemeClr val="tx1"/>
                </a:solidFill>
              </a:rPr>
              <a:t>Learn more</a:t>
            </a:r>
            <a:endParaRPr lang="en-US" sz="1100" b="1" noProof="0" dirty="0">
              <a:solidFill>
                <a:schemeClr val="tx1"/>
              </a:solidFill>
            </a:endParaRPr>
          </a:p>
        </p:txBody>
      </p:sp>
    </p:spTree>
    <p:extLst>
      <p:ext uri="{BB962C8B-B14F-4D97-AF65-F5344CB8AC3E}">
        <p14:creationId xmlns:p14="http://schemas.microsoft.com/office/powerpoint/2010/main" val="3492825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Storybuilding Neal Creative">
  <a:themeElements>
    <a:clrScheme name="Neal Analytics 2">
      <a:dk1>
        <a:srgbClr val="000000"/>
      </a:dk1>
      <a:lt1>
        <a:srgbClr val="FFFFFF"/>
      </a:lt1>
      <a:dk2>
        <a:srgbClr val="0074AF"/>
      </a:dk2>
      <a:lt2>
        <a:srgbClr val="00B0F0"/>
      </a:lt2>
      <a:accent1>
        <a:srgbClr val="75D1FF"/>
      </a:accent1>
      <a:accent2>
        <a:srgbClr val="004568"/>
      </a:accent2>
      <a:accent3>
        <a:srgbClr val="92D050"/>
      </a:accent3>
      <a:accent4>
        <a:srgbClr val="FFC000"/>
      </a:accent4>
      <a:accent5>
        <a:srgbClr val="004568"/>
      </a:accent5>
      <a:accent6>
        <a:srgbClr val="0074AF"/>
      </a:accent6>
      <a:hlink>
        <a:srgbClr val="43C0FF"/>
      </a:hlink>
      <a:folHlink>
        <a:srgbClr val="75D1FF"/>
      </a:folHlink>
    </a:clrScheme>
    <a:fontScheme name="MICROSOFT">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6401425_Powerful Presentations_Win32_mlw - v2" id="{7CBB6D80-F69F-4458-A96A-A39B855A93D5}" vid="{827664DE-2D82-4B7F-8582-8671022436F9}"/>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imbus Sans"/>
        <a:ea typeface=""/>
        <a:cs typeface=""/>
      </a:majorFont>
      <a:minorFont>
        <a:latin typeface="Nimbus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480f6609812271f56e53f2aff71704">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4b48d77c16982ba2890c3fe2b4c067b2"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2E6351-E64A-42DD-A554-7DF752222129}">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530CA71C-6B24-463C-853F-076A02E27CBC}">
  <ds:schemaRefs>
    <ds:schemaRef ds:uri="http://schemas.microsoft.com/sharepoint/v3/contenttype/forms"/>
  </ds:schemaRefs>
</ds:datastoreItem>
</file>

<file path=customXml/itemProps3.xml><?xml version="1.0" encoding="utf-8"?>
<ds:datastoreItem xmlns:ds="http://schemas.openxmlformats.org/officeDocument/2006/customXml" ds:itemID="{B1C2FF92-1ACE-4D23-9586-85906FF02F9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Powerful Presentations</Template>
  <TotalTime>192</TotalTime>
  <Words>1515</Words>
  <Application>Microsoft Office PowerPoint</Application>
  <PresentationFormat>Widescreen</PresentationFormat>
  <Paragraphs>299</Paragraphs>
  <Slides>31</Slides>
  <Notes>11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15</vt:i4>
      </vt:variant>
    </vt:vector>
  </HeadingPairs>
  <TitlesOfParts>
    <vt:vector size="25" baseType="lpstr">
      <vt:lpstr>Arial</vt:lpstr>
      <vt:lpstr>Arial Black</vt:lpstr>
      <vt:lpstr>Calibri</vt:lpstr>
      <vt:lpstr>Segoe UI</vt:lpstr>
      <vt:lpstr>Segoe UI Black</vt:lpstr>
      <vt:lpstr>Segoe UI Semibold</vt:lpstr>
      <vt:lpstr>Segoe UI Semilight</vt:lpstr>
      <vt:lpstr>Wingdings</vt:lpstr>
      <vt:lpstr>Storybuilding Neal Creative</vt:lpstr>
      <vt:lpstr>ChatGPT</vt:lpstr>
      <vt:lpstr>SEQUIN: Sequential N-k Attacks in Electric Power Grids    </vt:lpstr>
      <vt:lpstr>PowerPoint Presentation</vt:lpstr>
      <vt:lpstr>CONTEXT</vt:lpstr>
      <vt:lpstr>CONTEXT</vt:lpstr>
      <vt:lpstr>MOTIVATION  FOR SEQUIN</vt:lpstr>
      <vt:lpstr>MOTIVATION  FOR SEQUIN</vt:lpstr>
      <vt:lpstr>SEQUIN</vt:lpstr>
      <vt:lpstr>PowerPoint Presentation</vt:lpstr>
      <vt:lpstr>PowerPoint Presentation</vt:lpstr>
      <vt:lpstr>PowerPoint Presentation</vt:lpstr>
      <vt:lpstr>Reproduction</vt:lpstr>
      <vt:lpstr>Implementation</vt:lpstr>
      <vt:lpstr>Results</vt:lpstr>
      <vt:lpstr>Impact</vt:lpstr>
      <vt:lpstr>POWERFUL PRESENTATIONS!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Alankrit Gupta</dc:creator>
  <cp:keywords/>
  <dc:description/>
  <cp:lastModifiedBy>Alankrit Gupta</cp:lastModifiedBy>
  <cp:revision>2</cp:revision>
  <dcterms:created xsi:type="dcterms:W3CDTF">2026-10-29T09:34:31Z</dcterms:created>
  <dcterms:modified xsi:type="dcterms:W3CDTF">2026-10-29T12:46:52Z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